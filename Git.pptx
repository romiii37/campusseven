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58" r:id="rId1"/>
  </p:sldMasterIdLst>
  <p:notesMasterIdLst>
    <p:notesMasterId r:id="rId32"/>
  </p:notesMasterIdLst>
  <p:sldIdLst>
    <p:sldId id="256" r:id="rId2"/>
    <p:sldId id="257" r:id="rId3"/>
    <p:sldId id="259" r:id="rId4"/>
    <p:sldId id="260" r:id="rId5"/>
    <p:sldId id="297" r:id="rId6"/>
    <p:sldId id="296" r:id="rId7"/>
    <p:sldId id="299" r:id="rId8"/>
    <p:sldId id="262" r:id="rId9"/>
    <p:sldId id="324" r:id="rId10"/>
    <p:sldId id="273" r:id="rId11"/>
    <p:sldId id="326" r:id="rId12"/>
    <p:sldId id="325" r:id="rId13"/>
    <p:sldId id="264" r:id="rId14"/>
    <p:sldId id="311" r:id="rId15"/>
    <p:sldId id="323" r:id="rId16"/>
    <p:sldId id="305" r:id="rId17"/>
    <p:sldId id="313" r:id="rId18"/>
    <p:sldId id="310" r:id="rId19"/>
    <p:sldId id="327" r:id="rId20"/>
    <p:sldId id="301" r:id="rId21"/>
    <p:sldId id="317" r:id="rId22"/>
    <p:sldId id="316" r:id="rId23"/>
    <p:sldId id="318" r:id="rId24"/>
    <p:sldId id="306" r:id="rId25"/>
    <p:sldId id="319" r:id="rId26"/>
    <p:sldId id="315" r:id="rId27"/>
    <p:sldId id="308" r:id="rId28"/>
    <p:sldId id="321" r:id="rId29"/>
    <p:sldId id="322" r:id="rId30"/>
    <p:sldId id="274" r:id="rId31"/>
  </p:sldIdLst>
  <p:sldSz cx="9144000" cy="5143500" type="screen16x9"/>
  <p:notesSz cx="6858000" cy="9144000"/>
  <p:embeddedFontLst>
    <p:embeddedFont>
      <p:font typeface="Calibri" panose="020F0502020204030204" pitchFamily="34" charset="0"/>
      <p:regular r:id="rId33"/>
      <p:bold r:id="rId34"/>
      <p:italic r:id="rId35"/>
      <p:boldItalic r:id="rId36"/>
    </p:embeddedFont>
    <p:embeddedFont>
      <p:font typeface="Lora" pitchFamily="2" charset="0"/>
      <p:regular r:id="rId37"/>
      <p:bold r:id="rId38"/>
      <p:italic r:id="rId39"/>
      <p:boldItalic r:id="rId40"/>
    </p:embeddedFont>
    <p:embeddedFont>
      <p:font typeface="Quattrocento Sans" panose="020B0600000101010101" charset="0"/>
      <p:regular r:id="rId41"/>
      <p:bold r:id="rId42"/>
      <p:italic r:id="rId43"/>
      <p:boldItalic r:id="rId44"/>
    </p:embeddedFont>
    <p:embeddedFont>
      <p:font typeface="맑은 고딕" panose="020B0503020000020004" pitchFamily="50" charset="-127"/>
      <p:regular r:id="rId45"/>
      <p:bold r:id="rId46"/>
    </p:embeddedFont>
    <p:embeddedFont>
      <p:font typeface="함초롬돋움" panose="020B0604000101010101" pitchFamily="50" charset="-127"/>
      <p:regular r:id="rId47"/>
      <p:bold r:id="rId4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D00"/>
    <a:srgbClr val="FFFFFF"/>
    <a:srgbClr val="F0EEE9"/>
    <a:srgbClr val="F6921D"/>
    <a:srgbClr val="A7693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DA5B2040-0373-4AB5-8C16-54180E59C3D7}">
  <a:tblStyle styleId="{DA5B2040-0373-4AB5-8C16-54180E59C3D7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FD83C8C0-4F54-423C-8FE9-BE38F65F2308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308" autoAdjust="0"/>
    <p:restoredTop sz="75059" autoAdjust="0"/>
  </p:normalViewPr>
  <p:slideViewPr>
    <p:cSldViewPr snapToGrid="0">
      <p:cViewPr varScale="1">
        <p:scale>
          <a:sx n="113" d="100"/>
          <a:sy n="113" d="100"/>
        </p:scale>
        <p:origin x="1572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7.fntdata"/><Relationship Id="rId21" Type="http://schemas.openxmlformats.org/officeDocument/2006/relationships/slide" Target="slides/slide20.xml"/><Relationship Id="rId34" Type="http://schemas.openxmlformats.org/officeDocument/2006/relationships/font" Target="fonts/font2.fntdata"/><Relationship Id="rId42" Type="http://schemas.openxmlformats.org/officeDocument/2006/relationships/font" Target="fonts/font10.fntdata"/><Relationship Id="rId47" Type="http://schemas.openxmlformats.org/officeDocument/2006/relationships/font" Target="fonts/font15.fntdata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font" Target="fonts/font5.fntdata"/><Relationship Id="rId40" Type="http://schemas.openxmlformats.org/officeDocument/2006/relationships/font" Target="fonts/font8.fntdata"/><Relationship Id="rId45" Type="http://schemas.openxmlformats.org/officeDocument/2006/relationships/font" Target="fonts/font13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4.fntdata"/><Relationship Id="rId49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12.fntdata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3.fntdata"/><Relationship Id="rId43" Type="http://schemas.openxmlformats.org/officeDocument/2006/relationships/font" Target="fonts/font11.fntdata"/><Relationship Id="rId48" Type="http://schemas.openxmlformats.org/officeDocument/2006/relationships/font" Target="fonts/font16.fntdata"/><Relationship Id="rId8" Type="http://schemas.openxmlformats.org/officeDocument/2006/relationships/slide" Target="slides/slide7.xml"/><Relationship Id="rId51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1.fntdata"/><Relationship Id="rId38" Type="http://schemas.openxmlformats.org/officeDocument/2006/relationships/font" Target="fonts/font6.fntdata"/><Relationship Id="rId46" Type="http://schemas.openxmlformats.org/officeDocument/2006/relationships/font" Target="fonts/font14.fntdata"/><Relationship Id="rId20" Type="http://schemas.openxmlformats.org/officeDocument/2006/relationships/slide" Target="slides/slide19.xml"/><Relationship Id="rId41" Type="http://schemas.openxmlformats.org/officeDocument/2006/relationships/font" Target="fonts/font9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175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5f391192_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35f391192_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네 시작하겠습니다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오늘 저는 깃을 주제로 준비한 내용을 발표하려고 합니다</a:t>
            </a:r>
            <a:r>
              <a:rPr lang="en-US" altLang="ko-KR" dirty="0"/>
              <a:t>. </a:t>
            </a:r>
            <a:r>
              <a:rPr lang="ko-KR" altLang="en-US" dirty="0"/>
              <a:t>깃은 현재 개발자들 사이에서 매우 인기있고 많이 쓰고</a:t>
            </a:r>
            <a:r>
              <a:rPr lang="en-US" altLang="ko-KR" dirty="0"/>
              <a:t>, </a:t>
            </a:r>
            <a:r>
              <a:rPr lang="ko-KR" altLang="en-US" dirty="0"/>
              <a:t>거의 대부분의 업체에서도 도입해서 사용하는 소프트웨어인데요</a:t>
            </a:r>
            <a:r>
              <a:rPr lang="en-US" altLang="ko-KR" dirty="0"/>
              <a:t>!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저희는 깃에 대해 모든 것을 알 필요까지는 없지만</a:t>
            </a:r>
            <a:r>
              <a:rPr lang="en-US" altLang="ko-KR" dirty="0"/>
              <a:t>, </a:t>
            </a:r>
            <a:r>
              <a:rPr lang="ko-KR" altLang="en-US" dirty="0"/>
              <a:t>저희가 만드는 교육과정에 대부분 포함이 되어있는 만큼</a:t>
            </a:r>
            <a:r>
              <a:rPr lang="en-US" altLang="ko-KR" dirty="0"/>
              <a:t>, </a:t>
            </a:r>
            <a:r>
              <a:rPr lang="ko-KR" altLang="en-US" dirty="0"/>
              <a:t>깃이 무엇인지 왜 쓰는지</a:t>
            </a:r>
            <a:r>
              <a:rPr lang="en-US" altLang="ko-KR" dirty="0"/>
              <a:t> </a:t>
            </a:r>
            <a:r>
              <a:rPr lang="ko-KR" altLang="en-US" dirty="0"/>
              <a:t>파악할 필요는 있다고 생각하기 때문에</a:t>
            </a: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오늘 제 발표를 통해서 많이 </a:t>
            </a:r>
            <a:r>
              <a:rPr lang="ko-KR" altLang="en-US" dirty="0" err="1"/>
              <a:t>알아가셨으면</a:t>
            </a:r>
            <a:r>
              <a:rPr lang="ko-KR" altLang="en-US" dirty="0"/>
              <a:t> 좋겠습니다</a:t>
            </a:r>
            <a:r>
              <a:rPr lang="en-US" altLang="ko-KR" dirty="0"/>
              <a:t>.</a:t>
            </a: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606f1c2d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3606f1c2d_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네 목차입니다</a:t>
            </a:r>
            <a:r>
              <a:rPr lang="en-US" altLang="ko-KR" dirty="0"/>
              <a:t>. git </a:t>
            </a:r>
            <a:r>
              <a:rPr lang="ko-KR" altLang="en-US" dirty="0"/>
              <a:t>이란 </a:t>
            </a:r>
            <a:r>
              <a:rPr lang="ko-KR" altLang="en-US" dirty="0" err="1"/>
              <a:t>뭔지</a:t>
            </a:r>
            <a:r>
              <a:rPr lang="en-US" altLang="ko-KR" dirty="0"/>
              <a:t>, git</a:t>
            </a:r>
            <a:r>
              <a:rPr lang="ko-KR" altLang="en-US" dirty="0"/>
              <a:t>을 왜 쓰는지</a:t>
            </a:r>
            <a:r>
              <a:rPr lang="en-US" altLang="ko-KR" dirty="0"/>
              <a:t>, git </a:t>
            </a:r>
            <a:r>
              <a:rPr lang="ko-KR" altLang="en-US" dirty="0"/>
              <a:t>의 원리와 사용방법</a:t>
            </a:r>
            <a:r>
              <a:rPr lang="en-US" altLang="ko-KR" dirty="0"/>
              <a:t>, git</a:t>
            </a:r>
            <a:r>
              <a:rPr lang="ko-KR" altLang="en-US" dirty="0"/>
              <a:t>의 전망 그리고 교육 과정에서의 </a:t>
            </a:r>
            <a:r>
              <a:rPr lang="en-US" altLang="ko-KR" dirty="0"/>
              <a:t>git </a:t>
            </a:r>
            <a:r>
              <a:rPr lang="ko-KR" altLang="en-US" dirty="0"/>
              <a:t>필요성에 대해 살펴보겠습니다</a:t>
            </a:r>
            <a:r>
              <a:rPr lang="en-US" altLang="ko-KR" dirty="0"/>
              <a:t>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5f391192_0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5f391192_0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첫번째로</a:t>
            </a:r>
            <a:r>
              <a:rPr lang="en-US" altLang="ko-KR" dirty="0"/>
              <a:t>, Git </a:t>
            </a:r>
            <a:r>
              <a:rPr lang="ko-KR" altLang="en-US" dirty="0"/>
              <a:t>이란</a:t>
            </a:r>
            <a:r>
              <a:rPr lang="en-US" altLang="ko-KR" dirty="0"/>
              <a:t> </a:t>
            </a:r>
            <a:r>
              <a:rPr lang="ko-KR" altLang="en-US" dirty="0"/>
              <a:t>대체 무엇인가를 보겠습니다</a:t>
            </a:r>
            <a:r>
              <a:rPr lang="en-US" altLang="ko-KR" dirty="0"/>
              <a:t>. </a:t>
            </a:r>
            <a:endParaRPr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5f391192_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35f391192_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우리가 업무를 하면서 필요한 서류들이 굉장히 많은데 그 서류들 작성할 때</a:t>
            </a:r>
            <a:r>
              <a:rPr lang="en-US" altLang="ko-KR" dirty="0"/>
              <a:t>, </a:t>
            </a:r>
            <a:r>
              <a:rPr lang="ko-KR" altLang="en-US" dirty="0"/>
              <a:t>혹은 프로젝트 할 때나 대학생들 </a:t>
            </a:r>
            <a:r>
              <a:rPr lang="ko-KR" altLang="en-US" dirty="0" err="1"/>
              <a:t>레포트</a:t>
            </a:r>
            <a:r>
              <a:rPr lang="ko-KR" altLang="en-US" dirty="0"/>
              <a:t> 작성할 때 </a:t>
            </a:r>
            <a:r>
              <a:rPr lang="en-US" altLang="ko-KR" dirty="0"/>
              <a:t> </a:t>
            </a:r>
            <a:r>
              <a:rPr lang="ko-KR" altLang="en-US" dirty="0" err="1"/>
              <a:t>어떻게들</a:t>
            </a:r>
            <a:r>
              <a:rPr lang="ko-KR" altLang="en-US" dirty="0"/>
              <a:t> 하시나요</a:t>
            </a:r>
            <a:r>
              <a:rPr lang="en-US" altLang="ko-KR" dirty="0"/>
              <a:t>?</a:t>
            </a:r>
            <a:endParaRPr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네</a:t>
            </a:r>
            <a:r>
              <a:rPr lang="en-US" altLang="ko-KR" dirty="0"/>
              <a:t>. </a:t>
            </a:r>
            <a:r>
              <a:rPr lang="ko-KR" altLang="en-US" dirty="0"/>
              <a:t>컴퓨터로 문서를 만들죠</a:t>
            </a:r>
            <a:r>
              <a:rPr lang="en-US" altLang="ko-KR" dirty="0"/>
              <a:t>!? </a:t>
            </a:r>
            <a:r>
              <a:rPr lang="ko-KR" altLang="en-US" dirty="0"/>
              <a:t>파워포인트</a:t>
            </a:r>
            <a:r>
              <a:rPr lang="en-US" altLang="ko-KR" dirty="0"/>
              <a:t>, </a:t>
            </a:r>
            <a:r>
              <a:rPr lang="ko-KR" altLang="en-US" dirty="0"/>
              <a:t>워드</a:t>
            </a:r>
            <a:r>
              <a:rPr lang="en-US" altLang="ko-KR" dirty="0"/>
              <a:t>, </a:t>
            </a:r>
            <a:r>
              <a:rPr lang="ko-KR" altLang="en-US" dirty="0"/>
              <a:t>한글 혹은 엑셀 같은 프로그램을 이용해서 파일을 생성하고</a:t>
            </a: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그 만든 파일들로 수정하고 업데이트하고 관리를 하게 됩니다</a:t>
            </a:r>
            <a:r>
              <a:rPr lang="en-US" altLang="ko-KR" dirty="0"/>
              <a:t>.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9967663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5f391192_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35f391192_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그렇다면 그 만들어진 것들을 서로 공유해야 할 때는 어떻게 하시나요</a:t>
            </a:r>
            <a:r>
              <a:rPr lang="en-US" altLang="ko-KR" dirty="0"/>
              <a:t>?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194316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네 제일 단순하고 쉬운 방법들이죠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카카오톡으로 보내거나 메일로 주고 받거나</a:t>
            </a:r>
            <a:r>
              <a:rPr lang="en-US" altLang="ko-KR" dirty="0"/>
              <a:t>, </a:t>
            </a:r>
            <a:r>
              <a:rPr lang="ko-KR" altLang="en-US" dirty="0"/>
              <a:t>아니면 구글 드라이브나 네이버 클라우드 같은 웹디스크</a:t>
            </a:r>
            <a:r>
              <a:rPr lang="en-US" altLang="ko-KR" dirty="0"/>
              <a:t>, </a:t>
            </a:r>
            <a:r>
              <a:rPr lang="ko-KR" altLang="en-US" dirty="0"/>
              <a:t>온라인 스토리지 서비스를 통해 공유합니다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그런데 이런 기존 방법들을 이용하면 생기는 </a:t>
            </a:r>
            <a:r>
              <a:rPr lang="ko-KR" altLang="en-US" dirty="0" err="1"/>
              <a:t>불편함들이</a:t>
            </a:r>
            <a:r>
              <a:rPr lang="ko-KR" altLang="en-US" dirty="0"/>
              <a:t> 있습니다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같은 내용인데 파일 명이 여러 개가 되면서 헷갈릴 수 있게 되고</a:t>
            </a:r>
            <a:r>
              <a:rPr lang="en-US" altLang="ko-KR" dirty="0"/>
              <a:t>, </a:t>
            </a:r>
            <a:r>
              <a:rPr lang="ko-KR" altLang="en-US" dirty="0"/>
              <a:t>파일을 전송하면 또 새로 </a:t>
            </a:r>
            <a:r>
              <a:rPr lang="ko-KR" altLang="en-US" dirty="0" err="1"/>
              <a:t>저장해야되고</a:t>
            </a:r>
            <a:r>
              <a:rPr lang="en-US" altLang="ko-KR" dirty="0"/>
              <a:t>, </a:t>
            </a:r>
            <a:r>
              <a:rPr lang="ko-KR" altLang="en-US" dirty="0"/>
              <a:t>그렇게 파일이 많아지고 또 많아지다 보면 누가 만든 파일인지 출처가 불분명하게 될 수도 있습니다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그럼 도대체 </a:t>
            </a:r>
            <a:r>
              <a:rPr lang="en-US" dirty="0"/>
              <a:t>Git </a:t>
            </a:r>
            <a:r>
              <a:rPr lang="ko-KR" altLang="en-US" dirty="0"/>
              <a:t>이 뭐냐</a:t>
            </a:r>
            <a:r>
              <a:rPr lang="en-US" altLang="ko-KR" dirty="0"/>
              <a:t>! Git</a:t>
            </a:r>
            <a:r>
              <a:rPr lang="en-US" dirty="0"/>
              <a:t> </a:t>
            </a:r>
            <a:r>
              <a:rPr lang="ko-KR" altLang="en-US" dirty="0"/>
              <a:t>은 이러한 문제들을 해결해주는 소프트웨어다 라고 생각하시면 됩니다</a:t>
            </a:r>
            <a:r>
              <a:rPr lang="en-US" altLang="ko-KR" dirty="0"/>
              <a:t>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3864063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35ed75ccf_0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" name="Google Shape;134;g35ed75ccf_0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자</a:t>
            </a:r>
            <a:r>
              <a:rPr lang="en-US" altLang="ko-KR" dirty="0"/>
              <a:t>, </a:t>
            </a:r>
            <a:r>
              <a:rPr lang="ko-KR" altLang="en-US" dirty="0"/>
              <a:t>우선 </a:t>
            </a:r>
            <a:r>
              <a:rPr lang="en-US" altLang="ko-KR" dirty="0"/>
              <a:t>Git</a:t>
            </a:r>
            <a:r>
              <a:rPr lang="ko-KR" altLang="en-US" dirty="0"/>
              <a:t>은 </a:t>
            </a:r>
            <a:r>
              <a:rPr lang="ko-KR" altLang="en-US" dirty="0" err="1"/>
              <a:t>리누스</a:t>
            </a:r>
            <a:r>
              <a:rPr lang="ko-KR" altLang="en-US" dirty="0"/>
              <a:t> </a:t>
            </a:r>
            <a:r>
              <a:rPr lang="ko-KR" altLang="en-US" dirty="0" err="1"/>
              <a:t>토발즈라는</a:t>
            </a:r>
            <a:r>
              <a:rPr lang="ko-KR" altLang="en-US" dirty="0"/>
              <a:t> 사람이 개발한 오픈 소스 소프트웨어입니다</a:t>
            </a:r>
            <a:r>
              <a:rPr lang="en-US" altLang="ko-KR" dirty="0"/>
              <a:t>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리눅스라고 </a:t>
            </a:r>
            <a:r>
              <a:rPr lang="ko-KR" altLang="en-US" dirty="0" err="1"/>
              <a:t>들어보셨을텐데</a:t>
            </a:r>
            <a:r>
              <a:rPr lang="en-US" altLang="ko-KR" dirty="0"/>
              <a:t>, pc</a:t>
            </a:r>
            <a:r>
              <a:rPr lang="ko-KR" altLang="en-US" dirty="0"/>
              <a:t>에서의 윈도우</a:t>
            </a:r>
            <a:r>
              <a:rPr lang="en-US" altLang="ko-KR" dirty="0"/>
              <a:t>/</a:t>
            </a:r>
            <a:r>
              <a:rPr lang="ko-KR" altLang="en-US" dirty="0"/>
              <a:t>맥</a:t>
            </a:r>
            <a:r>
              <a:rPr lang="en-US" altLang="ko-KR" dirty="0" err="1"/>
              <a:t>os</a:t>
            </a:r>
            <a:r>
              <a:rPr lang="en-US" altLang="ko-KR" dirty="0"/>
              <a:t>, </a:t>
            </a:r>
            <a:r>
              <a:rPr lang="ko-KR" altLang="en-US" dirty="0"/>
              <a:t>모바일에서의 </a:t>
            </a:r>
            <a:r>
              <a:rPr lang="en-US" altLang="ko-KR" dirty="0" err="1"/>
              <a:t>ios</a:t>
            </a:r>
            <a:r>
              <a:rPr lang="en-US" altLang="ko-KR" dirty="0"/>
              <a:t>/</a:t>
            </a:r>
            <a:r>
              <a:rPr lang="ko-KR" altLang="en-US" dirty="0"/>
              <a:t>안드로이드 와 같은 운영체제 중 하나로</a:t>
            </a:r>
            <a:r>
              <a:rPr lang="en-US" altLang="ko-KR" dirty="0"/>
              <a:t>,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바로 이  리눅스를 만든 사람입니다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 err="1"/>
              <a:t>리누스가</a:t>
            </a:r>
            <a:r>
              <a:rPr lang="ko-KR" altLang="en-US" dirty="0"/>
              <a:t> 리눅스에서 핵심인 커널이라는 것의 소스코드를 관리하다가 관리가 너무 안돼서 개발하게 된 것이 이 </a:t>
            </a:r>
            <a:r>
              <a:rPr lang="en-US" altLang="ko-KR" dirty="0"/>
              <a:t>Git </a:t>
            </a:r>
            <a:r>
              <a:rPr lang="ko-KR" altLang="en-US" dirty="0"/>
              <a:t>입니다</a:t>
            </a:r>
            <a:r>
              <a:rPr lang="en-US" altLang="ko-KR" dirty="0"/>
              <a:t>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35ed75ccf_0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" name="Google Shape;134;g35ed75ccf_0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자</a:t>
            </a:r>
            <a:r>
              <a:rPr lang="en-US" altLang="ko-KR" dirty="0"/>
              <a:t>, </a:t>
            </a:r>
            <a:r>
              <a:rPr lang="ko-KR" altLang="en-US" dirty="0"/>
              <a:t>우선 </a:t>
            </a:r>
            <a:r>
              <a:rPr lang="en-US" altLang="ko-KR" dirty="0"/>
              <a:t>Git</a:t>
            </a:r>
            <a:r>
              <a:rPr lang="ko-KR" altLang="en-US" dirty="0"/>
              <a:t>은 </a:t>
            </a:r>
            <a:r>
              <a:rPr lang="ko-KR" altLang="en-US" dirty="0" err="1"/>
              <a:t>리누스</a:t>
            </a:r>
            <a:r>
              <a:rPr lang="ko-KR" altLang="en-US" dirty="0"/>
              <a:t> </a:t>
            </a:r>
            <a:r>
              <a:rPr lang="ko-KR" altLang="en-US" dirty="0" err="1"/>
              <a:t>토발즈라는</a:t>
            </a:r>
            <a:r>
              <a:rPr lang="ko-KR" altLang="en-US" dirty="0"/>
              <a:t> 사람이 개발한 오픈 소스 소프트웨어입니다</a:t>
            </a:r>
            <a:r>
              <a:rPr lang="en-US" altLang="ko-KR" dirty="0"/>
              <a:t>. (</a:t>
            </a:r>
            <a:r>
              <a:rPr lang="ko-KR" altLang="en-US" dirty="0"/>
              <a:t>클릭</a:t>
            </a:r>
            <a:r>
              <a:rPr lang="en-US" altLang="ko-KR" dirty="0"/>
              <a:t>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리눅스라고 </a:t>
            </a:r>
            <a:r>
              <a:rPr lang="ko-KR" altLang="en-US" dirty="0" err="1"/>
              <a:t>들어보셨을텐데</a:t>
            </a:r>
            <a:r>
              <a:rPr lang="en-US" altLang="ko-KR" dirty="0"/>
              <a:t>, pc</a:t>
            </a:r>
            <a:r>
              <a:rPr lang="ko-KR" altLang="en-US" dirty="0"/>
              <a:t>에서의 윈도우</a:t>
            </a:r>
            <a:r>
              <a:rPr lang="en-US" altLang="ko-KR" dirty="0"/>
              <a:t>/</a:t>
            </a:r>
            <a:r>
              <a:rPr lang="ko-KR" altLang="en-US" dirty="0"/>
              <a:t>맥</a:t>
            </a:r>
            <a:r>
              <a:rPr lang="en-US" altLang="ko-KR" dirty="0" err="1"/>
              <a:t>os</a:t>
            </a:r>
            <a:r>
              <a:rPr lang="en-US" altLang="ko-KR" dirty="0"/>
              <a:t>, </a:t>
            </a:r>
            <a:r>
              <a:rPr lang="ko-KR" altLang="en-US" dirty="0"/>
              <a:t>모바일에서의 </a:t>
            </a:r>
            <a:r>
              <a:rPr lang="en-US" altLang="ko-KR" dirty="0" err="1"/>
              <a:t>ios</a:t>
            </a:r>
            <a:r>
              <a:rPr lang="en-US" altLang="ko-KR" dirty="0"/>
              <a:t>/</a:t>
            </a:r>
            <a:r>
              <a:rPr lang="ko-KR" altLang="en-US" dirty="0"/>
              <a:t>안드로이드 와 같은 운영체제 중 하나로</a:t>
            </a:r>
            <a:r>
              <a:rPr lang="en-US" altLang="ko-KR" dirty="0"/>
              <a:t>,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바로 이  리눅스를 만든 사람입니다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 err="1"/>
              <a:t>리누스가</a:t>
            </a:r>
            <a:r>
              <a:rPr lang="ko-KR" altLang="en-US" dirty="0"/>
              <a:t> 리눅스  커널이라는 것의 소스코드를 관리하다가 관리가 너무 안돼서 개발하게 된 것이 이 </a:t>
            </a:r>
            <a:r>
              <a:rPr lang="en-US" altLang="ko-KR" dirty="0"/>
              <a:t>Git </a:t>
            </a:r>
            <a:r>
              <a:rPr lang="ko-KR" altLang="en-US" dirty="0"/>
              <a:t>입니다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참고로 말씀드리면</a:t>
            </a:r>
            <a:r>
              <a:rPr lang="en-US" altLang="ko-KR" dirty="0"/>
              <a:t>,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 err="1"/>
              <a:t>좀전에</a:t>
            </a:r>
            <a:r>
              <a:rPr lang="ko-KR" altLang="en-US" dirty="0"/>
              <a:t> 제가 운영체제인 리눅스와 윈도우를 언급했는데요</a:t>
            </a:r>
            <a:r>
              <a:rPr lang="en-US" altLang="ko-KR" dirty="0"/>
              <a:t>!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윈도우는 그야말로 윈도우 자체가 운영체제입니다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그런데 리눅스는 우리가 흔히 말하는 리눅스와 실제 리눅스는 엄연히 </a:t>
            </a:r>
            <a:r>
              <a:rPr lang="ko-KR" altLang="en-US" dirty="0" err="1"/>
              <a:t>다른데요</a:t>
            </a:r>
            <a:r>
              <a:rPr lang="en-US" altLang="ko-KR" dirty="0"/>
              <a:t>!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 err="1"/>
              <a:t>리누스가</a:t>
            </a:r>
            <a:r>
              <a:rPr lang="ko-KR" altLang="en-US" dirty="0"/>
              <a:t> 개발한 리눅스는 운영체제가 아닌 커널이라고 하는</a:t>
            </a:r>
            <a:r>
              <a:rPr lang="en-US" altLang="ko-KR" dirty="0"/>
              <a:t> </a:t>
            </a:r>
            <a:r>
              <a:rPr lang="ko-KR" altLang="en-US" dirty="0"/>
              <a:t>컴퓨터의 </a:t>
            </a:r>
            <a:r>
              <a:rPr lang="en-US" altLang="ko-KR" dirty="0"/>
              <a:t>HW</a:t>
            </a:r>
            <a:r>
              <a:rPr lang="ko-KR" altLang="en-US" dirty="0"/>
              <a:t>와 </a:t>
            </a:r>
            <a:r>
              <a:rPr lang="en-US" altLang="ko-KR" dirty="0"/>
              <a:t>SW</a:t>
            </a:r>
            <a:r>
              <a:rPr lang="ko-KR" altLang="en-US" dirty="0"/>
              <a:t>사이의 상호 작용을 관리하고 제어하는 핵심 부분입니다</a:t>
            </a:r>
            <a:r>
              <a:rPr lang="en-US" altLang="ko-K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059193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g35ed75ccf_0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4" name="Google Shape;304;g35ed75ccf_0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이게 무슨 말인지 그림을 보면서 설명을 드리면</a:t>
            </a:r>
            <a:r>
              <a:rPr lang="en-US" altLang="ko-KR" dirty="0"/>
              <a:t>, </a:t>
            </a:r>
            <a:r>
              <a:rPr lang="ko-KR" altLang="en-US" dirty="0"/>
              <a:t>우리가 </a:t>
            </a:r>
            <a:r>
              <a:rPr lang="ko-KR" altLang="en-US" dirty="0" err="1"/>
              <a:t>알고있는</a:t>
            </a:r>
            <a:r>
              <a:rPr lang="ko-KR" altLang="en-US" dirty="0"/>
              <a:t> 윈도우는 </a:t>
            </a:r>
            <a:r>
              <a:rPr lang="en-US" altLang="ko-KR" dirty="0"/>
              <a:t>Microsoft  Windows NT </a:t>
            </a:r>
            <a:r>
              <a:rPr lang="ko-KR" altLang="en-US" dirty="0"/>
              <a:t>라는 커널에 </a:t>
            </a:r>
            <a:r>
              <a:rPr lang="en-US" altLang="ko-KR" dirty="0"/>
              <a:t>GUI, </a:t>
            </a:r>
            <a:r>
              <a:rPr lang="ko-KR" altLang="en-US" dirty="0"/>
              <a:t>유틸리티</a:t>
            </a:r>
            <a:r>
              <a:rPr lang="en-US" altLang="ko-KR" dirty="0"/>
              <a:t>, </a:t>
            </a:r>
            <a:r>
              <a:rPr lang="ko-KR" altLang="en-US" dirty="0"/>
              <a:t>라이브러리 등등 이런 </a:t>
            </a:r>
            <a:r>
              <a:rPr lang="ko-KR" altLang="en-US" dirty="0" err="1"/>
              <a:t>이런</a:t>
            </a:r>
            <a:r>
              <a:rPr lang="ko-KR" altLang="en-US" dirty="0"/>
              <a:t> 집합체들이 모여서 구성되어서 만들어진 운영체제 입니다</a:t>
            </a:r>
            <a:r>
              <a:rPr lang="en-US" altLang="ko-KR" dirty="0"/>
              <a:t>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그럼 우리가 또다른 영체제로 알고있던 이 리눅스는 윈도우에서 </a:t>
            </a:r>
            <a:r>
              <a:rPr lang="ko-KR" altLang="en-US" dirty="0" err="1"/>
              <a:t>어떤것과</a:t>
            </a:r>
            <a:r>
              <a:rPr lang="ko-KR" altLang="en-US" dirty="0"/>
              <a:t> 같은 </a:t>
            </a:r>
            <a:r>
              <a:rPr lang="ko-KR" altLang="en-US" dirty="0" err="1"/>
              <a:t>종류냐면</a:t>
            </a:r>
            <a:r>
              <a:rPr lang="en-US" altLang="ko-KR" dirty="0"/>
              <a:t>, </a:t>
            </a:r>
            <a:r>
              <a:rPr lang="ko-KR" altLang="en-US" dirty="0"/>
              <a:t>바로 이 </a:t>
            </a:r>
            <a:r>
              <a:rPr lang="en-US" altLang="ko-KR" dirty="0"/>
              <a:t>Windows NT </a:t>
            </a:r>
            <a:r>
              <a:rPr lang="ko-KR" altLang="en-US" dirty="0"/>
              <a:t>입니다</a:t>
            </a:r>
            <a:r>
              <a:rPr lang="en-US" altLang="ko-KR" dirty="0"/>
              <a:t>. </a:t>
            </a:r>
            <a:r>
              <a:rPr lang="ko-KR" altLang="en-US" dirty="0"/>
              <a:t>다시 말하면</a:t>
            </a:r>
            <a:r>
              <a:rPr lang="en-US" altLang="ko-KR" dirty="0"/>
              <a:t>, </a:t>
            </a:r>
            <a:r>
              <a:rPr lang="ko-KR" altLang="en-US" dirty="0"/>
              <a:t>윈도우 운영체제의 커널인 </a:t>
            </a:r>
            <a:r>
              <a:rPr lang="en-US" altLang="ko-KR" dirty="0"/>
              <a:t>Windows NT </a:t>
            </a:r>
            <a:r>
              <a:rPr lang="ko-KR" altLang="en-US" dirty="0"/>
              <a:t>와 같이 리눅스도 하나의 다른 운영체제의 </a:t>
            </a:r>
            <a:r>
              <a:rPr lang="ko-KR" altLang="en-US" dirty="0" err="1"/>
              <a:t>커널인거죠</a:t>
            </a:r>
            <a:r>
              <a:rPr lang="en-US" altLang="ko-KR" dirty="0"/>
              <a:t>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커널을 </a:t>
            </a:r>
            <a:r>
              <a:rPr lang="ko-KR" altLang="en-US" dirty="0" err="1"/>
              <a:t>이해하는데는</a:t>
            </a:r>
            <a:r>
              <a:rPr lang="ko-KR" altLang="en-US" dirty="0"/>
              <a:t> 좀 복잡할 수 있는데</a:t>
            </a:r>
            <a:r>
              <a:rPr lang="en-US" altLang="ko-KR" dirty="0"/>
              <a:t>, </a:t>
            </a:r>
            <a:r>
              <a:rPr lang="ko-KR" altLang="en-US" dirty="0"/>
              <a:t>쉽게 말씀드리면 </a:t>
            </a:r>
            <a:r>
              <a:rPr lang="en-US" altLang="ko-KR" dirty="0"/>
              <a:t>(</a:t>
            </a:r>
            <a:r>
              <a:rPr lang="ko-KR" altLang="en-US" dirty="0"/>
              <a:t>클릭</a:t>
            </a:r>
            <a:r>
              <a:rPr lang="en-US" altLang="ko-KR" dirty="0"/>
              <a:t>)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g35ed75ccf_0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4" name="Google Shape;304;g35ed75ccf_0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영화 </a:t>
            </a:r>
            <a:r>
              <a:rPr lang="ko-KR" altLang="en-US" dirty="0" err="1"/>
              <a:t>같은거</a:t>
            </a:r>
            <a:r>
              <a:rPr lang="en-US" altLang="ko-KR" dirty="0"/>
              <a:t> </a:t>
            </a:r>
            <a:r>
              <a:rPr lang="ko-KR" altLang="en-US" dirty="0"/>
              <a:t>보면 </a:t>
            </a:r>
            <a:r>
              <a:rPr lang="ko-KR" altLang="en-US" dirty="0" err="1"/>
              <a:t>해커같은</a:t>
            </a:r>
            <a:r>
              <a:rPr lang="ko-KR" altLang="en-US" dirty="0"/>
              <a:t> 사람들이 컴퓨터모니터에 검은색 화면 </a:t>
            </a:r>
            <a:r>
              <a:rPr lang="en-US" altLang="ko-KR" dirty="0"/>
              <a:t>(</a:t>
            </a:r>
            <a:r>
              <a:rPr lang="ko-KR" altLang="en-US" dirty="0"/>
              <a:t>클릭</a:t>
            </a:r>
            <a:r>
              <a:rPr lang="en-US" altLang="ko-KR" dirty="0"/>
              <a:t>) </a:t>
            </a:r>
            <a:r>
              <a:rPr lang="ko-KR" altLang="en-US" dirty="0" err="1"/>
              <a:t>이런창</a:t>
            </a:r>
            <a:r>
              <a:rPr lang="ko-KR" altLang="en-US" dirty="0"/>
              <a:t> 띄워서 </a:t>
            </a:r>
            <a:r>
              <a:rPr lang="ko-KR" altLang="en-US" dirty="0" err="1"/>
              <a:t>외계어같은걸</a:t>
            </a:r>
            <a:r>
              <a:rPr lang="ko-KR" altLang="en-US" dirty="0"/>
              <a:t> 입력하면 밑에 </a:t>
            </a:r>
            <a:r>
              <a:rPr lang="ko-KR" altLang="en-US" dirty="0" err="1"/>
              <a:t>주루룩</a:t>
            </a:r>
            <a:r>
              <a:rPr lang="ko-KR" altLang="en-US" dirty="0"/>
              <a:t> 뜨고 </a:t>
            </a:r>
            <a:r>
              <a:rPr lang="ko-KR" altLang="en-US" dirty="0" err="1"/>
              <a:t>하는걸</a:t>
            </a:r>
            <a:r>
              <a:rPr lang="ko-KR" altLang="en-US" dirty="0"/>
              <a:t> 보신적이 </a:t>
            </a:r>
            <a:r>
              <a:rPr lang="ko-KR" altLang="en-US" dirty="0" err="1"/>
              <a:t>있으실텐데요</a:t>
            </a:r>
            <a:r>
              <a:rPr lang="en-US" altLang="ko-KR" dirty="0"/>
              <a:t>,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이런 창을 요즘은 많이들 아시는데</a:t>
            </a:r>
            <a:r>
              <a:rPr lang="en-US" altLang="ko-KR" dirty="0"/>
              <a:t>, </a:t>
            </a:r>
            <a:r>
              <a:rPr lang="ko-KR" altLang="en-US" dirty="0"/>
              <a:t>대표적인 예가 </a:t>
            </a:r>
            <a:r>
              <a:rPr lang="en-US" altLang="ko-KR" dirty="0"/>
              <a:t>(</a:t>
            </a:r>
            <a:r>
              <a:rPr lang="ko-KR" altLang="en-US" dirty="0"/>
              <a:t>클릭</a:t>
            </a:r>
            <a:r>
              <a:rPr lang="en-US" altLang="ko-KR" dirty="0"/>
              <a:t>) </a:t>
            </a:r>
            <a:r>
              <a:rPr lang="en-US" altLang="ko-KR" dirty="0" err="1"/>
              <a:t>cmd</a:t>
            </a:r>
            <a:r>
              <a:rPr lang="ko-KR" altLang="en-US" dirty="0"/>
              <a:t>죠</a:t>
            </a:r>
            <a:r>
              <a:rPr lang="en-US" altLang="ko-KR" dirty="0"/>
              <a:t>!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여기서 이 보여지는 창 자체를 </a:t>
            </a:r>
            <a:r>
              <a:rPr lang="en-US" altLang="ko-KR" dirty="0"/>
              <a:t>(</a:t>
            </a:r>
            <a:r>
              <a:rPr lang="ko-KR" altLang="en-US" dirty="0"/>
              <a:t>클릭</a:t>
            </a:r>
            <a:r>
              <a:rPr lang="en-US" altLang="ko-KR" dirty="0"/>
              <a:t>) </a:t>
            </a:r>
            <a:r>
              <a:rPr lang="ko-KR" altLang="en-US" dirty="0"/>
              <a:t>명령 프롬프트라고 하는데 다른 운영체제에서는 주로 터미널이라고 부릅니다</a:t>
            </a:r>
            <a:r>
              <a:rPr lang="en-US" altLang="ko-KR" dirty="0"/>
              <a:t>. </a:t>
            </a:r>
            <a:r>
              <a:rPr lang="en-US" altLang="ko-KR" dirty="0" err="1"/>
              <a:t>Cmd</a:t>
            </a:r>
            <a:r>
              <a:rPr lang="ko-KR" altLang="en-US" dirty="0"/>
              <a:t>는 윈도우의 </a:t>
            </a:r>
            <a:r>
              <a:rPr lang="ko-KR" altLang="en-US" dirty="0" err="1"/>
              <a:t>터미널인거죠</a:t>
            </a:r>
            <a:r>
              <a:rPr lang="en-US" altLang="ko-KR" dirty="0"/>
              <a:t>!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그리고 </a:t>
            </a:r>
            <a:r>
              <a:rPr lang="en-US" altLang="ko-KR" dirty="0"/>
              <a:t>(</a:t>
            </a:r>
            <a:r>
              <a:rPr lang="ko-KR" altLang="en-US" dirty="0"/>
              <a:t>클릭</a:t>
            </a:r>
            <a:r>
              <a:rPr lang="en-US" altLang="ko-KR" dirty="0"/>
              <a:t>) </a:t>
            </a:r>
            <a:r>
              <a:rPr lang="ko-KR" altLang="en-US" dirty="0"/>
              <a:t>여기에 사용자가 명령어들을 입력합니다</a:t>
            </a:r>
            <a:r>
              <a:rPr lang="en-US" altLang="ko-KR" dirty="0"/>
              <a:t>. </a:t>
            </a:r>
            <a:r>
              <a:rPr lang="ko-KR" altLang="en-US" dirty="0"/>
              <a:t>이렇게 명령어를 입력하는 인터페이스를 </a:t>
            </a:r>
            <a:r>
              <a:rPr lang="en-US" altLang="ko-KR" dirty="0"/>
              <a:t>(</a:t>
            </a:r>
            <a:r>
              <a:rPr lang="ko-KR" altLang="en-US" dirty="0"/>
              <a:t>클릭</a:t>
            </a:r>
            <a:r>
              <a:rPr lang="en-US" altLang="ko-KR" dirty="0"/>
              <a:t>) </a:t>
            </a:r>
            <a:r>
              <a:rPr lang="ko-KR" altLang="en-US" dirty="0"/>
              <a:t>커맨드 라인</a:t>
            </a:r>
            <a:r>
              <a:rPr lang="en-US" altLang="ko-KR" dirty="0"/>
              <a:t> </a:t>
            </a:r>
            <a:r>
              <a:rPr lang="ko-KR" altLang="en-US" dirty="0"/>
              <a:t>이라고 하는데</a:t>
            </a:r>
            <a:r>
              <a:rPr lang="en-US" altLang="ko-KR" dirty="0"/>
              <a:t>,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명령어 입력을 딱 하면</a:t>
            </a:r>
            <a:r>
              <a:rPr lang="en-US" altLang="ko-KR" dirty="0"/>
              <a:t>, </a:t>
            </a:r>
            <a:r>
              <a:rPr lang="ko-KR" altLang="en-US" dirty="0"/>
              <a:t>윈도우 커널이 해석해서 실행을 시키는 겁니다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간단하게 한번 </a:t>
            </a:r>
            <a:r>
              <a:rPr lang="ko-KR" altLang="en-US" dirty="0" err="1"/>
              <a:t>보여드릴게요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(</a:t>
            </a:r>
            <a:r>
              <a:rPr lang="ko-KR" altLang="en-US" dirty="0"/>
              <a:t>예시</a:t>
            </a:r>
            <a:r>
              <a:rPr lang="en-US" altLang="ko-KR" dirty="0"/>
              <a:t>) </a:t>
            </a:r>
            <a:r>
              <a:rPr lang="ko-KR" altLang="en-US" dirty="0"/>
              <a:t>층 </a:t>
            </a:r>
            <a:r>
              <a:rPr lang="en-US" altLang="ko-KR" dirty="0"/>
              <a:t> :  </a:t>
            </a:r>
            <a:r>
              <a:rPr lang="en-US" altLang="ko-KR" dirty="0" err="1"/>
              <a:t>dir</a:t>
            </a:r>
            <a:r>
              <a:rPr lang="en-US" altLang="ko-KR" dirty="0"/>
              <a:t> – cd – tree / PowerShell : </a:t>
            </a:r>
            <a:r>
              <a:rPr lang="en-US" altLang="ko-KR" dirty="0" err="1"/>
              <a:t>pwd</a:t>
            </a:r>
            <a:r>
              <a:rPr lang="en-US" altLang="ko-KR" dirty="0"/>
              <a:t> – ls – cd – tree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네 간단하게 커맨드 라인을 통해 명령어를 입력해보았는데요</a:t>
            </a:r>
            <a:r>
              <a:rPr lang="en-US" altLang="ko-KR" dirty="0"/>
              <a:t>!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다시 리눅스로 돌아가면</a:t>
            </a:r>
            <a:r>
              <a:rPr lang="en-US" altLang="ko-KR" dirty="0"/>
              <a:t>,</a:t>
            </a:r>
          </a:p>
        </p:txBody>
      </p:sp>
    </p:spTree>
    <p:extLst>
      <p:ext uri="{BB962C8B-B14F-4D97-AF65-F5344CB8AC3E}">
        <p14:creationId xmlns:p14="http://schemas.microsoft.com/office/powerpoint/2010/main" val="167768716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g35ed75ccf_0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4" name="Google Shape;304;g35ed75ccf_0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리눅스는  바로 터미널창에서 커맨드라인을 통해 입력된  명령어를 해석하고 실행시켜주는 커널의 종류입니다</a:t>
            </a:r>
            <a:r>
              <a:rPr lang="en-US" altLang="ko-KR" dirty="0"/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ko-KR" altLang="en-US" dirty="0"/>
              <a:t>그럼 왜 대부분의 사람들이 리눅스를 그냥 편하게 운영체제라고 칭하느냐</a:t>
            </a:r>
            <a:r>
              <a:rPr lang="en-US" altLang="ko-KR" dirty="0"/>
              <a:t>, </a:t>
            </a:r>
            <a:r>
              <a:rPr lang="ko-KR" altLang="en-US" dirty="0"/>
              <a:t>이 리눅스는 오픈소스로 만들어진 커널입니다</a:t>
            </a:r>
            <a:r>
              <a:rPr lang="en-US" altLang="ko-KR" dirty="0"/>
              <a:t>. </a:t>
            </a:r>
            <a:r>
              <a:rPr lang="ko-KR" altLang="en-US" dirty="0" err="1"/>
              <a:t>기억하실지</a:t>
            </a:r>
            <a:r>
              <a:rPr lang="ko-KR" altLang="en-US" dirty="0"/>
              <a:t> 모르겠는데</a:t>
            </a:r>
            <a:r>
              <a:rPr lang="en-US" altLang="ko-KR" dirty="0"/>
              <a:t>, </a:t>
            </a:r>
            <a:r>
              <a:rPr lang="ko-KR" altLang="en-US" dirty="0"/>
              <a:t>제가 앞서 </a:t>
            </a:r>
            <a:r>
              <a:rPr lang="en-US" altLang="ko-KR" dirty="0"/>
              <a:t>Git </a:t>
            </a:r>
            <a:r>
              <a:rPr lang="ko-KR" altLang="en-US" dirty="0"/>
              <a:t>도 </a:t>
            </a:r>
            <a:r>
              <a:rPr lang="ko-KR" altLang="en-US" dirty="0" err="1"/>
              <a:t>리누스가</a:t>
            </a:r>
            <a:r>
              <a:rPr lang="ko-KR" altLang="en-US" dirty="0"/>
              <a:t> 오픈소스로 개발한 소프트웨어라고 말씀 드렸어요</a:t>
            </a:r>
            <a:r>
              <a:rPr lang="en-US" altLang="ko-KR" dirty="0"/>
              <a:t>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오픈 </a:t>
            </a:r>
            <a:r>
              <a:rPr lang="ko-KR" altLang="en-US" dirty="0" err="1"/>
              <a:t>소스라는건</a:t>
            </a:r>
            <a:r>
              <a:rPr lang="ko-KR" altLang="en-US" dirty="0"/>
              <a:t> 아무나 무료로 볼 수 있고 수정할 수 있고</a:t>
            </a:r>
            <a:r>
              <a:rPr lang="en-US" altLang="ko-KR" dirty="0"/>
              <a:t>, </a:t>
            </a:r>
            <a:r>
              <a:rPr lang="ko-KR" altLang="en-US" dirty="0"/>
              <a:t>수정해서 원래 프로그램을 개선시키거나 그 소스를 활용해서 새로운 프로그램을 만들 수 있는 소스를 말합니다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그래서 </a:t>
            </a:r>
            <a:r>
              <a:rPr lang="en-US" altLang="ko-KR" dirty="0"/>
              <a:t>Git</a:t>
            </a:r>
            <a:r>
              <a:rPr lang="ko-KR" altLang="en-US" dirty="0"/>
              <a:t>도 </a:t>
            </a:r>
            <a:r>
              <a:rPr lang="en-US" altLang="ko-KR" dirty="0"/>
              <a:t>GitHub</a:t>
            </a:r>
            <a:r>
              <a:rPr lang="ko-KR" altLang="en-US" dirty="0"/>
              <a:t>에 들어가면 누구나 소스코드를 볼 수 있고</a:t>
            </a:r>
            <a:r>
              <a:rPr lang="en-US" altLang="ko-KR" dirty="0"/>
              <a:t>, </a:t>
            </a:r>
            <a:r>
              <a:rPr lang="ko-KR" altLang="en-US" dirty="0"/>
              <a:t>수정할 수 있고 코드를 </a:t>
            </a:r>
            <a:r>
              <a:rPr lang="ko-KR" altLang="en-US" dirty="0" err="1"/>
              <a:t>가져다가</a:t>
            </a:r>
            <a:r>
              <a:rPr lang="ko-KR" altLang="en-US" dirty="0"/>
              <a:t> 자기만의 새로운 버전 관리 시스템을 만들 수도 있습니다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리눅스도 마찬가지 </a:t>
            </a:r>
            <a:r>
              <a:rPr lang="ko-KR" altLang="en-US" dirty="0" err="1"/>
              <a:t>인거죠</a:t>
            </a:r>
            <a:r>
              <a:rPr lang="en-US" altLang="ko-KR" dirty="0"/>
              <a:t>! </a:t>
            </a:r>
            <a:r>
              <a:rPr lang="ko-KR" altLang="en-US" dirty="0"/>
              <a:t>리눅스 커널 소스만 쓰기에는 너무 불편하니까</a:t>
            </a:r>
            <a:r>
              <a:rPr lang="en-US" altLang="ko-KR" dirty="0"/>
              <a:t>, </a:t>
            </a:r>
            <a:r>
              <a:rPr lang="ko-KR" altLang="en-US" dirty="0"/>
              <a:t>누군가가 소스코드를 가지고 </a:t>
            </a:r>
            <a:r>
              <a:rPr lang="en-US" altLang="ko-KR" dirty="0"/>
              <a:t>(</a:t>
            </a:r>
            <a:r>
              <a:rPr lang="ko-KR" altLang="en-US" dirty="0"/>
              <a:t>클릭</a:t>
            </a:r>
            <a:r>
              <a:rPr lang="en-US" altLang="ko-KR" dirty="0"/>
              <a:t>)</a:t>
            </a:r>
            <a:r>
              <a:rPr lang="ko-KR" altLang="en-US" dirty="0"/>
              <a:t> 그래픽을 입히고 </a:t>
            </a:r>
            <a:r>
              <a:rPr lang="en-US" altLang="ko-KR" dirty="0"/>
              <a:t>(</a:t>
            </a:r>
            <a:r>
              <a:rPr lang="ko-KR" altLang="en-US" dirty="0"/>
              <a:t>클릭</a:t>
            </a:r>
            <a:r>
              <a:rPr lang="en-US" altLang="ko-KR" dirty="0"/>
              <a:t>) </a:t>
            </a:r>
            <a:r>
              <a:rPr lang="ko-KR" altLang="en-US" dirty="0"/>
              <a:t>유틸리티와 </a:t>
            </a:r>
            <a:r>
              <a:rPr lang="en-US" altLang="ko-KR" dirty="0"/>
              <a:t>(</a:t>
            </a:r>
            <a:r>
              <a:rPr lang="ko-KR" altLang="en-US" dirty="0"/>
              <a:t>클릭</a:t>
            </a:r>
            <a:r>
              <a:rPr lang="en-US" altLang="ko-KR" dirty="0"/>
              <a:t>) </a:t>
            </a:r>
            <a:r>
              <a:rPr lang="ko-KR" altLang="en-US" dirty="0"/>
              <a:t>라이브러리들을 추가해서</a:t>
            </a: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(</a:t>
            </a:r>
            <a:r>
              <a:rPr lang="ko-KR" altLang="en-US" dirty="0"/>
              <a:t>클릭</a:t>
            </a:r>
            <a:r>
              <a:rPr lang="en-US" altLang="ko-KR" dirty="0"/>
              <a:t>) </a:t>
            </a:r>
            <a:r>
              <a:rPr lang="ko-KR" altLang="en-US" dirty="0"/>
              <a:t>하나의 새로운 리눅스 기반의 운영체제 배포판을 </a:t>
            </a:r>
            <a:r>
              <a:rPr lang="ko-KR" altLang="en-US" dirty="0" err="1"/>
              <a:t>만든겁니다</a:t>
            </a:r>
            <a:r>
              <a:rPr lang="en-US" altLang="ko-KR" dirty="0"/>
              <a:t>. </a:t>
            </a:r>
            <a:r>
              <a:rPr lang="ko-KR" altLang="en-US" dirty="0"/>
              <a:t>결과적으로 제일 많이 알려진 리눅스 기반 운영체제가 여러분이 많이 </a:t>
            </a:r>
            <a:r>
              <a:rPr lang="ko-KR" altLang="en-US" dirty="0" err="1"/>
              <a:t>들어보셨을</a:t>
            </a:r>
            <a:r>
              <a:rPr lang="ko-KR" altLang="en-US" dirty="0"/>
              <a:t> 우분투 입니다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그리고 얼마전에 차장님이 단종됐다고 말씀하셨던 </a:t>
            </a:r>
            <a:r>
              <a:rPr lang="ko-KR" altLang="en-US" dirty="0" err="1"/>
              <a:t>쎈토스도</a:t>
            </a:r>
            <a:r>
              <a:rPr lang="ko-KR" altLang="en-US" dirty="0"/>
              <a:t> 이 리눅스 커널 기반 운영체제이죠</a:t>
            </a:r>
            <a:r>
              <a:rPr lang="en-US" altLang="ko-KR" dirty="0"/>
              <a:t>. </a:t>
            </a:r>
            <a:r>
              <a:rPr lang="ko-KR" altLang="en-US" dirty="0"/>
              <a:t>즉</a:t>
            </a:r>
            <a:r>
              <a:rPr lang="en-US" altLang="ko-KR" dirty="0"/>
              <a:t>, (</a:t>
            </a:r>
            <a:r>
              <a:rPr lang="ko-KR" altLang="en-US" dirty="0"/>
              <a:t>클릭</a:t>
            </a:r>
            <a:r>
              <a:rPr lang="en-US" altLang="ko-KR" dirty="0"/>
              <a:t>) </a:t>
            </a:r>
            <a:r>
              <a:rPr lang="ko-KR" altLang="en-US" dirty="0"/>
              <a:t>윈도우</a:t>
            </a:r>
            <a:r>
              <a:rPr lang="en-US" altLang="ko-KR" dirty="0"/>
              <a:t>, </a:t>
            </a:r>
            <a:r>
              <a:rPr lang="ko-KR" altLang="en-US" dirty="0"/>
              <a:t>우분투가 운영체제이고</a:t>
            </a:r>
            <a:r>
              <a:rPr lang="en-US" altLang="ko-KR" dirty="0"/>
              <a:t>. (</a:t>
            </a:r>
            <a:r>
              <a:rPr lang="ko-KR" altLang="en-US" dirty="0"/>
              <a:t>클릭</a:t>
            </a:r>
            <a:r>
              <a:rPr lang="en-US" altLang="ko-KR" dirty="0"/>
              <a:t>) </a:t>
            </a:r>
            <a:r>
              <a:rPr lang="ko-KR" altLang="en-US" dirty="0"/>
              <a:t>리눅스는 커널이다는 말씀을 드리고요</a:t>
            </a:r>
            <a:r>
              <a:rPr lang="en-US" altLang="ko-KR" dirty="0"/>
              <a:t>!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얘기가 잠시 </a:t>
            </a:r>
            <a:r>
              <a:rPr lang="ko-KR" altLang="en-US" dirty="0" err="1"/>
              <a:t>다른데로</a:t>
            </a:r>
            <a:r>
              <a:rPr lang="ko-KR" altLang="en-US" dirty="0"/>
              <a:t> 샜는데</a:t>
            </a:r>
            <a:r>
              <a:rPr lang="en-US" altLang="ko-KR" dirty="0"/>
              <a:t>, </a:t>
            </a:r>
            <a:r>
              <a:rPr lang="ko-KR" altLang="en-US" dirty="0"/>
              <a:t>리눅스를 말씀드린 이유가 뒤에 잠깐 나오기 때문에 한 번 짚어봤습니다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Git </a:t>
            </a:r>
            <a:r>
              <a:rPr lang="ko-KR" altLang="en-US" dirty="0"/>
              <a:t>설명</a:t>
            </a:r>
            <a:r>
              <a:rPr lang="en-US" altLang="ko-KR" dirty="0"/>
              <a:t> </a:t>
            </a:r>
            <a:r>
              <a:rPr lang="ko-KR" altLang="en-US" dirty="0"/>
              <a:t>이어가겠습니다</a:t>
            </a:r>
            <a:r>
              <a:rPr lang="en-US" altLang="ko-KR" dirty="0"/>
              <a:t>. (</a:t>
            </a:r>
            <a:r>
              <a:rPr lang="ko-KR" altLang="en-US" dirty="0"/>
              <a:t>클릭</a:t>
            </a:r>
            <a:r>
              <a:rPr lang="en-US" altLang="ko-KR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85988619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35f391192_0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g35f391192_0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Git </a:t>
            </a:r>
            <a:r>
              <a:rPr lang="ko-KR" altLang="en-US" dirty="0"/>
              <a:t>은 </a:t>
            </a:r>
            <a:r>
              <a:rPr lang="en-US" altLang="ko-KR" dirty="0"/>
              <a:t>VCS </a:t>
            </a:r>
            <a:r>
              <a:rPr lang="ko-KR" altLang="en-US" dirty="0"/>
              <a:t>즉</a:t>
            </a:r>
            <a:r>
              <a:rPr lang="en-US" altLang="ko-KR" dirty="0"/>
              <a:t>, </a:t>
            </a:r>
            <a:r>
              <a:rPr lang="ko-KR" altLang="en-US" dirty="0"/>
              <a:t>버전 관리 시스템</a:t>
            </a:r>
            <a:r>
              <a:rPr lang="en-US" altLang="ko-KR" dirty="0"/>
              <a:t>,</a:t>
            </a:r>
            <a:r>
              <a:rPr lang="ko-KR" altLang="en-US" dirty="0"/>
              <a:t> 더 정확하게는 분산 버전 관리 시스템 중에 하나입니다</a:t>
            </a:r>
            <a:r>
              <a:rPr lang="en-US" altLang="ko-KR" dirty="0"/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ko-KR" altLang="en-US" dirty="0"/>
              <a:t>하나의 몸뚱이를 여러가지 버전으로 분산해서 관리하겠다는 말입니다</a:t>
            </a:r>
            <a:r>
              <a:rPr lang="en-US" altLang="ko-KR" dirty="0"/>
              <a:t>. Git </a:t>
            </a:r>
            <a:r>
              <a:rPr lang="ko-KR" altLang="en-US" dirty="0"/>
              <a:t>의 기능은 크게 세가지로 분류됩니다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첫번째</a:t>
            </a:r>
            <a:r>
              <a:rPr lang="en-US" altLang="ko-KR" dirty="0"/>
              <a:t>, (</a:t>
            </a:r>
            <a:r>
              <a:rPr lang="ko-KR" altLang="en-US" dirty="0"/>
              <a:t>클릭</a:t>
            </a:r>
            <a:r>
              <a:rPr lang="en-US" altLang="ko-KR" dirty="0"/>
              <a:t>) </a:t>
            </a:r>
            <a:r>
              <a:rPr lang="ko-KR" altLang="en-US" dirty="0"/>
              <a:t>버전을 관리할 수 있게 해줍니다</a:t>
            </a:r>
            <a:r>
              <a:rPr lang="en-US" altLang="ko-KR" dirty="0"/>
              <a:t>.</a:t>
            </a:r>
            <a:r>
              <a:rPr lang="ko-KR" altLang="en-US" dirty="0"/>
              <a:t> </a:t>
            </a: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두번째</a:t>
            </a:r>
            <a:r>
              <a:rPr lang="en-US" altLang="ko-KR" dirty="0"/>
              <a:t>, (</a:t>
            </a:r>
            <a:r>
              <a:rPr lang="ko-KR" altLang="en-US" dirty="0"/>
              <a:t>클릭</a:t>
            </a:r>
            <a:r>
              <a:rPr lang="en-US" altLang="ko-KR" dirty="0"/>
              <a:t>) </a:t>
            </a:r>
            <a:r>
              <a:rPr lang="ko-KR" altLang="en-US" dirty="0"/>
              <a:t>백업을 할 수 있게 해주고</a:t>
            </a: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그리고 세번째가 </a:t>
            </a:r>
            <a:r>
              <a:rPr lang="en-US" altLang="ko-KR" dirty="0"/>
              <a:t>(</a:t>
            </a:r>
            <a:r>
              <a:rPr lang="ko-KR" altLang="en-US" dirty="0"/>
              <a:t>클릭</a:t>
            </a:r>
            <a:r>
              <a:rPr lang="en-US" altLang="ko-KR" dirty="0"/>
              <a:t>) </a:t>
            </a:r>
            <a:r>
              <a:rPr lang="ko-KR" altLang="en-US" dirty="0"/>
              <a:t>협업을 할 수 있도록 해줍니다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그런데 이 세가지가 사실 너무 자연스럽게 연결이 되어있습니다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버전관리를 </a:t>
            </a:r>
            <a:r>
              <a:rPr lang="ko-KR" altLang="en-US" dirty="0" err="1"/>
              <a:t>해준다는건</a:t>
            </a:r>
            <a:r>
              <a:rPr lang="ko-KR" altLang="en-US" dirty="0"/>
              <a:t> 버전이 여러가지라는 말인데</a:t>
            </a:r>
            <a:r>
              <a:rPr lang="en-US" altLang="ko-KR" dirty="0"/>
              <a:t>, </a:t>
            </a:r>
            <a:r>
              <a:rPr lang="ko-KR" altLang="en-US" dirty="0"/>
              <a:t>그 각 버전들을 당연히 백업을 </a:t>
            </a:r>
            <a:r>
              <a:rPr lang="ko-KR" altLang="en-US" dirty="0" err="1"/>
              <a:t>해둬야</a:t>
            </a:r>
            <a:r>
              <a:rPr lang="ko-KR" altLang="en-US" dirty="0"/>
              <a:t> 관리를 할 수 있겠죠</a:t>
            </a:r>
            <a:r>
              <a:rPr lang="en-US" altLang="ko-KR" dirty="0"/>
              <a:t>!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그리고 백업을 </a:t>
            </a:r>
            <a:r>
              <a:rPr lang="ko-KR" altLang="en-US" dirty="0" err="1"/>
              <a:t>해뒀으니</a:t>
            </a:r>
            <a:r>
              <a:rPr lang="en-US" altLang="ko-KR" dirty="0"/>
              <a:t>, </a:t>
            </a:r>
            <a:r>
              <a:rPr lang="ko-KR" altLang="en-US" dirty="0"/>
              <a:t>너도 나도 내려 받을 수 있고</a:t>
            </a:r>
            <a:r>
              <a:rPr lang="en-US" altLang="ko-KR" dirty="0"/>
              <a:t>,</a:t>
            </a:r>
            <a:r>
              <a:rPr lang="ko-KR" altLang="en-US" dirty="0"/>
              <a:t> </a:t>
            </a:r>
            <a:r>
              <a:rPr lang="ko-KR" altLang="en-US" dirty="0" err="1"/>
              <a:t>내려받은걸로</a:t>
            </a:r>
            <a:r>
              <a:rPr lang="ko-KR" altLang="en-US" dirty="0"/>
              <a:t> 이것 저것 빼고 덧붙이고 할 수 있겠죠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Git </a:t>
            </a:r>
            <a:r>
              <a:rPr lang="ko-KR" altLang="en-US" dirty="0"/>
              <a:t>은</a:t>
            </a:r>
            <a:r>
              <a:rPr lang="en-US" altLang="ko-KR" dirty="0"/>
              <a:t>,</a:t>
            </a:r>
            <a:r>
              <a:rPr lang="ko-KR" altLang="en-US" dirty="0"/>
              <a:t> 바로 이것들을 동시에 할 수 있도록 해주는 소프트웨어 입니다</a:t>
            </a:r>
            <a:r>
              <a:rPr lang="en-US" altLang="ko-KR" dirty="0"/>
              <a:t>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5f391192_0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5f391192_0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네</a:t>
            </a:r>
            <a:r>
              <a:rPr lang="en-US" altLang="ko-KR" dirty="0"/>
              <a:t>, </a:t>
            </a:r>
            <a:r>
              <a:rPr lang="ko-KR" altLang="en-US" dirty="0"/>
              <a:t>그럼 </a:t>
            </a:r>
            <a:r>
              <a:rPr lang="en-US" altLang="ko-KR" dirty="0"/>
              <a:t>Git</a:t>
            </a:r>
            <a:r>
              <a:rPr lang="ko-KR" altLang="en-US" dirty="0"/>
              <a:t>을 왜 쓰는지</a:t>
            </a:r>
            <a:r>
              <a:rPr lang="en-US" altLang="ko-KR" dirty="0"/>
              <a:t>, </a:t>
            </a:r>
            <a:r>
              <a:rPr lang="ko-KR" altLang="en-US" dirty="0"/>
              <a:t>그 장점에 대해서</a:t>
            </a:r>
            <a:r>
              <a:rPr lang="en-US" altLang="ko-KR" dirty="0"/>
              <a:t> </a:t>
            </a:r>
            <a:r>
              <a:rPr lang="ko-KR" altLang="en-US" dirty="0"/>
              <a:t>더 살펴보겠습니다</a:t>
            </a:r>
            <a:r>
              <a:rPr lang="en-US" altLang="ko-KR" dirty="0"/>
              <a:t>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8258433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g35ed75ccf_0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4" name="Google Shape;374;g35ed75ccf_09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우선 개발자 시점에서 여러가지 상황을 좀 살펴보겠습니다</a:t>
            </a:r>
            <a:r>
              <a:rPr lang="en-US" altLang="ko-KR" dirty="0"/>
              <a:t>. </a:t>
            </a:r>
            <a:r>
              <a:rPr lang="ko-KR" altLang="en-US" dirty="0"/>
              <a:t>버전관리 시스템이 </a:t>
            </a:r>
            <a:r>
              <a:rPr lang="ko-KR" altLang="en-US" dirty="0" err="1"/>
              <a:t>없다라는</a:t>
            </a:r>
            <a:r>
              <a:rPr lang="ko-KR" altLang="en-US" dirty="0"/>
              <a:t> 가정하에 </a:t>
            </a:r>
            <a:r>
              <a:rPr lang="en-US" altLang="ko-KR" dirty="0"/>
              <a:t>(</a:t>
            </a:r>
            <a:r>
              <a:rPr lang="ko-KR" altLang="en-US" dirty="0"/>
              <a:t>클릭</a:t>
            </a:r>
            <a:r>
              <a:rPr lang="en-US" altLang="ko-KR" dirty="0"/>
              <a:t>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개발자들이 프로그램을 하나 만들었는데</a:t>
            </a:r>
            <a:r>
              <a:rPr lang="en-US" altLang="ko-KR" dirty="0"/>
              <a:t>, </a:t>
            </a:r>
            <a:r>
              <a:rPr lang="ko-KR" altLang="en-US" dirty="0"/>
              <a:t>치명적인 문제가 생기게 되면 멀쩡했던 시점으로 </a:t>
            </a:r>
            <a:r>
              <a:rPr lang="ko-KR" altLang="en-US" dirty="0" err="1"/>
              <a:t>돌아가야되는데</a:t>
            </a:r>
            <a:r>
              <a:rPr lang="ko-KR" altLang="en-US" dirty="0"/>
              <a:t> 이전 버전 파일들이 없다면 어떻게 될까요</a:t>
            </a:r>
            <a:r>
              <a:rPr lang="en-US" altLang="ko-KR" dirty="0"/>
              <a:t>?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또</a:t>
            </a:r>
            <a:r>
              <a:rPr lang="en-US" altLang="ko-KR" dirty="0"/>
              <a:t>, (</a:t>
            </a:r>
            <a:r>
              <a:rPr lang="ko-KR" altLang="en-US" dirty="0"/>
              <a:t>클릭</a:t>
            </a:r>
            <a:r>
              <a:rPr lang="en-US" altLang="ko-KR" dirty="0"/>
              <a:t>) </a:t>
            </a:r>
            <a:r>
              <a:rPr lang="ko-KR" altLang="en-US" dirty="0"/>
              <a:t>문제를 수정하려고 하는데 똑같은 코드 부분을 </a:t>
            </a:r>
            <a:r>
              <a:rPr lang="ko-KR" altLang="en-US" dirty="0" err="1"/>
              <a:t>여러명이</a:t>
            </a:r>
            <a:r>
              <a:rPr lang="ko-KR" altLang="en-US" dirty="0"/>
              <a:t> 동시에 수정해서 소스코드가 뒤죽박죽이 되고 더 엉망이 됐다면 어떨까요</a:t>
            </a:r>
            <a:r>
              <a:rPr lang="en-US" altLang="ko-KR" dirty="0"/>
              <a:t>?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그리고 </a:t>
            </a:r>
            <a:r>
              <a:rPr lang="en-US" altLang="ko-KR" dirty="0"/>
              <a:t>(</a:t>
            </a:r>
            <a:r>
              <a:rPr lang="ko-KR" altLang="en-US" dirty="0"/>
              <a:t>클릭</a:t>
            </a:r>
            <a:r>
              <a:rPr lang="en-US" altLang="ko-KR" dirty="0"/>
              <a:t>) </a:t>
            </a:r>
            <a:r>
              <a:rPr lang="ko-KR" altLang="en-US" dirty="0"/>
              <a:t>누가 </a:t>
            </a:r>
            <a:r>
              <a:rPr lang="ko-KR" altLang="en-US" dirty="0" err="1"/>
              <a:t>어떤걸</a:t>
            </a:r>
            <a:r>
              <a:rPr lang="ko-KR" altLang="en-US" dirty="0"/>
              <a:t> 변경했는지 출처가 불분명하거나</a:t>
            </a:r>
            <a:r>
              <a:rPr lang="en-US" altLang="ko-KR" dirty="0"/>
              <a:t>, (</a:t>
            </a:r>
            <a:r>
              <a:rPr lang="ko-KR" altLang="en-US" dirty="0"/>
              <a:t>클릭</a:t>
            </a:r>
            <a:r>
              <a:rPr lang="en-US" altLang="ko-KR" dirty="0"/>
              <a:t>) </a:t>
            </a:r>
            <a:r>
              <a:rPr lang="ko-KR" altLang="en-US" dirty="0"/>
              <a:t>만약 </a:t>
            </a:r>
            <a:r>
              <a:rPr lang="ko-KR" altLang="en-US" dirty="0" err="1"/>
              <a:t>여러명이</a:t>
            </a:r>
            <a:r>
              <a:rPr lang="ko-KR" altLang="en-US" dirty="0"/>
              <a:t> 문제없이 각자 잘 만들어서 소스 코드들을 합치려고 하는데</a:t>
            </a: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추가 된 코드만 </a:t>
            </a:r>
            <a:r>
              <a:rPr lang="en-US" altLang="ko-KR" dirty="0"/>
              <a:t>1</a:t>
            </a:r>
            <a:r>
              <a:rPr lang="ko-KR" altLang="en-US" dirty="0" err="1"/>
              <a:t>만줄이</a:t>
            </a:r>
            <a:r>
              <a:rPr lang="ko-KR" altLang="en-US" dirty="0"/>
              <a:t> 넘어서</a:t>
            </a:r>
            <a:r>
              <a:rPr lang="en-US" altLang="ko-KR" dirty="0"/>
              <a:t> </a:t>
            </a:r>
            <a:r>
              <a:rPr lang="ko-KR" altLang="en-US" dirty="0"/>
              <a:t>개발자들이 그 </a:t>
            </a:r>
            <a:r>
              <a:rPr lang="en-US" altLang="ko-KR" dirty="0"/>
              <a:t>1</a:t>
            </a:r>
            <a:r>
              <a:rPr lang="ko-KR" altLang="en-US" dirty="0" err="1"/>
              <a:t>만줄</a:t>
            </a:r>
            <a:r>
              <a:rPr lang="ko-KR" altLang="en-US" dirty="0"/>
              <a:t> </a:t>
            </a:r>
            <a:r>
              <a:rPr lang="ko-KR" altLang="en-US" dirty="0" err="1"/>
              <a:t>넘는걸</a:t>
            </a:r>
            <a:r>
              <a:rPr lang="ko-KR" altLang="en-US" dirty="0"/>
              <a:t> 일일이 다 타이핑해야 한다면 개발자들 어떻게 될까요</a:t>
            </a:r>
            <a:r>
              <a:rPr lang="en-US" altLang="ko-KR" dirty="0"/>
              <a:t>?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(</a:t>
            </a:r>
            <a:r>
              <a:rPr lang="ko-KR" altLang="en-US" dirty="0"/>
              <a:t>클릭</a:t>
            </a:r>
            <a:r>
              <a:rPr lang="en-US" altLang="ko-KR" dirty="0"/>
              <a:t>) </a:t>
            </a:r>
            <a:r>
              <a:rPr lang="ko-KR" altLang="en-US" dirty="0"/>
              <a:t>네 </a:t>
            </a:r>
            <a:r>
              <a:rPr lang="ko-KR" altLang="en-US" dirty="0" err="1"/>
              <a:t>멘붕이겠죠</a:t>
            </a:r>
            <a:r>
              <a:rPr lang="en-US" altLang="ko-KR" dirty="0"/>
              <a:t>…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물론</a:t>
            </a:r>
            <a:r>
              <a:rPr lang="en-US" altLang="ko-KR" dirty="0"/>
              <a:t>, Git </a:t>
            </a:r>
            <a:r>
              <a:rPr lang="ko-KR" altLang="en-US" dirty="0"/>
              <a:t>같은 버전 관리 시스템이 없었던 시절엔 전부 수작업으로 했겠죠</a:t>
            </a:r>
            <a:r>
              <a:rPr lang="en-US" altLang="ko-KR" dirty="0"/>
              <a:t>!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그런데 </a:t>
            </a:r>
            <a:r>
              <a:rPr lang="en-US" altLang="ko-KR" dirty="0"/>
              <a:t>Git </a:t>
            </a:r>
            <a:r>
              <a:rPr lang="ko-KR" altLang="en-US" dirty="0"/>
              <a:t>이 있으니까 에러가 발생해도</a:t>
            </a:r>
            <a:r>
              <a:rPr lang="en-US" altLang="ko-KR" dirty="0"/>
              <a:t>, </a:t>
            </a:r>
            <a:r>
              <a:rPr lang="ko-KR" altLang="en-US" dirty="0" err="1"/>
              <a:t>여러명이</a:t>
            </a:r>
            <a:r>
              <a:rPr lang="ko-KR" altLang="en-US" dirty="0"/>
              <a:t> 동시에 수정해도</a:t>
            </a:r>
            <a:r>
              <a:rPr lang="en-US" altLang="ko-KR" dirty="0"/>
              <a:t>, </a:t>
            </a:r>
            <a:r>
              <a:rPr lang="ko-KR" altLang="en-US" dirty="0"/>
              <a:t>누가 짰는지 몰라도</a:t>
            </a:r>
            <a:r>
              <a:rPr lang="en-US" altLang="ko-KR" dirty="0"/>
              <a:t>, </a:t>
            </a:r>
            <a:r>
              <a:rPr lang="ko-KR" altLang="en-US" dirty="0"/>
              <a:t>그리고 몇만 줄 코드가 추가돼도 </a:t>
            </a: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모든 변경 내용이 기록되어서 각 변경사항을 추적하고 이전 버전으로 되돌릴 수 있게 된 겁니다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39879287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g35ed75ccf_0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4" name="Google Shape;374;g35ed75ccf_09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저희가 </a:t>
            </a:r>
            <a:r>
              <a:rPr lang="en-US" altLang="ko-KR" dirty="0"/>
              <a:t>Git </a:t>
            </a:r>
            <a:r>
              <a:rPr lang="ko-KR" altLang="en-US" dirty="0"/>
              <a:t>을 사용해서 버전관리를 한다면 </a:t>
            </a:r>
            <a:r>
              <a:rPr lang="ko-KR" altLang="en-US" dirty="0" err="1"/>
              <a:t>이런식으로</a:t>
            </a:r>
            <a:r>
              <a:rPr lang="ko-KR" altLang="en-US" dirty="0"/>
              <a:t> 쓸 수 있습니다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지금 보시는 폴더에 있는 파일들은 제가 이 세미나 자료를 준비하기 위해 생성된 폴더입니다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아주 지저분하죠</a:t>
            </a:r>
            <a:r>
              <a:rPr lang="en-US" altLang="ko-KR" dirty="0"/>
              <a:t>!? </a:t>
            </a:r>
            <a:r>
              <a:rPr lang="ko-KR" altLang="en-US" dirty="0"/>
              <a:t>네 물론</a:t>
            </a:r>
            <a:r>
              <a:rPr lang="en-US" altLang="ko-KR" dirty="0"/>
              <a:t>, </a:t>
            </a:r>
            <a:r>
              <a:rPr lang="ko-KR" altLang="en-US" dirty="0"/>
              <a:t>실제로 저렇게 </a:t>
            </a:r>
            <a:r>
              <a:rPr lang="ko-KR" altLang="en-US" dirty="0" err="1"/>
              <a:t>작업한건</a:t>
            </a:r>
            <a:r>
              <a:rPr lang="ko-KR" altLang="en-US" dirty="0"/>
              <a:t> 아니고</a:t>
            </a:r>
            <a:r>
              <a:rPr lang="en-US" altLang="ko-KR" dirty="0"/>
              <a:t>, </a:t>
            </a:r>
            <a:r>
              <a:rPr lang="ko-KR" altLang="en-US" dirty="0" err="1"/>
              <a:t>보여드리기위해</a:t>
            </a:r>
            <a:r>
              <a:rPr lang="ko-KR" altLang="en-US" dirty="0"/>
              <a:t> </a:t>
            </a:r>
            <a:r>
              <a:rPr lang="ko-KR" altLang="en-US" dirty="0" err="1"/>
              <a:t>복붙해서</a:t>
            </a:r>
            <a:r>
              <a:rPr lang="ko-KR" altLang="en-US" dirty="0"/>
              <a:t> 이름만 </a:t>
            </a:r>
            <a:r>
              <a:rPr lang="ko-KR" altLang="en-US" dirty="0" err="1"/>
              <a:t>변경한거긴</a:t>
            </a:r>
            <a:r>
              <a:rPr lang="ko-KR" altLang="en-US" dirty="0"/>
              <a:t> 하지만</a:t>
            </a:r>
            <a:r>
              <a:rPr lang="en-US" altLang="ko-KR" dirty="0"/>
              <a:t>,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실제 저렇게 작업을 한 경험이 많습니다</a:t>
            </a:r>
            <a:r>
              <a:rPr lang="en-US" altLang="ko-KR" dirty="0"/>
              <a:t>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사실</a:t>
            </a:r>
            <a:r>
              <a:rPr lang="en-US" altLang="ko-KR" dirty="0"/>
              <a:t>, </a:t>
            </a:r>
            <a:r>
              <a:rPr lang="ko-KR" altLang="en-US" dirty="0"/>
              <a:t>이런 단순한 파일들은 이렇게 저장하고 관리해도 크게 문제될 건 없습니다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오히려 이게 편하죠</a:t>
            </a:r>
            <a:r>
              <a:rPr lang="en-US" altLang="ko-KR" dirty="0"/>
              <a:t>!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개발자 외에 비전문가들에게 </a:t>
            </a:r>
            <a:r>
              <a:rPr lang="en-US" altLang="ko-KR" dirty="0"/>
              <a:t>Git</a:t>
            </a:r>
            <a:r>
              <a:rPr lang="ko-KR" altLang="en-US" dirty="0"/>
              <a:t>은 배우기 어렵고 복잡한 도구입니다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하지만 </a:t>
            </a:r>
            <a:r>
              <a:rPr lang="en-US" altLang="ko-KR" dirty="0"/>
              <a:t>Git</a:t>
            </a:r>
            <a:r>
              <a:rPr lang="ko-KR" altLang="en-US" dirty="0"/>
              <a:t>을 사용하면</a:t>
            </a:r>
            <a:r>
              <a:rPr lang="en-US" altLang="ko-KR" dirty="0"/>
              <a:t>, (</a:t>
            </a:r>
            <a:r>
              <a:rPr lang="ko-KR" altLang="en-US" dirty="0"/>
              <a:t>클릭</a:t>
            </a:r>
            <a:r>
              <a:rPr lang="en-US" altLang="ko-KR" dirty="0"/>
              <a:t>) </a:t>
            </a:r>
            <a:r>
              <a:rPr lang="ko-KR" altLang="en-US" dirty="0"/>
              <a:t>이렇게 깔끔한 형태로 폴더를 관리할 수 있고</a:t>
            </a:r>
            <a:r>
              <a:rPr lang="en-US" altLang="ko-KR" dirty="0"/>
              <a:t>, </a:t>
            </a:r>
            <a:r>
              <a:rPr lang="ko-KR" altLang="en-US" dirty="0"/>
              <a:t>컴퓨터 메모리 소모도 훨씬 덜하게 되는 장점도 있습니다</a:t>
            </a:r>
            <a:r>
              <a:rPr lang="en-US" altLang="ko-K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33836057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g35ed75ccf_0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4" name="Google Shape;374;g35ed75ccf_09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Git </a:t>
            </a:r>
            <a:r>
              <a:rPr lang="ko-KR" altLang="en-US" dirty="0"/>
              <a:t>을 사용하면 또 </a:t>
            </a:r>
            <a:r>
              <a:rPr lang="ko-KR" altLang="en-US" dirty="0" err="1"/>
              <a:t>좋은점</a:t>
            </a:r>
            <a:r>
              <a:rPr lang="en-US" altLang="ko-KR" dirty="0"/>
              <a:t>, </a:t>
            </a:r>
            <a:r>
              <a:rPr lang="ko-KR" altLang="en-US" dirty="0"/>
              <a:t>백업과 협업이 가능하다는 것 입니다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개발중인 또는 완료된 소스코드를 백업하기 위해서는 </a:t>
            </a:r>
            <a:r>
              <a:rPr lang="en-US" altLang="ko-KR" dirty="0"/>
              <a:t>(</a:t>
            </a:r>
            <a:r>
              <a:rPr lang="ko-KR" altLang="en-US" dirty="0"/>
              <a:t>클릭</a:t>
            </a:r>
            <a:r>
              <a:rPr lang="en-US" altLang="ko-KR" dirty="0"/>
              <a:t>) </a:t>
            </a:r>
            <a:r>
              <a:rPr lang="ko-KR" altLang="en-US" dirty="0" err="1"/>
              <a:t>리파지토리</a:t>
            </a:r>
            <a:r>
              <a:rPr lang="en-US" altLang="ko-KR" dirty="0"/>
              <a:t>, </a:t>
            </a:r>
            <a:r>
              <a:rPr lang="ko-KR" altLang="en-US" dirty="0"/>
              <a:t>즉 저장소라는 것이 필요합니다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저장소는 로컬 저장소와 원격 저장소로 나뉘는데요</a:t>
            </a:r>
            <a:r>
              <a:rPr lang="en-US" altLang="ko-KR" dirty="0"/>
              <a:t>!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로컬저장소는 사용자 개인 컴퓨터의 물리적인 저장장치에 데이터를 </a:t>
            </a:r>
            <a:r>
              <a:rPr lang="ko-KR" altLang="en-US" dirty="0" err="1"/>
              <a:t>저장하는것을</a:t>
            </a:r>
            <a:r>
              <a:rPr lang="ko-KR" altLang="en-US" dirty="0"/>
              <a:t> 말하고</a:t>
            </a:r>
            <a:r>
              <a:rPr lang="en-US" altLang="ko-KR" dirty="0"/>
              <a:t>, </a:t>
            </a:r>
            <a:r>
              <a:rPr lang="ko-KR" altLang="en-US" dirty="0"/>
              <a:t>원격저장소는 인터넷 네트워크를 통해 접근하는 저장소를 말합니다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로컬 저장소의 예로는 하드디스크나 </a:t>
            </a:r>
            <a:r>
              <a:rPr lang="en-US" altLang="ko-KR" dirty="0" err="1"/>
              <a:t>ssd</a:t>
            </a:r>
            <a:r>
              <a:rPr lang="en-US" altLang="ko-KR" dirty="0"/>
              <a:t> </a:t>
            </a:r>
            <a:r>
              <a:rPr lang="ko-KR" altLang="en-US" dirty="0"/>
              <a:t>또는 외장하드가 있고</a:t>
            </a:r>
            <a:r>
              <a:rPr lang="en-US" altLang="ko-KR" dirty="0"/>
              <a:t>, </a:t>
            </a:r>
            <a:r>
              <a:rPr lang="ko-KR" altLang="en-US" dirty="0"/>
              <a:t>원격저장소는 많이 알려진 것 중에 </a:t>
            </a:r>
            <a:r>
              <a:rPr lang="ko-KR" altLang="en-US" dirty="0" err="1"/>
              <a:t>드롭박스가</a:t>
            </a:r>
            <a:r>
              <a:rPr lang="ko-KR" altLang="en-US" dirty="0"/>
              <a:t> 있죠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Git </a:t>
            </a:r>
            <a:r>
              <a:rPr lang="ko-KR" altLang="en-US" dirty="0"/>
              <a:t>을 기반으로 하는 원격 저장소 서비스가 바로</a:t>
            </a:r>
            <a:r>
              <a:rPr lang="en-US" altLang="ko-KR" dirty="0"/>
              <a:t>, (</a:t>
            </a:r>
            <a:r>
              <a:rPr lang="ko-KR" altLang="en-US" dirty="0"/>
              <a:t>클릭</a:t>
            </a:r>
            <a:r>
              <a:rPr lang="en-US" altLang="ko-KR" dirty="0"/>
              <a:t>) GitHub, GitLab, Bitbucket </a:t>
            </a:r>
            <a:r>
              <a:rPr lang="ko-KR" altLang="en-US" dirty="0"/>
              <a:t>등이 있죠</a:t>
            </a:r>
            <a:r>
              <a:rPr lang="en-US" altLang="ko-KR" dirty="0"/>
              <a:t>. </a:t>
            </a:r>
            <a:r>
              <a:rPr lang="ko-KR" altLang="en-US" dirty="0"/>
              <a:t>이 외에도 </a:t>
            </a:r>
            <a:r>
              <a:rPr lang="ko-KR" altLang="en-US" dirty="0" err="1"/>
              <a:t>굉장이</a:t>
            </a:r>
            <a:r>
              <a:rPr lang="ko-KR" altLang="en-US" dirty="0"/>
              <a:t> 많습니다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아까 </a:t>
            </a:r>
            <a:r>
              <a:rPr lang="ko-KR" altLang="en-US" dirty="0" err="1"/>
              <a:t>말씀드렷듯이</a:t>
            </a:r>
            <a:r>
              <a:rPr lang="ko-KR" altLang="en-US" dirty="0"/>
              <a:t> </a:t>
            </a:r>
            <a:r>
              <a:rPr lang="en-US" altLang="ko-KR" dirty="0"/>
              <a:t>Git</a:t>
            </a:r>
            <a:r>
              <a:rPr lang="ko-KR" altLang="en-US" dirty="0"/>
              <a:t>도 </a:t>
            </a:r>
            <a:r>
              <a:rPr lang="ko-KR" altLang="en-US" dirty="0" err="1"/>
              <a:t>오픈소스기</a:t>
            </a:r>
            <a:r>
              <a:rPr lang="ko-KR" altLang="en-US" dirty="0"/>
              <a:t> 때문에 대형 회사에서는 </a:t>
            </a:r>
            <a:r>
              <a:rPr lang="en-US" altLang="ko-KR" dirty="0"/>
              <a:t>Git </a:t>
            </a:r>
            <a:r>
              <a:rPr lang="ko-KR" altLang="en-US" dirty="0"/>
              <a:t>소스만을 가지고 자기들 회사의 성격에 맞는 새로운 프로그램을 만들어 운영하기도 합니다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이 </a:t>
            </a:r>
            <a:r>
              <a:rPr lang="en-US" altLang="ko-KR" dirty="0"/>
              <a:t>Git </a:t>
            </a:r>
            <a:r>
              <a:rPr lang="ko-KR" altLang="en-US" dirty="0"/>
              <a:t>이 아무래도 초기에 배우기 어렵고 복잡하기 때문에 </a:t>
            </a:r>
            <a:r>
              <a:rPr lang="en-US" altLang="ko-KR" dirty="0"/>
              <a:t>Git </a:t>
            </a:r>
            <a:r>
              <a:rPr lang="ko-KR" altLang="en-US" dirty="0"/>
              <a:t>에 </a:t>
            </a:r>
            <a:r>
              <a:rPr lang="en-US" altLang="ko-KR" dirty="0"/>
              <a:t>GUI </a:t>
            </a:r>
            <a:r>
              <a:rPr lang="ko-KR" altLang="en-US" dirty="0"/>
              <a:t>그래픽을 입혀서 이용하기 쉽게 만든 </a:t>
            </a:r>
            <a:r>
              <a:rPr lang="ko-KR" altLang="en-US" dirty="0" err="1"/>
              <a:t>서비스인거죠</a:t>
            </a:r>
            <a:r>
              <a:rPr lang="en-US" altLang="ko-K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2124013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g35ed75ccf_0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4" name="Google Shape;374;g35ed75ccf_09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컴퓨터에 폴더를 여러 개 생성할 수 있는 것 </a:t>
            </a:r>
            <a:r>
              <a:rPr lang="ko-KR" altLang="en-US" dirty="0" err="1"/>
              <a:t>처럼</a:t>
            </a:r>
            <a:r>
              <a:rPr lang="en-US" altLang="ko-KR" dirty="0"/>
              <a:t>,  </a:t>
            </a:r>
            <a:r>
              <a:rPr lang="ko-KR" altLang="en-US" dirty="0"/>
              <a:t>이 원격저장소에도 각각 </a:t>
            </a:r>
            <a:r>
              <a:rPr lang="ko-KR" altLang="en-US" dirty="0" err="1"/>
              <a:t>리파지토리를</a:t>
            </a:r>
            <a:r>
              <a:rPr lang="ko-KR" altLang="en-US" dirty="0"/>
              <a:t> 여러 개 생성할 수 있습니다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제가 예시로 </a:t>
            </a:r>
            <a:r>
              <a:rPr lang="ko-KR" altLang="en-US" dirty="0" err="1"/>
              <a:t>깃헙에</a:t>
            </a:r>
            <a:r>
              <a:rPr lang="ko-KR" altLang="en-US" dirty="0"/>
              <a:t> </a:t>
            </a:r>
            <a:r>
              <a:rPr lang="ko-KR" altLang="en-US" dirty="0" err="1"/>
              <a:t>캠퍼스세븐이라는</a:t>
            </a:r>
            <a:r>
              <a:rPr lang="ko-KR" altLang="en-US" dirty="0"/>
              <a:t> </a:t>
            </a:r>
            <a:r>
              <a:rPr lang="ko-KR" altLang="en-US" dirty="0" err="1"/>
              <a:t>리파지토리를</a:t>
            </a:r>
            <a:r>
              <a:rPr lang="ko-KR" altLang="en-US" dirty="0"/>
              <a:t> 생성했는데요</a:t>
            </a:r>
            <a:r>
              <a:rPr lang="en-US" altLang="ko-KR" dirty="0"/>
              <a:t>! </a:t>
            </a:r>
            <a:r>
              <a:rPr lang="ko-KR" altLang="en-US" dirty="0"/>
              <a:t>각 </a:t>
            </a:r>
            <a:r>
              <a:rPr lang="ko-KR" altLang="en-US" dirty="0" err="1"/>
              <a:t>리파지토리들은</a:t>
            </a:r>
            <a:r>
              <a:rPr lang="ko-KR" altLang="en-US" dirty="0"/>
              <a:t> 주소를 가지고 있기 때문에</a:t>
            </a: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로컬저장소 즉 컴퓨터와 연동이 가능해서 컴퓨터에서 작업을 한 뒤에</a:t>
            </a:r>
            <a:r>
              <a:rPr lang="en-US" altLang="ko-KR" dirty="0"/>
              <a:t>, </a:t>
            </a:r>
            <a:r>
              <a:rPr lang="ko-KR" altLang="en-US" dirty="0"/>
              <a:t>커맨드라인 명령어를 통해 작업 파일들을 바로 원격저장소에 저장할 수 있습니다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그리고 이 주소만 공유를 하면</a:t>
            </a:r>
            <a:r>
              <a:rPr lang="en-US" altLang="ko-KR" dirty="0"/>
              <a:t>, </a:t>
            </a:r>
            <a:r>
              <a:rPr lang="ko-KR" altLang="en-US" dirty="0"/>
              <a:t>모든 사람이 해당 파일들을 </a:t>
            </a:r>
            <a:r>
              <a:rPr lang="ko-KR" altLang="en-US" dirty="0" err="1"/>
              <a:t>내려받을</a:t>
            </a:r>
            <a:r>
              <a:rPr lang="ko-KR" altLang="en-US" dirty="0"/>
              <a:t> 수 있고 또 업로드 할 수 있게 </a:t>
            </a:r>
            <a:r>
              <a:rPr lang="ko-KR" altLang="en-US" dirty="0" err="1"/>
              <a:t>되는거죠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이런 방식으로 개발자들이 버전관리하고</a:t>
            </a:r>
            <a:r>
              <a:rPr lang="en-US" altLang="ko-KR" dirty="0"/>
              <a:t>, </a:t>
            </a:r>
            <a:r>
              <a:rPr lang="ko-KR" altLang="en-US" dirty="0"/>
              <a:t>백업하고 협업을 하면서 업무를 하고 있습니다</a:t>
            </a:r>
            <a:r>
              <a:rPr lang="en-US" altLang="ko-KR" dirty="0"/>
              <a:t>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5397645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말씀드린 세가지 외에도 추가적인 </a:t>
            </a:r>
            <a:r>
              <a:rPr lang="ko-KR" altLang="en-US" dirty="0" err="1"/>
              <a:t>좋은점이</a:t>
            </a:r>
            <a:r>
              <a:rPr lang="ko-KR" altLang="en-US" dirty="0"/>
              <a:t> 더 있는데요</a:t>
            </a:r>
            <a:r>
              <a:rPr lang="en-US" altLang="ko-KR" dirty="0"/>
              <a:t>! </a:t>
            </a:r>
            <a:r>
              <a:rPr lang="ko-KR" altLang="en-US" dirty="0"/>
              <a:t>그 중에서도</a:t>
            </a:r>
            <a:r>
              <a:rPr lang="en-US" altLang="ko-KR" dirty="0"/>
              <a:t>,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Git </a:t>
            </a:r>
            <a:r>
              <a:rPr lang="ko-KR" altLang="en-US" dirty="0"/>
              <a:t>사용로그 자체가 나만의 포트폴리오가 된다는 겁니다</a:t>
            </a:r>
            <a:r>
              <a:rPr lang="en-US" altLang="ko-KR" dirty="0"/>
              <a:t>. </a:t>
            </a:r>
            <a:r>
              <a:rPr lang="ko-KR" altLang="en-US" dirty="0" err="1"/>
              <a:t>리파지토리를</a:t>
            </a:r>
            <a:r>
              <a:rPr lang="ko-KR" altLang="en-US" dirty="0"/>
              <a:t> 공개할 수 있기 때문에</a:t>
            </a:r>
            <a:r>
              <a:rPr lang="en-US" altLang="ko-KR" dirty="0"/>
              <a:t> </a:t>
            </a:r>
            <a:r>
              <a:rPr lang="ko-KR" altLang="en-US" dirty="0"/>
              <a:t>내가 프로젝트용으로 </a:t>
            </a:r>
            <a:r>
              <a:rPr lang="ko-KR" altLang="en-US" dirty="0" err="1"/>
              <a:t>리파지토리를</a:t>
            </a:r>
            <a:r>
              <a:rPr lang="ko-KR" altLang="en-US" dirty="0"/>
              <a:t> 구분하고</a:t>
            </a:r>
            <a:r>
              <a:rPr lang="en-US" altLang="ko-KR" dirty="0"/>
              <a:t> </a:t>
            </a:r>
            <a:r>
              <a:rPr lang="ko-KR" altLang="en-US" dirty="0"/>
              <a:t>소스코드를 공개하면 많은 사람들이 와서 소스를 보고 </a:t>
            </a: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리뷰도 하고 가져가기도 합니다</a:t>
            </a:r>
            <a:r>
              <a:rPr lang="en-US" altLang="ko-KR" dirty="0"/>
              <a:t>. </a:t>
            </a:r>
            <a:r>
              <a:rPr lang="ko-KR" altLang="en-US" dirty="0"/>
              <a:t>또 </a:t>
            </a:r>
            <a:r>
              <a:rPr lang="ko-KR" altLang="en-US" dirty="0" err="1"/>
              <a:t>취업할때</a:t>
            </a:r>
            <a:r>
              <a:rPr lang="ko-KR" altLang="en-US" dirty="0"/>
              <a:t> 자소서에 </a:t>
            </a:r>
            <a:r>
              <a:rPr lang="ko-KR" altLang="en-US" dirty="0" err="1"/>
              <a:t>리파지토리</a:t>
            </a:r>
            <a:r>
              <a:rPr lang="ko-KR" altLang="en-US" dirty="0"/>
              <a:t> 링크를 개인 홈페이지로 입력하면 채용담당자</a:t>
            </a:r>
            <a:r>
              <a:rPr lang="en-US" altLang="ko-KR" dirty="0"/>
              <a:t>, </a:t>
            </a:r>
            <a:r>
              <a:rPr lang="ko-KR" altLang="en-US" dirty="0"/>
              <a:t>면접관들이 참고를 하고 그 사람의 실력 또는 잠재력을 보기가 쉽겠죠</a:t>
            </a:r>
            <a:r>
              <a:rPr lang="en-US" altLang="ko-KR" dirty="0"/>
              <a:t>!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 err="1"/>
              <a:t>깃헙이나</a:t>
            </a:r>
            <a:r>
              <a:rPr lang="ko-KR" altLang="en-US" dirty="0"/>
              <a:t> </a:t>
            </a:r>
            <a:r>
              <a:rPr lang="ko-KR" altLang="en-US" dirty="0" err="1"/>
              <a:t>깃랩등의</a:t>
            </a:r>
            <a:r>
              <a:rPr lang="ko-KR" altLang="en-US" dirty="0"/>
              <a:t> </a:t>
            </a:r>
            <a:r>
              <a:rPr lang="ko-KR" altLang="en-US" dirty="0" err="1"/>
              <a:t>서비스등으로</a:t>
            </a:r>
            <a:r>
              <a:rPr lang="ko-KR" altLang="en-US" dirty="0"/>
              <a:t> 인해 커뮤니티도 활성화가 잘 되어있고 다른 사람들 소스를 보면서 성장할 수도 있습니다</a:t>
            </a:r>
            <a:r>
              <a:rPr lang="en-US" altLang="ko-KR" dirty="0"/>
              <a:t>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처음 </a:t>
            </a:r>
            <a:r>
              <a:rPr lang="ko-KR" altLang="en-US" dirty="0" err="1"/>
              <a:t>배울때의</a:t>
            </a:r>
            <a:r>
              <a:rPr lang="ko-KR" altLang="en-US" dirty="0"/>
              <a:t> 어려움만 딱 넘기면 그 뒤부턴 안 </a:t>
            </a:r>
            <a:r>
              <a:rPr lang="ko-KR" altLang="en-US" dirty="0" err="1"/>
              <a:t>좋을게</a:t>
            </a:r>
            <a:r>
              <a:rPr lang="ko-KR" altLang="en-US" dirty="0"/>
              <a:t> 없는 그런 시스템이기 때문에 많은 사람들이 사용하고 있습니다</a:t>
            </a:r>
            <a:r>
              <a:rPr lang="en-US" altLang="ko-KR" dirty="0"/>
              <a:t>.</a:t>
            </a:r>
            <a:r>
              <a:rPr lang="ko-KR" altLang="en-US" dirty="0"/>
              <a:t> 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79399266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5f391192_0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5f391192_0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네 이번 챕터에서는</a:t>
            </a:r>
            <a:r>
              <a:rPr lang="en-US" altLang="ko-KR" dirty="0"/>
              <a:t>, Git </a:t>
            </a:r>
            <a:r>
              <a:rPr lang="ko-KR" altLang="en-US" dirty="0"/>
              <a:t>원리와 사용방법에 대해 간단하게 설명 드리겠습니다</a:t>
            </a:r>
            <a:r>
              <a:rPr lang="en-US" altLang="ko-KR" dirty="0"/>
              <a:t>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95209686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g35ed75ccf_01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0" name="Google Shape;390;g35ed75ccf_01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현재 카카오톡이 메시지 검색 기능이 없고 선물하기 기능이 없고</a:t>
            </a:r>
            <a:r>
              <a:rPr lang="en-US" altLang="ko-KR" dirty="0"/>
              <a:t>, </a:t>
            </a:r>
            <a:r>
              <a:rPr lang="ko-KR" altLang="en-US" dirty="0"/>
              <a:t>친구 리스트 정렬도 되지 않고 </a:t>
            </a:r>
            <a:r>
              <a:rPr lang="ko-KR" altLang="en-US" dirty="0" err="1"/>
              <a:t>거기다가</a:t>
            </a:r>
            <a:r>
              <a:rPr lang="ko-KR" altLang="en-US" dirty="0"/>
              <a:t> 메시지 알림이 안되는 버그까지 생긴 </a:t>
            </a:r>
            <a:r>
              <a:rPr lang="en-US" altLang="ko-KR" dirty="0"/>
              <a:t>1.0 </a:t>
            </a:r>
            <a:r>
              <a:rPr lang="ko-KR" altLang="en-US" dirty="0"/>
              <a:t>버전이라고 </a:t>
            </a:r>
            <a:r>
              <a:rPr lang="ko-KR" altLang="en-US" dirty="0" err="1"/>
              <a:t>했을때</a:t>
            </a:r>
            <a:r>
              <a:rPr lang="en-US" altLang="ko-KR" dirty="0"/>
              <a:t>,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이 기능들이 추가되고 버그도 수정된 </a:t>
            </a:r>
            <a:r>
              <a:rPr lang="en-US" altLang="ko-KR" dirty="0"/>
              <a:t>2.0 </a:t>
            </a:r>
            <a:r>
              <a:rPr lang="ko-KR" altLang="en-US" dirty="0"/>
              <a:t>버전으로 업그레이드하는 프로젝트를 한다고 가정하겠습니다</a:t>
            </a:r>
            <a:r>
              <a:rPr lang="en-US" altLang="ko-KR" dirty="0"/>
              <a:t>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5320078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g35ed75ccf_01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0" name="Google Shape;390;g35ed75ccf_01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이 프로젝트를 하려면 우선 각 기능 담당자들이 필요합니다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여기서 </a:t>
            </a:r>
            <a:r>
              <a:rPr lang="ko-KR" altLang="en-US" dirty="0" err="1"/>
              <a:t>브랜치</a:t>
            </a:r>
            <a:r>
              <a:rPr lang="ko-KR" altLang="en-US" dirty="0"/>
              <a:t> 라는 개념이 등장하는데</a:t>
            </a:r>
            <a:r>
              <a:rPr lang="en-US" altLang="ko-KR" dirty="0"/>
              <a:t>, Git </a:t>
            </a:r>
            <a:r>
              <a:rPr lang="ko-KR" altLang="en-US" dirty="0"/>
              <a:t>에서 아주 중요한 요소입니다</a:t>
            </a:r>
            <a:r>
              <a:rPr lang="en-US" altLang="ko-KR" dirty="0"/>
              <a:t>. 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A, B, C, D </a:t>
            </a:r>
            <a:r>
              <a:rPr lang="ko-KR" altLang="en-US" dirty="0" err="1"/>
              <a:t>네명이</a:t>
            </a:r>
            <a:r>
              <a:rPr lang="ko-KR" altLang="en-US" dirty="0"/>
              <a:t> 각각 기능을 하나씩 담당한다고 </a:t>
            </a:r>
            <a:r>
              <a:rPr lang="ko-KR" altLang="en-US" dirty="0" err="1"/>
              <a:t>했을때</a:t>
            </a:r>
            <a:r>
              <a:rPr lang="ko-KR" altLang="en-US" dirty="0"/>
              <a:t> 자기만의 </a:t>
            </a:r>
            <a:r>
              <a:rPr lang="ko-KR" altLang="en-US" dirty="0" err="1"/>
              <a:t>브랜치를</a:t>
            </a:r>
            <a:r>
              <a:rPr lang="ko-KR" altLang="en-US" dirty="0"/>
              <a:t> 만들어서 각 기능 개발 과정을 담아내게 됩니다</a:t>
            </a:r>
            <a:r>
              <a:rPr lang="en-US" altLang="ko-KR" dirty="0"/>
              <a:t>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제일 처음 버전인 카카오톡 </a:t>
            </a:r>
            <a:r>
              <a:rPr lang="en-US" altLang="ko-KR" dirty="0"/>
              <a:t>1.0 </a:t>
            </a:r>
            <a:r>
              <a:rPr lang="ko-KR" altLang="en-US" dirty="0"/>
              <a:t>은</a:t>
            </a:r>
            <a:r>
              <a:rPr lang="en-US" altLang="ko-KR" dirty="0"/>
              <a:t> </a:t>
            </a:r>
            <a:r>
              <a:rPr lang="ko-KR" altLang="en-US" dirty="0"/>
              <a:t>마스터 </a:t>
            </a:r>
            <a:r>
              <a:rPr lang="ko-KR" altLang="en-US" dirty="0" err="1"/>
              <a:t>브랜치로써</a:t>
            </a:r>
            <a:r>
              <a:rPr lang="ko-KR" altLang="en-US" dirty="0"/>
              <a:t> 모든 </a:t>
            </a:r>
            <a:r>
              <a:rPr lang="ko-KR" altLang="en-US" dirty="0" err="1"/>
              <a:t>브랜치의</a:t>
            </a:r>
            <a:r>
              <a:rPr lang="ko-KR" altLang="en-US" dirty="0"/>
              <a:t> 뿌리가 됩니다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여기서 </a:t>
            </a:r>
            <a:r>
              <a:rPr lang="en-US" altLang="ko-KR" dirty="0"/>
              <a:t>A</a:t>
            </a:r>
            <a:r>
              <a:rPr lang="ko-KR" altLang="en-US" dirty="0"/>
              <a:t>는 </a:t>
            </a:r>
            <a:r>
              <a:rPr lang="ko-KR" altLang="en-US" dirty="0" err="1"/>
              <a:t>브랜치</a:t>
            </a:r>
            <a:r>
              <a:rPr lang="en-US" altLang="ko-KR" dirty="0"/>
              <a:t>1</a:t>
            </a:r>
            <a:r>
              <a:rPr lang="ko-KR" altLang="en-US" dirty="0"/>
              <a:t>을 만들어 메시지 검색 기능을 추가하는 작업을 하고</a:t>
            </a: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B</a:t>
            </a:r>
            <a:r>
              <a:rPr lang="ko-KR" altLang="en-US" dirty="0"/>
              <a:t>는 </a:t>
            </a:r>
            <a:r>
              <a:rPr lang="ko-KR" altLang="en-US" dirty="0" err="1"/>
              <a:t>브랜치</a:t>
            </a:r>
            <a:r>
              <a:rPr lang="en-US" altLang="ko-KR" dirty="0"/>
              <a:t>2</a:t>
            </a:r>
            <a:r>
              <a:rPr lang="ko-KR" altLang="en-US" dirty="0"/>
              <a:t>로 선물하기 기능</a:t>
            </a:r>
            <a:r>
              <a:rPr lang="en-US" altLang="ko-KR" dirty="0"/>
              <a:t>, C</a:t>
            </a:r>
            <a:r>
              <a:rPr lang="ko-KR" altLang="en-US" dirty="0"/>
              <a:t>는 </a:t>
            </a:r>
            <a:r>
              <a:rPr lang="ko-KR" altLang="en-US" dirty="0" err="1"/>
              <a:t>브랜치</a:t>
            </a:r>
            <a:r>
              <a:rPr lang="en-US" altLang="ko-KR" dirty="0"/>
              <a:t>3</a:t>
            </a:r>
            <a:r>
              <a:rPr lang="ko-KR" altLang="en-US" dirty="0"/>
              <a:t>으로 친구 리스트 정렬 기능</a:t>
            </a:r>
            <a:r>
              <a:rPr lang="en-US" altLang="ko-KR" dirty="0"/>
              <a:t>, D</a:t>
            </a:r>
            <a:r>
              <a:rPr lang="ko-KR" altLang="en-US" dirty="0"/>
              <a:t>는 </a:t>
            </a:r>
            <a:r>
              <a:rPr lang="ko-KR" altLang="en-US" dirty="0" err="1"/>
              <a:t>브랜치</a:t>
            </a:r>
            <a:r>
              <a:rPr lang="en-US" altLang="ko-KR" dirty="0"/>
              <a:t>4</a:t>
            </a:r>
            <a:r>
              <a:rPr lang="ko-KR" altLang="en-US" dirty="0"/>
              <a:t>로 알림 기능 작업을 시작하게 </a:t>
            </a:r>
            <a:r>
              <a:rPr lang="ko-KR" altLang="en-US" dirty="0" err="1"/>
              <a:t>되는거죠</a:t>
            </a:r>
            <a:r>
              <a:rPr lang="en-US" altLang="ko-K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70303724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g35ed75ccf_01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0" name="Google Shape;390;g35ed75ccf_01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그래서 이렇게 만들어진 </a:t>
            </a:r>
            <a:r>
              <a:rPr lang="ko-KR" altLang="en-US" dirty="0" err="1"/>
              <a:t>브랜치를</a:t>
            </a:r>
            <a:r>
              <a:rPr lang="ko-KR" altLang="en-US" dirty="0"/>
              <a:t> 통해 각자 개발 작업을 하게 되고</a:t>
            </a:r>
            <a:r>
              <a:rPr lang="en-US" altLang="ko-KR" dirty="0"/>
              <a:t>, </a:t>
            </a:r>
            <a:r>
              <a:rPr lang="ko-KR" altLang="en-US" dirty="0"/>
              <a:t>다 완료되면 </a:t>
            </a:r>
            <a:r>
              <a:rPr lang="en-US" altLang="ko-KR" dirty="0"/>
              <a:t>A~D </a:t>
            </a:r>
            <a:r>
              <a:rPr lang="ko-KR" altLang="en-US" dirty="0"/>
              <a:t>까지의 </a:t>
            </a:r>
            <a:r>
              <a:rPr lang="ko-KR" altLang="en-US" dirty="0" err="1"/>
              <a:t>브랜치를</a:t>
            </a:r>
            <a:r>
              <a:rPr lang="ko-KR" altLang="en-US" dirty="0"/>
              <a:t> 마스터 </a:t>
            </a:r>
            <a:r>
              <a:rPr lang="ko-KR" altLang="en-US" dirty="0" err="1"/>
              <a:t>브랜치에</a:t>
            </a:r>
            <a:r>
              <a:rPr lang="ko-KR" altLang="en-US" dirty="0"/>
              <a:t> 합쳐서 합병을 하게 됩니다</a:t>
            </a:r>
            <a:r>
              <a:rPr lang="en-US" altLang="ko-KR" dirty="0"/>
              <a:t>. </a:t>
            </a:r>
            <a:r>
              <a:rPr lang="ko-KR" altLang="en-US" dirty="0"/>
              <a:t>이 합병을 </a:t>
            </a:r>
            <a:r>
              <a:rPr lang="en-US" altLang="ko-KR" dirty="0"/>
              <a:t>merge</a:t>
            </a:r>
            <a:r>
              <a:rPr lang="ko-KR" altLang="en-US" dirty="0"/>
              <a:t>라고 하는데</a:t>
            </a: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이 과정이 끝나면 새로운 버전 </a:t>
            </a:r>
            <a:r>
              <a:rPr lang="en-US" altLang="ko-KR" dirty="0"/>
              <a:t>2.0</a:t>
            </a:r>
            <a:r>
              <a:rPr lang="ko-KR" altLang="en-US" dirty="0"/>
              <a:t>이 나오게 되고</a:t>
            </a:r>
            <a:r>
              <a:rPr lang="en-US" altLang="ko-KR" dirty="0"/>
              <a:t>, </a:t>
            </a:r>
            <a:r>
              <a:rPr lang="ko-KR" altLang="en-US" dirty="0"/>
              <a:t>문제가 없으면 릴리즈 되는 그런 과정을 거치게 되는 겁니다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사실 백업</a:t>
            </a:r>
            <a:r>
              <a:rPr lang="en-US" altLang="ko-KR" dirty="0"/>
              <a:t>, </a:t>
            </a:r>
            <a:r>
              <a:rPr lang="ko-KR" altLang="en-US" dirty="0"/>
              <a:t>협업은 어려운 개념이 아니지만</a:t>
            </a:r>
            <a:r>
              <a:rPr lang="en-US" altLang="ko-KR" dirty="0"/>
              <a:t>, </a:t>
            </a:r>
            <a:r>
              <a:rPr lang="ko-KR" altLang="en-US" dirty="0"/>
              <a:t>이 버전 관리 같은 경우는 </a:t>
            </a:r>
            <a:r>
              <a:rPr lang="ko-KR" altLang="en-US" dirty="0" err="1"/>
              <a:t>브랜치를</a:t>
            </a:r>
            <a:r>
              <a:rPr lang="ko-KR" altLang="en-US" dirty="0"/>
              <a:t> </a:t>
            </a:r>
            <a:r>
              <a:rPr lang="ko-KR" altLang="en-US" dirty="0" err="1"/>
              <a:t>관리하는게</a:t>
            </a:r>
            <a:r>
              <a:rPr lang="ko-KR" altLang="en-US" dirty="0"/>
              <a:t> 굉장히 헷갈립니다</a:t>
            </a:r>
            <a:r>
              <a:rPr lang="en-US" altLang="ko-K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260688113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g35ed75ccf_01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0" name="Google Shape;390;g35ed75ccf_01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리눅스에서 터미널</a:t>
            </a:r>
            <a:r>
              <a:rPr lang="en-US" altLang="ko-KR" dirty="0"/>
              <a:t>, </a:t>
            </a:r>
            <a:r>
              <a:rPr lang="ko-KR" altLang="en-US" dirty="0"/>
              <a:t>커맨드라인 </a:t>
            </a:r>
            <a:r>
              <a:rPr lang="ko-KR" altLang="en-US" dirty="0" err="1"/>
              <a:t>말씀드린게</a:t>
            </a:r>
            <a:r>
              <a:rPr lang="ko-KR" altLang="en-US" dirty="0"/>
              <a:t> 여기와 </a:t>
            </a:r>
            <a:r>
              <a:rPr lang="ko-KR" altLang="en-US" dirty="0" err="1"/>
              <a:t>이어져있는데요</a:t>
            </a:r>
            <a:r>
              <a:rPr lang="en-US" altLang="ko-KR" dirty="0"/>
              <a:t>! Git</a:t>
            </a:r>
            <a:r>
              <a:rPr lang="ko-KR" altLang="en-US" dirty="0"/>
              <a:t>을 </a:t>
            </a:r>
            <a:r>
              <a:rPr lang="ko-KR" altLang="en-US" dirty="0" err="1"/>
              <a:t>공홈에서</a:t>
            </a:r>
            <a:r>
              <a:rPr lang="ko-KR" altLang="en-US" dirty="0"/>
              <a:t> 설치하면 이 </a:t>
            </a:r>
            <a:r>
              <a:rPr lang="en-US" altLang="ko-KR" dirty="0"/>
              <a:t>Git Bash </a:t>
            </a:r>
            <a:r>
              <a:rPr lang="ko-KR" altLang="en-US" dirty="0"/>
              <a:t>가 깔리게 됩니다</a:t>
            </a:r>
            <a:r>
              <a:rPr lang="en-US" altLang="ko-KR" dirty="0"/>
              <a:t>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이 </a:t>
            </a:r>
            <a:r>
              <a:rPr lang="en-US" altLang="ko-KR" dirty="0"/>
              <a:t>Git</a:t>
            </a:r>
            <a:r>
              <a:rPr lang="ko-KR" altLang="en-US" dirty="0"/>
              <a:t> </a:t>
            </a:r>
            <a:r>
              <a:rPr lang="en-US" altLang="ko-KR" dirty="0"/>
              <a:t>Bash </a:t>
            </a:r>
            <a:r>
              <a:rPr lang="ko-KR" altLang="en-US" dirty="0"/>
              <a:t>가 </a:t>
            </a:r>
            <a:r>
              <a:rPr lang="en-US" altLang="ko-KR" dirty="0"/>
              <a:t>Git</a:t>
            </a:r>
            <a:r>
              <a:rPr lang="ko-KR" altLang="en-US" dirty="0"/>
              <a:t>을 실행하기 위한 </a:t>
            </a:r>
            <a:r>
              <a:rPr lang="ko-KR" altLang="en-US" dirty="0" err="1"/>
              <a:t>터미널창이고</a:t>
            </a:r>
            <a:r>
              <a:rPr lang="ko-KR" altLang="en-US" dirty="0"/>
              <a:t> 커맨드라인 명령어를 입력하면 실행이 </a:t>
            </a:r>
            <a:r>
              <a:rPr lang="ko-KR" altLang="en-US" dirty="0" err="1"/>
              <a:t>되는거죠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 err="1"/>
              <a:t>리누스가</a:t>
            </a:r>
            <a:r>
              <a:rPr lang="ko-KR" altLang="en-US" dirty="0"/>
              <a:t> 리눅스 커널을 개발하다가 그 소스코드를 관리하기위해 </a:t>
            </a:r>
            <a:r>
              <a:rPr lang="ko-KR" altLang="en-US" dirty="0" err="1"/>
              <a:t>만든거기</a:t>
            </a:r>
            <a:r>
              <a:rPr lang="ko-KR" altLang="en-US" dirty="0"/>
              <a:t> 때문에 </a:t>
            </a:r>
            <a:r>
              <a:rPr lang="en-US" altLang="ko-KR" dirty="0"/>
              <a:t>Git </a:t>
            </a:r>
            <a:r>
              <a:rPr lang="ko-KR" altLang="en-US" dirty="0"/>
              <a:t>도 리눅스 기반으로 </a:t>
            </a:r>
            <a:r>
              <a:rPr lang="ko-KR" altLang="en-US" dirty="0" err="1"/>
              <a:t>만들어졌는</a:t>
            </a:r>
            <a:r>
              <a:rPr lang="ko-KR" altLang="en-US" dirty="0"/>
              <a:t> 데다가 여기에 </a:t>
            </a:r>
            <a:r>
              <a:rPr lang="ko-KR" altLang="en-US" dirty="0" err="1"/>
              <a:t>브랜치개념까지</a:t>
            </a:r>
            <a:r>
              <a:rPr lang="ko-KR" altLang="en-US" dirty="0"/>
              <a:t> 더해져서 초반에 배우기가 매우 </a:t>
            </a:r>
            <a:r>
              <a:rPr lang="ko-KR" altLang="en-US" dirty="0" err="1"/>
              <a:t>어려운거죠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이 </a:t>
            </a:r>
            <a:r>
              <a:rPr lang="en-US" altLang="ko-KR" dirty="0"/>
              <a:t>GitHub</a:t>
            </a:r>
            <a:r>
              <a:rPr lang="ko-KR" altLang="en-US" dirty="0"/>
              <a:t>같은 서비스는</a:t>
            </a:r>
            <a:r>
              <a:rPr lang="en-US" altLang="ko-KR" dirty="0"/>
              <a:t>, </a:t>
            </a:r>
            <a:r>
              <a:rPr lang="ko-KR" altLang="en-US" dirty="0"/>
              <a:t>원격저장소를 </a:t>
            </a:r>
            <a:r>
              <a:rPr lang="ko-KR" altLang="en-US" dirty="0" err="1"/>
              <a:t>제공해주는것도</a:t>
            </a:r>
            <a:r>
              <a:rPr lang="ko-KR" altLang="en-US" dirty="0"/>
              <a:t> 있지만 이 커맨드라인으로 사용하던 </a:t>
            </a:r>
            <a:r>
              <a:rPr lang="en-US" altLang="ko-KR" dirty="0"/>
              <a:t>Git</a:t>
            </a:r>
            <a:r>
              <a:rPr lang="ko-KR" altLang="en-US" dirty="0"/>
              <a:t>에 그래픽요소를 덧붙여 사용자가 좀더 쉽게 접근할 수 있게 해주는 것도 있습니다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60991090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g35ed75ccf_01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0" name="Google Shape;390;g35ed75ccf_01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지금 보시는 것들은</a:t>
            </a:r>
            <a:r>
              <a:rPr lang="en-US" altLang="ko-KR" dirty="0"/>
              <a:t>, Git </a:t>
            </a:r>
            <a:r>
              <a:rPr lang="ko-KR" altLang="en-US" dirty="0"/>
              <a:t>을 사용하기 위한 대표 명령어 들입니다</a:t>
            </a:r>
            <a:r>
              <a:rPr lang="en-US" altLang="ko-KR" dirty="0"/>
              <a:t>. </a:t>
            </a:r>
            <a:r>
              <a:rPr lang="ko-KR" altLang="en-US" dirty="0"/>
              <a:t>앞 화면에서 보신 </a:t>
            </a:r>
            <a:r>
              <a:rPr lang="en-US" altLang="ko-KR" dirty="0"/>
              <a:t>Git Bash </a:t>
            </a:r>
            <a:r>
              <a:rPr lang="ko-KR" altLang="en-US" dirty="0"/>
              <a:t>혹은 다른 터미널창에서 이 명령어들을 통해 </a:t>
            </a:r>
            <a:r>
              <a:rPr lang="en-US" altLang="ko-KR" dirty="0"/>
              <a:t>Git </a:t>
            </a:r>
            <a:r>
              <a:rPr lang="ko-KR" altLang="en-US" dirty="0"/>
              <a:t>을 사용하는 겁니다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이중에서 한 개만 예시로 보면</a:t>
            </a:r>
            <a:r>
              <a:rPr lang="en-US" altLang="ko-KR" dirty="0"/>
              <a:t>, git merge </a:t>
            </a:r>
            <a:r>
              <a:rPr lang="ko-KR" altLang="en-US" dirty="0"/>
              <a:t>명령어는 여러 개의 </a:t>
            </a:r>
            <a:r>
              <a:rPr lang="ko-KR" altLang="en-US" dirty="0" err="1"/>
              <a:t>브랜치를</a:t>
            </a:r>
            <a:r>
              <a:rPr lang="ko-KR" altLang="en-US" dirty="0"/>
              <a:t> 하나로 합치는 그러니까</a:t>
            </a:r>
            <a:r>
              <a:rPr lang="en-US" altLang="ko-KR" dirty="0"/>
              <a:t>, </a:t>
            </a:r>
            <a:r>
              <a:rPr lang="ko-KR" altLang="en-US" dirty="0"/>
              <a:t>아까 카카오톡 업그레이드 프로젝트에서 추가되는 기능들을 각각 개발작업을 한 후에 최종적으로 하나로 </a:t>
            </a:r>
            <a:r>
              <a:rPr lang="ko-KR" altLang="en-US" dirty="0" err="1"/>
              <a:t>합칠때</a:t>
            </a:r>
            <a:r>
              <a:rPr lang="en-US" altLang="ko-KR" dirty="0"/>
              <a:t>!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 err="1"/>
              <a:t>그럴때</a:t>
            </a:r>
            <a:r>
              <a:rPr lang="ko-KR" altLang="en-US" dirty="0"/>
              <a:t> 쓰는 명령어입니다</a:t>
            </a:r>
            <a:r>
              <a:rPr lang="en-US" altLang="ko-KR" dirty="0"/>
              <a:t>. (</a:t>
            </a:r>
            <a:r>
              <a:rPr lang="ko-KR" altLang="en-US" dirty="0"/>
              <a:t>클릭</a:t>
            </a:r>
            <a:r>
              <a:rPr lang="en-US" altLang="ko-KR" dirty="0"/>
              <a:t>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제가 아주 간단하게 명령어 몇 개만 보여드리겠습니다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456598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g35ed75ccf_01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0" name="Google Shape;390;g35ed75ccf_01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8080251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5f391192_0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5f391192_0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네 그럼 마지막으로</a:t>
            </a:r>
            <a:r>
              <a:rPr lang="en-US" altLang="ko-KR" dirty="0"/>
              <a:t>, </a:t>
            </a:r>
            <a:r>
              <a:rPr lang="ko-KR" altLang="en-US" dirty="0"/>
              <a:t>교육과정에 </a:t>
            </a:r>
            <a:r>
              <a:rPr lang="en-US" altLang="ko-KR" dirty="0"/>
              <a:t>Git </a:t>
            </a:r>
            <a:r>
              <a:rPr lang="ko-KR" altLang="en-US" dirty="0"/>
              <a:t>이 </a:t>
            </a:r>
            <a:r>
              <a:rPr lang="ko-KR" altLang="en-US" dirty="0" err="1"/>
              <a:t>포함되어야하는</a:t>
            </a:r>
            <a:r>
              <a:rPr lang="ko-KR" altLang="en-US" dirty="0"/>
              <a:t> 필요성에 대해 말씀드리겠습니다</a:t>
            </a:r>
            <a:r>
              <a:rPr lang="en-US" altLang="ko-KR" dirty="0"/>
              <a:t>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19200833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g35ed75ccf_01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0" name="Google Shape;390;g35ed75ccf_01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다들 알고 계시지만</a:t>
            </a:r>
            <a:r>
              <a:rPr lang="en-US" altLang="ko-KR" dirty="0"/>
              <a:t>, </a:t>
            </a:r>
            <a:r>
              <a:rPr lang="ko-KR" altLang="en-US" dirty="0"/>
              <a:t>저희 거의 모든 과정에 </a:t>
            </a:r>
            <a:r>
              <a:rPr lang="en-US" altLang="ko-KR" dirty="0"/>
              <a:t>Git </a:t>
            </a:r>
            <a:r>
              <a:rPr lang="ko-KR" altLang="en-US" dirty="0"/>
              <a:t>이 특강으로 들어가고 있습니다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IT</a:t>
            </a:r>
            <a:r>
              <a:rPr lang="ko-KR" altLang="en-US" dirty="0"/>
              <a:t> 현업에서 </a:t>
            </a:r>
            <a:r>
              <a:rPr lang="en-US" altLang="ko-KR" dirty="0"/>
              <a:t>Git</a:t>
            </a:r>
            <a:r>
              <a:rPr lang="ko-KR" altLang="en-US" dirty="0"/>
              <a:t>을 사용하지 않는 곳을 찾기 힘들기 때문에 취업 전 교육과정에서부터 배울 수 있도록 커리큘럼에 특강으로 포함시켜 교육하고 있는데요</a:t>
            </a:r>
            <a:r>
              <a:rPr lang="en-US" altLang="ko-KR" dirty="0"/>
              <a:t>!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요즘 특히나 </a:t>
            </a:r>
            <a:r>
              <a:rPr lang="en-US" altLang="ko-KR" dirty="0"/>
              <a:t>Git </a:t>
            </a:r>
            <a:r>
              <a:rPr lang="ko-KR" altLang="en-US" dirty="0"/>
              <a:t>이 더 중요시 되는 이유가 바로 이것 때문입니다</a:t>
            </a:r>
            <a:r>
              <a:rPr lang="en-US" altLang="ko-KR" dirty="0"/>
              <a:t>.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8322091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g35ed75ccf_01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0" name="Google Shape;390;g35ed75ccf_01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(</a:t>
            </a:r>
            <a:r>
              <a:rPr lang="ko-KR" altLang="en-US" dirty="0"/>
              <a:t>클릭</a:t>
            </a:r>
            <a:r>
              <a:rPr lang="en-US" altLang="ko-KR" dirty="0"/>
              <a:t>) </a:t>
            </a:r>
            <a:r>
              <a:rPr lang="ko-KR" altLang="en-US" dirty="0"/>
              <a:t>바로 </a:t>
            </a:r>
            <a:r>
              <a:rPr lang="en-US" altLang="ko-KR" dirty="0"/>
              <a:t>DevOps</a:t>
            </a:r>
            <a:r>
              <a:rPr lang="ko-KR" altLang="en-US" dirty="0"/>
              <a:t>입니다</a:t>
            </a:r>
            <a:r>
              <a:rPr lang="en-US" altLang="ko-KR" dirty="0"/>
              <a:t>!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DevOps </a:t>
            </a:r>
            <a:r>
              <a:rPr lang="ko-KR" altLang="en-US" dirty="0"/>
              <a:t>라는 말은 </a:t>
            </a:r>
            <a:r>
              <a:rPr lang="ko-KR" altLang="en-US" dirty="0" err="1"/>
              <a:t>들어보신</a:t>
            </a:r>
            <a:r>
              <a:rPr lang="ko-KR" altLang="en-US" dirty="0"/>
              <a:t> 분도 계시고 처음 듣는 분도 </a:t>
            </a:r>
            <a:r>
              <a:rPr lang="ko-KR" altLang="en-US" dirty="0" err="1"/>
              <a:t>계실텐데요</a:t>
            </a:r>
            <a:r>
              <a:rPr lang="en-US" altLang="ko-KR" dirty="0"/>
              <a:t>!! </a:t>
            </a:r>
            <a:r>
              <a:rPr lang="ko-KR" altLang="en-US" dirty="0"/>
              <a:t>사실 현업분들도 이 말을 들어는 봤지만 무슨 뜻인지 모르는 분들이 </a:t>
            </a:r>
            <a:r>
              <a:rPr lang="ko-KR" altLang="en-US" dirty="0" err="1"/>
              <a:t>많으실거에요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DevOps</a:t>
            </a:r>
            <a:r>
              <a:rPr lang="ko-KR" altLang="en-US" dirty="0"/>
              <a:t>는 </a:t>
            </a:r>
            <a:r>
              <a:rPr lang="en-US" altLang="ko-KR" dirty="0"/>
              <a:t>Development, Operation </a:t>
            </a:r>
            <a:r>
              <a:rPr lang="ko-KR" altLang="en-US" dirty="0"/>
              <a:t>즉 개발과 운영의 합성어이고</a:t>
            </a:r>
            <a:r>
              <a:rPr lang="en-US" altLang="ko-KR" dirty="0"/>
              <a:t>, </a:t>
            </a:r>
            <a:r>
              <a:rPr lang="ko-KR" altLang="en-US" dirty="0"/>
              <a:t>개발과 </a:t>
            </a:r>
            <a:r>
              <a:rPr lang="ko-KR" altLang="en-US" dirty="0" err="1"/>
              <a:t>운영팀간의</a:t>
            </a:r>
            <a:r>
              <a:rPr lang="ko-KR" altLang="en-US" dirty="0"/>
              <a:t> 협력과 소통을 강화하여 업무 생산성을 높이는 방법론을 말합니다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화면을 보시면</a:t>
            </a:r>
            <a:r>
              <a:rPr lang="en-US" altLang="ko-KR" dirty="0"/>
              <a:t>, </a:t>
            </a:r>
            <a:r>
              <a:rPr lang="ko-KR" altLang="en-US" dirty="0" err="1"/>
              <a:t>데브의</a:t>
            </a:r>
            <a:r>
              <a:rPr lang="ko-KR" altLang="en-US" dirty="0"/>
              <a:t> 플랜부터 테스트까지 그리고 운영의 배포부터 모니터링까지의 흐름이 나오는데요</a:t>
            </a:r>
            <a:r>
              <a:rPr lang="en-US" altLang="ko-KR" dirty="0"/>
              <a:t>! </a:t>
            </a:r>
            <a:r>
              <a:rPr lang="ko-KR" altLang="en-US" dirty="0"/>
              <a:t>이 흐름을 </a:t>
            </a:r>
            <a:r>
              <a:rPr lang="ko-KR" altLang="en-US" dirty="0" err="1"/>
              <a:t>원할하게</a:t>
            </a:r>
            <a:r>
              <a:rPr lang="ko-KR" altLang="en-US" dirty="0"/>
              <a:t> 하기 위해 나온 도구들 중 하나가 </a:t>
            </a:r>
            <a:r>
              <a:rPr lang="en-US" altLang="ko-KR" dirty="0"/>
              <a:t>Git </a:t>
            </a:r>
            <a:r>
              <a:rPr lang="ko-KR" altLang="en-US" dirty="0"/>
              <a:t>입니다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Git </a:t>
            </a:r>
            <a:r>
              <a:rPr lang="ko-KR" altLang="en-US" dirty="0"/>
              <a:t>외에도 </a:t>
            </a:r>
            <a:r>
              <a:rPr lang="ko-KR" altLang="en-US" dirty="0" err="1"/>
              <a:t>매우매우</a:t>
            </a:r>
            <a:r>
              <a:rPr lang="ko-KR" altLang="en-US" dirty="0"/>
              <a:t> 유명한</a:t>
            </a:r>
            <a:r>
              <a:rPr lang="en-US" altLang="ko-KR" dirty="0"/>
              <a:t>, </a:t>
            </a:r>
            <a:r>
              <a:rPr lang="en-US" altLang="ko-KR" dirty="0" err="1"/>
              <a:t>aws</a:t>
            </a:r>
            <a:r>
              <a:rPr lang="en-US" altLang="ko-KR" dirty="0"/>
              <a:t>/azure </a:t>
            </a:r>
            <a:r>
              <a:rPr lang="ko-KR" altLang="en-US" dirty="0"/>
              <a:t>같은 클라우드 서비스들도 </a:t>
            </a:r>
            <a:r>
              <a:rPr lang="ko-KR" altLang="en-US" dirty="0" err="1"/>
              <a:t>데브옵스를</a:t>
            </a:r>
            <a:r>
              <a:rPr lang="ko-KR" altLang="en-US" dirty="0"/>
              <a:t> 위한 도구들입니다</a:t>
            </a:r>
            <a:r>
              <a:rPr lang="en-US" altLang="ko-KR" dirty="0"/>
              <a:t>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빠르게 진화하고 있는 </a:t>
            </a:r>
            <a:r>
              <a:rPr lang="en-US" altLang="ko-KR" dirty="0"/>
              <a:t>IT </a:t>
            </a:r>
            <a:r>
              <a:rPr lang="ko-KR" altLang="en-US" dirty="0"/>
              <a:t>분야에서 </a:t>
            </a:r>
            <a:r>
              <a:rPr lang="en-US" altLang="ko-KR" dirty="0"/>
              <a:t>DevOps</a:t>
            </a:r>
            <a:r>
              <a:rPr lang="ko-KR" altLang="en-US" dirty="0"/>
              <a:t>는 떠오르는 화두이기 때문에 그것을 실현해주는 도구들인 </a:t>
            </a:r>
            <a:r>
              <a:rPr lang="en-US" altLang="ko-KR" dirty="0"/>
              <a:t>Git / AWS </a:t>
            </a:r>
            <a:r>
              <a:rPr lang="ko-KR" altLang="en-US" dirty="0"/>
              <a:t>같은 서비스들도 필수적인 요소로 </a:t>
            </a:r>
            <a:r>
              <a:rPr lang="ko-KR" altLang="en-US" dirty="0" err="1"/>
              <a:t>자리잡은거죠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지금 특강으로 들어가는 </a:t>
            </a:r>
            <a:r>
              <a:rPr lang="en-US" altLang="ko-KR" dirty="0"/>
              <a:t>Git </a:t>
            </a:r>
            <a:r>
              <a:rPr lang="ko-KR" altLang="en-US" dirty="0"/>
              <a:t>강의도 너무 훌륭한 강의 이지만 사실 </a:t>
            </a:r>
            <a:r>
              <a:rPr lang="ko-KR" altLang="en-US" dirty="0" err="1"/>
              <a:t>이틀짜리</a:t>
            </a:r>
            <a:r>
              <a:rPr lang="ko-KR" altLang="en-US" dirty="0"/>
              <a:t> 특강 만으로는 현업에서 써먹을 수 있을 정도의 수준까지 갈 수 </a:t>
            </a:r>
            <a:r>
              <a:rPr lang="ko-KR" altLang="en-US" dirty="0" err="1"/>
              <a:t>있는것은</a:t>
            </a:r>
            <a:r>
              <a:rPr lang="ko-KR" altLang="en-US" dirty="0"/>
              <a:t> 아니기 때문에</a:t>
            </a: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개인적으로 일정부분 아쉬운 점도 있습니다</a:t>
            </a:r>
            <a:r>
              <a:rPr lang="en-US" altLang="ko-KR" dirty="0"/>
              <a:t>. </a:t>
            </a:r>
            <a:r>
              <a:rPr lang="ko-KR" altLang="en-US" dirty="0"/>
              <a:t>하지만 비전공자들이 이런 교육과정들을 </a:t>
            </a:r>
            <a:r>
              <a:rPr lang="en-US" altLang="ko-KR" dirty="0"/>
              <a:t>5~6</a:t>
            </a:r>
            <a:r>
              <a:rPr lang="ko-KR" altLang="en-US" dirty="0"/>
              <a:t>개월만에 </a:t>
            </a:r>
            <a:r>
              <a:rPr lang="ko-KR" altLang="en-US" dirty="0" err="1"/>
              <a:t>배우는것도</a:t>
            </a:r>
            <a:r>
              <a:rPr lang="ko-KR" altLang="en-US" dirty="0"/>
              <a:t> </a:t>
            </a:r>
            <a:r>
              <a:rPr lang="en-US" altLang="ko-KR" dirty="0"/>
              <a:t>Git </a:t>
            </a:r>
            <a:r>
              <a:rPr lang="ko-KR" altLang="en-US" dirty="0"/>
              <a:t>특강과 다르지 않고</a:t>
            </a:r>
            <a:r>
              <a:rPr lang="en-US" altLang="ko-KR" dirty="0"/>
              <a:t>, </a:t>
            </a:r>
            <a:r>
              <a:rPr lang="ko-KR" altLang="en-US" dirty="0"/>
              <a:t>또 현업에 가서 직접 부딪히며 </a:t>
            </a:r>
            <a:r>
              <a:rPr lang="ko-KR" altLang="en-US" dirty="0" err="1"/>
              <a:t>배우는게</a:t>
            </a:r>
            <a:r>
              <a:rPr lang="ko-KR" altLang="en-US" dirty="0"/>
              <a:t> 더 크기때문에</a:t>
            </a: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그 부분은 훈련생들의 몫으로 남겨두고 아쉬움을 뒤로하며 오늘 세미나를 마치겠습니다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(Deploy</a:t>
            </a:r>
            <a:r>
              <a:rPr lang="ko-KR" altLang="en-US" dirty="0"/>
              <a:t> 자원을 효율적으로 사용</a:t>
            </a:r>
            <a:r>
              <a:rPr lang="en-US" altLang="ko-KR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67719952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35ed75ccf_0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0" name="Google Shape;320;g35ed75ccf_0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질문 있으시면 해주세요</a:t>
            </a:r>
            <a:r>
              <a:rPr lang="en-US" altLang="ko-KR" dirty="0"/>
              <a:t>!</a:t>
            </a:r>
            <a:endParaRPr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996630" y="2003888"/>
            <a:ext cx="4523700" cy="1159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cxnSp>
        <p:nvCxnSpPr>
          <p:cNvPr id="11" name="Google Shape;11;p2"/>
          <p:cNvCxnSpPr/>
          <p:nvPr/>
        </p:nvCxnSpPr>
        <p:spPr>
          <a:xfrm>
            <a:off x="-6025" y="3676512"/>
            <a:ext cx="9162000" cy="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" name="Google Shape;12;p2"/>
          <p:cNvSpPr/>
          <p:nvPr/>
        </p:nvSpPr>
        <p:spPr>
          <a:xfrm>
            <a:off x="1117950" y="3393000"/>
            <a:ext cx="567000" cy="5670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ubtitle">
  <p:cSld name="TITLE_1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subTitle" idx="1"/>
          </p:nvPr>
        </p:nvSpPr>
        <p:spPr>
          <a:xfrm>
            <a:off x="2022300" y="2815923"/>
            <a:ext cx="5591400" cy="7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400">
                <a:highlight>
                  <a:schemeClr val="accent1"/>
                </a:highlight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 sz="1400">
                <a:solidFill>
                  <a:schemeClr val="dk2"/>
                </a:solidFill>
                <a:highlight>
                  <a:schemeClr val="accent1"/>
                </a:highlight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 sz="1400">
                <a:solidFill>
                  <a:schemeClr val="dk2"/>
                </a:solidFill>
                <a:highlight>
                  <a:schemeClr val="accent1"/>
                </a:highlight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 sz="1400">
                <a:solidFill>
                  <a:schemeClr val="dk2"/>
                </a:solidFill>
                <a:highlight>
                  <a:schemeClr val="accent1"/>
                </a:highlight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 sz="1400">
                <a:solidFill>
                  <a:schemeClr val="dk2"/>
                </a:solidFill>
                <a:highlight>
                  <a:schemeClr val="accent1"/>
                </a:highlight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 sz="1400">
                <a:solidFill>
                  <a:schemeClr val="dk2"/>
                </a:solidFill>
                <a:highlight>
                  <a:schemeClr val="accent1"/>
                </a:highlight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 sz="1400">
                <a:solidFill>
                  <a:schemeClr val="dk2"/>
                </a:solidFill>
                <a:highlight>
                  <a:schemeClr val="accent1"/>
                </a:highlight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 sz="1400">
                <a:solidFill>
                  <a:schemeClr val="dk2"/>
                </a:solidFill>
                <a:highlight>
                  <a:schemeClr val="accent1"/>
                </a:highlight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 sz="1400">
                <a:solidFill>
                  <a:schemeClr val="dk2"/>
                </a:solidFill>
                <a:highlight>
                  <a:schemeClr val="accent1"/>
                </a:highlight>
              </a:defRPr>
            </a:lvl9pPr>
          </a:lstStyle>
          <a:p>
            <a:endParaRPr/>
          </a:p>
        </p:txBody>
      </p:sp>
      <p:cxnSp>
        <p:nvCxnSpPr>
          <p:cNvPr id="15" name="Google Shape;15;p3"/>
          <p:cNvCxnSpPr/>
          <p:nvPr/>
        </p:nvCxnSpPr>
        <p:spPr>
          <a:xfrm>
            <a:off x="-6025" y="2571762"/>
            <a:ext cx="1984500" cy="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" name="Google Shape;16;p3"/>
          <p:cNvSpPr/>
          <p:nvPr/>
        </p:nvSpPr>
        <p:spPr>
          <a:xfrm>
            <a:off x="1117950" y="2288250"/>
            <a:ext cx="567000" cy="5670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ctrTitle"/>
          </p:nvPr>
        </p:nvSpPr>
        <p:spPr>
          <a:xfrm>
            <a:off x="2022225" y="1693523"/>
            <a:ext cx="3787800" cy="1159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cxnSp>
        <p:nvCxnSpPr>
          <p:cNvPr id="18" name="Google Shape;18;p3"/>
          <p:cNvCxnSpPr/>
          <p:nvPr/>
        </p:nvCxnSpPr>
        <p:spPr>
          <a:xfrm>
            <a:off x="5898975" y="2571750"/>
            <a:ext cx="3251100" cy="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" name="Google Shape;19;p3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TITLE_1_1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>
            <a:spLocks noGrp="1"/>
          </p:cNvSpPr>
          <p:nvPr>
            <p:ph type="body" idx="1"/>
          </p:nvPr>
        </p:nvSpPr>
        <p:spPr>
          <a:xfrm>
            <a:off x="2105050" y="2238000"/>
            <a:ext cx="4933800" cy="81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marL="457200" lvl="0" indent="-381000" algn="ctr" rtl="0">
              <a:spcBef>
                <a:spcPts val="600"/>
              </a:spcBef>
              <a:spcAft>
                <a:spcPts val="0"/>
              </a:spcAft>
              <a:buSzPts val="2400"/>
              <a:buFont typeface="Lora"/>
              <a:buChar char="◉"/>
              <a:defRPr sz="2400" i="1">
                <a:latin typeface="Lora"/>
                <a:ea typeface="Lora"/>
                <a:cs typeface="Lora"/>
                <a:sym typeface="Lora"/>
              </a:defRPr>
            </a:lvl1pPr>
            <a:lvl2pPr marL="914400" lvl="1" indent="-355600" algn="ctr" rtl="0">
              <a:spcBef>
                <a:spcPts val="0"/>
              </a:spcBef>
              <a:spcAft>
                <a:spcPts val="0"/>
              </a:spcAft>
              <a:buSzPts val="2000"/>
              <a:buFont typeface="Lora"/>
              <a:buChar char="○"/>
              <a:defRPr i="1">
                <a:latin typeface="Lora"/>
                <a:ea typeface="Lora"/>
                <a:cs typeface="Lora"/>
                <a:sym typeface="Lora"/>
              </a:defRPr>
            </a:lvl2pPr>
            <a:lvl3pPr marL="1371600" lvl="2" indent="-355600" algn="ctr" rtl="0">
              <a:spcBef>
                <a:spcPts val="0"/>
              </a:spcBef>
              <a:spcAft>
                <a:spcPts val="0"/>
              </a:spcAft>
              <a:buSzPts val="2000"/>
              <a:buFont typeface="Lora"/>
              <a:buChar char="■"/>
              <a:defRPr i="1">
                <a:latin typeface="Lora"/>
                <a:ea typeface="Lora"/>
                <a:cs typeface="Lora"/>
                <a:sym typeface="Lora"/>
              </a:defRPr>
            </a:lvl3pPr>
            <a:lvl4pPr marL="1828800" lvl="3" indent="-381000" algn="ctr" rtl="0">
              <a:spcBef>
                <a:spcPts val="0"/>
              </a:spcBef>
              <a:spcAft>
                <a:spcPts val="0"/>
              </a:spcAft>
              <a:buSzPts val="2400"/>
              <a:buFont typeface="Lora"/>
              <a:buChar char="●"/>
              <a:defRPr sz="2400" i="1">
                <a:latin typeface="Lora"/>
                <a:ea typeface="Lora"/>
                <a:cs typeface="Lora"/>
                <a:sym typeface="Lora"/>
              </a:defRPr>
            </a:lvl4pPr>
            <a:lvl5pPr marL="2286000" lvl="4" indent="-381000" algn="ctr" rtl="0">
              <a:spcBef>
                <a:spcPts val="0"/>
              </a:spcBef>
              <a:spcAft>
                <a:spcPts val="0"/>
              </a:spcAft>
              <a:buSzPts val="2400"/>
              <a:buFont typeface="Lora"/>
              <a:buChar char="○"/>
              <a:defRPr sz="2400" i="1">
                <a:latin typeface="Lora"/>
                <a:ea typeface="Lora"/>
                <a:cs typeface="Lora"/>
                <a:sym typeface="Lora"/>
              </a:defRPr>
            </a:lvl5pPr>
            <a:lvl6pPr marL="2743200" lvl="5" indent="-381000" algn="ctr" rtl="0">
              <a:spcBef>
                <a:spcPts val="0"/>
              </a:spcBef>
              <a:spcAft>
                <a:spcPts val="0"/>
              </a:spcAft>
              <a:buSzPts val="2400"/>
              <a:buFont typeface="Lora"/>
              <a:buChar char="■"/>
              <a:defRPr sz="2400" i="1">
                <a:latin typeface="Lora"/>
                <a:ea typeface="Lora"/>
                <a:cs typeface="Lora"/>
                <a:sym typeface="Lora"/>
              </a:defRPr>
            </a:lvl6pPr>
            <a:lvl7pPr marL="3200400" lvl="6" indent="-381000" algn="ctr" rtl="0">
              <a:spcBef>
                <a:spcPts val="0"/>
              </a:spcBef>
              <a:spcAft>
                <a:spcPts val="0"/>
              </a:spcAft>
              <a:buSzPts val="2400"/>
              <a:buFont typeface="Lora"/>
              <a:buChar char="●"/>
              <a:defRPr sz="2400" i="1">
                <a:latin typeface="Lora"/>
                <a:ea typeface="Lora"/>
                <a:cs typeface="Lora"/>
                <a:sym typeface="Lora"/>
              </a:defRPr>
            </a:lvl7pPr>
            <a:lvl8pPr marL="3657600" lvl="7" indent="-381000" algn="ctr" rtl="0">
              <a:spcBef>
                <a:spcPts val="0"/>
              </a:spcBef>
              <a:spcAft>
                <a:spcPts val="0"/>
              </a:spcAft>
              <a:buSzPts val="2400"/>
              <a:buFont typeface="Lora"/>
              <a:buChar char="○"/>
              <a:defRPr sz="2400" i="1">
                <a:latin typeface="Lora"/>
                <a:ea typeface="Lora"/>
                <a:cs typeface="Lora"/>
                <a:sym typeface="Lora"/>
              </a:defRPr>
            </a:lvl8pPr>
            <a:lvl9pPr marL="4114800" lvl="8" indent="-381000" algn="ctr">
              <a:spcBef>
                <a:spcPts val="0"/>
              </a:spcBef>
              <a:spcAft>
                <a:spcPts val="0"/>
              </a:spcAft>
              <a:buSzPts val="2400"/>
              <a:buFont typeface="Lora"/>
              <a:buChar char="■"/>
              <a:defRPr sz="2400" i="1">
                <a:latin typeface="Lora"/>
                <a:ea typeface="Lora"/>
                <a:cs typeface="Lora"/>
                <a:sym typeface="Lora"/>
              </a:defRPr>
            </a:lvl9pPr>
          </a:lstStyle>
          <a:p>
            <a:endParaRPr/>
          </a:p>
        </p:txBody>
      </p:sp>
      <p:cxnSp>
        <p:nvCxnSpPr>
          <p:cNvPr id="22" name="Google Shape;22;p4"/>
          <p:cNvCxnSpPr/>
          <p:nvPr/>
        </p:nvCxnSpPr>
        <p:spPr>
          <a:xfrm>
            <a:off x="4584075" y="3676500"/>
            <a:ext cx="0" cy="148050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3" name="Google Shape;23;p4"/>
          <p:cNvSpPr/>
          <p:nvPr/>
        </p:nvSpPr>
        <p:spPr>
          <a:xfrm>
            <a:off x="4288500" y="3393000"/>
            <a:ext cx="567000" cy="5670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4"/>
          <p:cNvSpPr txBox="1"/>
          <p:nvPr/>
        </p:nvSpPr>
        <p:spPr>
          <a:xfrm>
            <a:off x="3593400" y="3412652"/>
            <a:ext cx="1957200" cy="65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b="1">
                <a:latin typeface="Lora"/>
                <a:ea typeface="Lora"/>
                <a:cs typeface="Lora"/>
                <a:sym typeface="Lora"/>
              </a:rPr>
              <a:t>“</a:t>
            </a:r>
            <a:endParaRPr sz="3600" b="1">
              <a:latin typeface="Lora"/>
              <a:ea typeface="Lora"/>
              <a:cs typeface="Lora"/>
              <a:sym typeface="Lora"/>
            </a:endParaRPr>
          </a:p>
        </p:txBody>
      </p:sp>
      <p:sp>
        <p:nvSpPr>
          <p:cNvPr id="25" name="Google Shape;25;p4"/>
          <p:cNvSpPr txBox="1">
            <a:spLocks noGrp="1"/>
          </p:cNvSpPr>
          <p:nvPr>
            <p:ph type="sldNum" idx="12"/>
          </p:nvPr>
        </p:nvSpPr>
        <p:spPr>
          <a:xfrm>
            <a:off x="4297650" y="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1pPr>
            <a:lvl2pPr lvl="1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2pPr>
            <a:lvl3pPr lvl="2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3pPr>
            <a:lvl4pPr lvl="3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4pPr>
            <a:lvl5pPr lvl="4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5pPr>
            <a:lvl6pPr lvl="5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6pPr>
            <a:lvl7pPr lvl="6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7pPr>
            <a:lvl8pPr lvl="7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8pPr>
            <a:lvl9pPr lvl="8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1 column" type="tx">
  <p:cSld name="TITLE_AND_BODY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7" name="Google Shape;27;p5"/>
          <p:cNvCxnSpPr/>
          <p:nvPr/>
        </p:nvCxnSpPr>
        <p:spPr>
          <a:xfrm>
            <a:off x="0" y="1131725"/>
            <a:ext cx="1375800" cy="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8" name="Google Shape;28;p5"/>
          <p:cNvSpPr/>
          <p:nvPr/>
        </p:nvSpPr>
        <p:spPr>
          <a:xfrm>
            <a:off x="817475" y="928767"/>
            <a:ext cx="405900" cy="4059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title"/>
          </p:nvPr>
        </p:nvSpPr>
        <p:spPr>
          <a:xfrm>
            <a:off x="1381250" y="896112"/>
            <a:ext cx="38784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000"/>
              <a:buFont typeface="Lora"/>
              <a:buNone/>
              <a:defRPr sz="2000" b="1">
                <a:latin typeface="Lora"/>
                <a:ea typeface="Lora"/>
                <a:cs typeface="Lora"/>
                <a:sym typeface="Lor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000"/>
              <a:buFont typeface="Lora"/>
              <a:buNone/>
              <a:defRPr sz="2000" b="1">
                <a:highlight>
                  <a:srgbClr val="FFFFFF"/>
                </a:highlight>
                <a:latin typeface="Lora"/>
                <a:ea typeface="Lora"/>
                <a:cs typeface="Lora"/>
                <a:sym typeface="Lora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000"/>
              <a:buFont typeface="Lora"/>
              <a:buNone/>
              <a:defRPr sz="2000" b="1">
                <a:highlight>
                  <a:srgbClr val="FFFFFF"/>
                </a:highlight>
                <a:latin typeface="Lora"/>
                <a:ea typeface="Lora"/>
                <a:cs typeface="Lora"/>
                <a:sym typeface="Lora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000"/>
              <a:buFont typeface="Lora"/>
              <a:buNone/>
              <a:defRPr sz="2000" b="1">
                <a:highlight>
                  <a:srgbClr val="FFFFFF"/>
                </a:highlight>
                <a:latin typeface="Lora"/>
                <a:ea typeface="Lora"/>
                <a:cs typeface="Lora"/>
                <a:sym typeface="Lora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000"/>
              <a:buFont typeface="Lora"/>
              <a:buNone/>
              <a:defRPr sz="2000" b="1">
                <a:highlight>
                  <a:srgbClr val="FFFFFF"/>
                </a:highlight>
                <a:latin typeface="Lora"/>
                <a:ea typeface="Lora"/>
                <a:cs typeface="Lora"/>
                <a:sym typeface="Lora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000"/>
              <a:buFont typeface="Lora"/>
              <a:buNone/>
              <a:defRPr sz="2000" b="1">
                <a:highlight>
                  <a:srgbClr val="FFFFFF"/>
                </a:highlight>
                <a:latin typeface="Lora"/>
                <a:ea typeface="Lora"/>
                <a:cs typeface="Lora"/>
                <a:sym typeface="Lora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000"/>
              <a:buFont typeface="Lora"/>
              <a:buNone/>
              <a:defRPr sz="2000" b="1">
                <a:highlight>
                  <a:srgbClr val="FFFFFF"/>
                </a:highlight>
                <a:latin typeface="Lora"/>
                <a:ea typeface="Lora"/>
                <a:cs typeface="Lora"/>
                <a:sym typeface="Lora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000"/>
              <a:buFont typeface="Lora"/>
              <a:buNone/>
              <a:defRPr sz="2000" b="1">
                <a:highlight>
                  <a:srgbClr val="FFFFFF"/>
                </a:highlight>
                <a:latin typeface="Lora"/>
                <a:ea typeface="Lora"/>
                <a:cs typeface="Lora"/>
                <a:sym typeface="Lora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000"/>
              <a:buFont typeface="Lora"/>
              <a:buNone/>
              <a:defRPr sz="2000" b="1">
                <a:highlight>
                  <a:srgbClr val="FFFFFF"/>
                </a:highlight>
                <a:latin typeface="Lora"/>
                <a:ea typeface="Lora"/>
                <a:cs typeface="Lora"/>
                <a:sym typeface="Lora"/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body" idx="1"/>
          </p:nvPr>
        </p:nvSpPr>
        <p:spPr>
          <a:xfrm>
            <a:off x="1381250" y="1616470"/>
            <a:ext cx="6809700" cy="311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81000" rtl="0">
              <a:spcBef>
                <a:spcPts val="600"/>
              </a:spcBef>
              <a:spcAft>
                <a:spcPts val="0"/>
              </a:spcAft>
              <a:buClr>
                <a:srgbClr val="FFCD00"/>
              </a:buClr>
              <a:buSzPts val="2400"/>
              <a:buFont typeface="Quattrocento Sans"/>
              <a:buChar char="◉"/>
              <a:defRPr sz="2400"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L="914400" lvl="1" indent="-355600" rtl="0"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2000"/>
              <a:buFont typeface="Quattrocento Sans"/>
              <a:buChar char="○"/>
              <a:defRPr sz="2000"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L="1371600" lvl="2" indent="-355600" rtl="0"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2000"/>
              <a:buFont typeface="Quattrocento Sans"/>
              <a:buChar char="■"/>
              <a:defRPr sz="2000"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L="1828800" lvl="3" indent="-342900" rtl="0"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●"/>
              <a:defRPr sz="1800"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L="2286000" lvl="4" indent="-342900" rtl="0"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○"/>
              <a:defRPr sz="1800"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L="2743200" lvl="5" indent="-342900" rtl="0"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■"/>
              <a:defRPr sz="1800">
                <a:latin typeface="Quattrocento Sans"/>
                <a:ea typeface="Quattrocento Sans"/>
                <a:cs typeface="Quattrocento Sans"/>
                <a:sym typeface="Quattrocento Sans"/>
              </a:defRPr>
            </a:lvl6pPr>
            <a:lvl7pPr marL="3200400" lvl="6" indent="-342900" rtl="0"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●"/>
              <a:defRPr sz="1800">
                <a:latin typeface="Quattrocento Sans"/>
                <a:ea typeface="Quattrocento Sans"/>
                <a:cs typeface="Quattrocento Sans"/>
                <a:sym typeface="Quattrocento Sans"/>
              </a:defRPr>
            </a:lvl7pPr>
            <a:lvl8pPr marL="3657600" lvl="7" indent="-342900" rtl="0"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○"/>
              <a:defRPr sz="1800">
                <a:latin typeface="Quattrocento Sans"/>
                <a:ea typeface="Quattrocento Sans"/>
                <a:cs typeface="Quattrocento Sans"/>
                <a:sym typeface="Quattrocento Sans"/>
              </a:defRPr>
            </a:lvl8pPr>
            <a:lvl9pPr marL="4114800" lvl="8" indent="-342900" rtl="0"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■"/>
              <a:defRPr sz="1800">
                <a:latin typeface="Quattrocento Sans"/>
                <a:ea typeface="Quattrocento Sans"/>
                <a:cs typeface="Quattrocento Sans"/>
                <a:sym typeface="Quattrocento Sans"/>
              </a:defRPr>
            </a:lvl9pPr>
          </a:lstStyle>
          <a:p>
            <a:endParaRPr/>
          </a:p>
        </p:txBody>
      </p:sp>
      <p:cxnSp>
        <p:nvCxnSpPr>
          <p:cNvPr id="31" name="Google Shape;31;p5"/>
          <p:cNvCxnSpPr/>
          <p:nvPr/>
        </p:nvCxnSpPr>
        <p:spPr>
          <a:xfrm>
            <a:off x="5265650" y="1131725"/>
            <a:ext cx="3878400" cy="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2 columns" type="twoColTx">
  <p:cSld name="TITLE_AND_TWO_COLUMN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1381250" y="896112"/>
            <a:ext cx="38784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1381250" y="1618700"/>
            <a:ext cx="3425400" cy="3231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55600">
              <a:spcBef>
                <a:spcPts val="600"/>
              </a:spcBef>
              <a:spcAft>
                <a:spcPts val="0"/>
              </a:spcAft>
              <a:buSzPts val="2000"/>
              <a:buChar char="◉"/>
              <a:defRPr sz="2000"/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SzPts val="2000"/>
              <a:buChar char="○"/>
              <a:defRPr/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SzPts val="2000"/>
              <a:buChar char="■"/>
              <a:defRPr/>
            </a:lvl3pPr>
            <a:lvl4pPr marL="1828800" lvl="3" indent="-355600">
              <a:spcBef>
                <a:spcPts val="0"/>
              </a:spcBef>
              <a:spcAft>
                <a:spcPts val="0"/>
              </a:spcAft>
              <a:buSzPts val="2000"/>
              <a:buChar char="●"/>
              <a:defRPr sz="2000"/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SzPts val="2000"/>
              <a:buChar char="○"/>
              <a:defRPr sz="2000"/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SzPts val="2000"/>
              <a:buChar char="■"/>
              <a:defRPr sz="2000"/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SzPts val="2000"/>
              <a:buChar char="●"/>
              <a:defRPr sz="2000"/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SzPts val="2000"/>
              <a:buChar char="○"/>
              <a:defRPr sz="2000"/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SzPts val="2000"/>
              <a:buChar char="■"/>
              <a:defRPr sz="20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5012916" y="1618700"/>
            <a:ext cx="3425400" cy="3231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55600">
              <a:spcBef>
                <a:spcPts val="600"/>
              </a:spcBef>
              <a:spcAft>
                <a:spcPts val="0"/>
              </a:spcAft>
              <a:buSzPts val="2000"/>
              <a:buChar char="◉"/>
              <a:defRPr sz="2000"/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SzPts val="2000"/>
              <a:buChar char="○"/>
              <a:defRPr/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SzPts val="2000"/>
              <a:buChar char="■"/>
              <a:defRPr/>
            </a:lvl3pPr>
            <a:lvl4pPr marL="1828800" lvl="3" indent="-355600">
              <a:spcBef>
                <a:spcPts val="0"/>
              </a:spcBef>
              <a:spcAft>
                <a:spcPts val="0"/>
              </a:spcAft>
              <a:buSzPts val="2000"/>
              <a:buChar char="●"/>
              <a:defRPr sz="2000"/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SzPts val="2000"/>
              <a:buChar char="○"/>
              <a:defRPr sz="2000"/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SzPts val="2000"/>
              <a:buChar char="■"/>
              <a:defRPr sz="2000"/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SzPts val="2000"/>
              <a:buChar char="●"/>
              <a:defRPr sz="2000"/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SzPts val="2000"/>
              <a:buChar char="○"/>
              <a:defRPr sz="2000"/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SzPts val="2000"/>
              <a:buChar char="■"/>
              <a:defRPr sz="2000"/>
            </a:lvl9pPr>
          </a:lstStyle>
          <a:p>
            <a:endParaRPr/>
          </a:p>
        </p:txBody>
      </p:sp>
      <p:cxnSp>
        <p:nvCxnSpPr>
          <p:cNvPr id="37" name="Google Shape;37;p6"/>
          <p:cNvCxnSpPr/>
          <p:nvPr/>
        </p:nvCxnSpPr>
        <p:spPr>
          <a:xfrm>
            <a:off x="0" y="1131725"/>
            <a:ext cx="1375800" cy="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8" name="Google Shape;38;p6"/>
          <p:cNvSpPr/>
          <p:nvPr/>
        </p:nvSpPr>
        <p:spPr>
          <a:xfrm>
            <a:off x="817475" y="928767"/>
            <a:ext cx="405900" cy="4059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39" name="Google Shape;39;p6"/>
          <p:cNvCxnSpPr/>
          <p:nvPr/>
        </p:nvCxnSpPr>
        <p:spPr>
          <a:xfrm>
            <a:off x="5265650" y="1131725"/>
            <a:ext cx="3878400" cy="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0" name="Google Shape;40;p6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3 columns">
  <p:cSld name="TITLE_AND_TWO_COLUMNS_1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7"/>
          <p:cNvSpPr txBox="1">
            <a:spLocks noGrp="1"/>
          </p:cNvSpPr>
          <p:nvPr>
            <p:ph type="title"/>
          </p:nvPr>
        </p:nvSpPr>
        <p:spPr>
          <a:xfrm>
            <a:off x="1381250" y="896112"/>
            <a:ext cx="38784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1"/>
          </p:nvPr>
        </p:nvSpPr>
        <p:spPr>
          <a:xfrm>
            <a:off x="1381250" y="1651075"/>
            <a:ext cx="2334000" cy="312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◉"/>
              <a:defRPr sz="1800"/>
            </a:lvl1pPr>
            <a:lvl2pPr marL="914400" lvl="1" indent="-342900" rtl="0">
              <a:spcBef>
                <a:spcPts val="0"/>
              </a:spcBef>
              <a:spcAft>
                <a:spcPts val="0"/>
              </a:spcAft>
              <a:buSzPts val="1800"/>
              <a:buChar char="○"/>
              <a:defRPr sz="1800"/>
            </a:lvl2pPr>
            <a:lvl3pPr marL="1371600" lvl="2" indent="-342900" rtl="0">
              <a:spcBef>
                <a:spcPts val="0"/>
              </a:spcBef>
              <a:spcAft>
                <a:spcPts val="0"/>
              </a:spcAft>
              <a:buSzPts val="1800"/>
              <a:buChar char="■"/>
              <a:defRPr sz="1800"/>
            </a:lvl3pPr>
            <a:lvl4pPr marL="1828800" lvl="3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4pPr>
            <a:lvl5pPr marL="2286000" lvl="4" indent="-342900" rtl="0"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5pPr>
            <a:lvl6pPr marL="2743200" lvl="5" indent="-342900" rtl="0"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6pPr>
            <a:lvl7pPr marL="3200400" lvl="6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7pPr>
            <a:lvl8pPr marL="3657600" lvl="7" indent="-342900" rtl="0"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8pPr>
            <a:lvl9pPr marL="4114800" lvl="8" indent="-342900" rtl="0"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2"/>
          </p:nvPr>
        </p:nvSpPr>
        <p:spPr>
          <a:xfrm>
            <a:off x="3834912" y="1651075"/>
            <a:ext cx="2334000" cy="312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◉"/>
              <a:defRPr sz="1800"/>
            </a:lvl1pPr>
            <a:lvl2pPr marL="914400" lvl="1" indent="-342900" rtl="0">
              <a:spcBef>
                <a:spcPts val="0"/>
              </a:spcBef>
              <a:spcAft>
                <a:spcPts val="0"/>
              </a:spcAft>
              <a:buSzPts val="1800"/>
              <a:buChar char="○"/>
              <a:defRPr sz="1800"/>
            </a:lvl2pPr>
            <a:lvl3pPr marL="1371600" lvl="2" indent="-342900" rtl="0">
              <a:spcBef>
                <a:spcPts val="0"/>
              </a:spcBef>
              <a:spcAft>
                <a:spcPts val="0"/>
              </a:spcAft>
              <a:buSzPts val="1800"/>
              <a:buChar char="■"/>
              <a:defRPr sz="1800"/>
            </a:lvl3pPr>
            <a:lvl4pPr marL="1828800" lvl="3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4pPr>
            <a:lvl5pPr marL="2286000" lvl="4" indent="-342900" rtl="0"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5pPr>
            <a:lvl6pPr marL="2743200" lvl="5" indent="-342900" rtl="0"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6pPr>
            <a:lvl7pPr marL="3200400" lvl="6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7pPr>
            <a:lvl8pPr marL="3657600" lvl="7" indent="-342900" rtl="0"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8pPr>
            <a:lvl9pPr marL="4114800" lvl="8" indent="-342900" rtl="0"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3"/>
          </p:nvPr>
        </p:nvSpPr>
        <p:spPr>
          <a:xfrm>
            <a:off x="6288573" y="1651075"/>
            <a:ext cx="2334000" cy="312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◉"/>
              <a:defRPr sz="1800"/>
            </a:lvl1pPr>
            <a:lvl2pPr marL="914400" lvl="1" indent="-342900" rtl="0">
              <a:spcBef>
                <a:spcPts val="0"/>
              </a:spcBef>
              <a:spcAft>
                <a:spcPts val="0"/>
              </a:spcAft>
              <a:buSzPts val="1800"/>
              <a:buChar char="○"/>
              <a:defRPr sz="1800"/>
            </a:lvl2pPr>
            <a:lvl3pPr marL="1371600" lvl="2" indent="-342900" rtl="0">
              <a:spcBef>
                <a:spcPts val="0"/>
              </a:spcBef>
              <a:spcAft>
                <a:spcPts val="0"/>
              </a:spcAft>
              <a:buSzPts val="1800"/>
              <a:buChar char="■"/>
              <a:defRPr sz="1800"/>
            </a:lvl3pPr>
            <a:lvl4pPr marL="1828800" lvl="3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4pPr>
            <a:lvl5pPr marL="2286000" lvl="4" indent="-342900" rtl="0"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5pPr>
            <a:lvl6pPr marL="2743200" lvl="5" indent="-342900" rtl="0"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6pPr>
            <a:lvl7pPr marL="3200400" lvl="6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7pPr>
            <a:lvl8pPr marL="3657600" lvl="7" indent="-342900" rtl="0"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8pPr>
            <a:lvl9pPr marL="4114800" lvl="8" indent="-342900" rtl="0"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>
            <a:endParaRPr/>
          </a:p>
        </p:txBody>
      </p:sp>
      <p:cxnSp>
        <p:nvCxnSpPr>
          <p:cNvPr id="46" name="Google Shape;46;p7"/>
          <p:cNvCxnSpPr/>
          <p:nvPr/>
        </p:nvCxnSpPr>
        <p:spPr>
          <a:xfrm>
            <a:off x="0" y="1131725"/>
            <a:ext cx="1375800" cy="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7" name="Google Shape;47;p7"/>
          <p:cNvSpPr/>
          <p:nvPr/>
        </p:nvSpPr>
        <p:spPr>
          <a:xfrm>
            <a:off x="817475" y="928767"/>
            <a:ext cx="405900" cy="4059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48" name="Google Shape;48;p7"/>
          <p:cNvCxnSpPr/>
          <p:nvPr/>
        </p:nvCxnSpPr>
        <p:spPr>
          <a:xfrm>
            <a:off x="5265650" y="1131725"/>
            <a:ext cx="3878400" cy="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9" name="Google Shape;49;p7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>
            <a:spLocks noGrp="1"/>
          </p:cNvSpPr>
          <p:nvPr>
            <p:ph type="title"/>
          </p:nvPr>
        </p:nvSpPr>
        <p:spPr>
          <a:xfrm>
            <a:off x="1381250" y="896112"/>
            <a:ext cx="38784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cxnSp>
        <p:nvCxnSpPr>
          <p:cNvPr id="52" name="Google Shape;52;p8"/>
          <p:cNvCxnSpPr/>
          <p:nvPr/>
        </p:nvCxnSpPr>
        <p:spPr>
          <a:xfrm>
            <a:off x="0" y="1131725"/>
            <a:ext cx="1375800" cy="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3" name="Google Shape;53;p8"/>
          <p:cNvSpPr/>
          <p:nvPr/>
        </p:nvSpPr>
        <p:spPr>
          <a:xfrm>
            <a:off x="817475" y="928767"/>
            <a:ext cx="405900" cy="4059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54" name="Google Shape;54;p8"/>
          <p:cNvCxnSpPr/>
          <p:nvPr/>
        </p:nvCxnSpPr>
        <p:spPr>
          <a:xfrm>
            <a:off x="5265650" y="1131725"/>
            <a:ext cx="3878400" cy="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5" name="Google Shape;55;p8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letely blank">
  <p:cSld name="BLANK_1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1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body" idx="1"/>
          </p:nvPr>
        </p:nvSpPr>
        <p:spPr>
          <a:xfrm>
            <a:off x="1381250" y="1616470"/>
            <a:ext cx="6809700" cy="311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81000"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Quattrocento Sans"/>
              <a:buChar char="◉"/>
              <a:defRPr sz="240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Quattrocento Sans"/>
              <a:buChar char="○"/>
              <a:defRPr sz="200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Quattrocento Sans"/>
              <a:buChar char="■"/>
              <a:defRPr sz="200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L="1828800" lvl="3" indent="-3429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Quattrocento Sans"/>
              <a:buChar char="●"/>
              <a:defRPr sz="180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L="2286000" lvl="4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attrocento Sans"/>
              <a:buChar char="○"/>
              <a:defRPr sz="180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L="2743200" lvl="5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attrocento Sans"/>
              <a:buChar char="■"/>
              <a:defRPr sz="180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6pPr>
            <a:lvl7pPr marL="3200400" lvl="6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attrocento Sans"/>
              <a:buChar char="●"/>
              <a:defRPr sz="180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7pPr>
            <a:lvl8pPr marL="3657600" lvl="7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attrocento Sans"/>
              <a:buChar char="○"/>
              <a:defRPr sz="180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8pPr>
            <a:lvl9pPr marL="4114800" lvl="8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attrocento Sans"/>
              <a:buChar char="■"/>
              <a:defRPr sz="180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title"/>
          </p:nvPr>
        </p:nvSpPr>
        <p:spPr>
          <a:xfrm>
            <a:off x="1381250" y="896549"/>
            <a:ext cx="6809700" cy="43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Lora"/>
              <a:buNone/>
              <a:defRPr sz="2000" b="1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Lora"/>
              <a:buNone/>
              <a:defRPr sz="2000" b="1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Lora"/>
              <a:buNone/>
              <a:defRPr sz="2000" b="1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Lora"/>
              <a:buNone/>
              <a:defRPr sz="2000" b="1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Lora"/>
              <a:buNone/>
              <a:defRPr sz="2000" b="1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Lora"/>
              <a:buNone/>
              <a:defRPr sz="2000" b="1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Lora"/>
              <a:buNone/>
              <a:defRPr sz="2000" b="1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Lora"/>
              <a:buNone/>
              <a:defRPr sz="2000" b="1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Lora"/>
              <a:buNone/>
              <a:defRPr sz="2000" b="1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buNone/>
              <a:defRPr sz="1000">
                <a:solidFill>
                  <a:srgbClr val="1D1D1B"/>
                </a:solidFill>
                <a:latin typeface="Lora"/>
                <a:ea typeface="Lora"/>
                <a:cs typeface="Lora"/>
                <a:sym typeface="Lora"/>
              </a:defRPr>
            </a:lvl1pPr>
            <a:lvl2pPr lvl="1" algn="r">
              <a:buNone/>
              <a:defRPr sz="1000">
                <a:solidFill>
                  <a:srgbClr val="1D1D1B"/>
                </a:solidFill>
                <a:latin typeface="Lora"/>
                <a:ea typeface="Lora"/>
                <a:cs typeface="Lora"/>
                <a:sym typeface="Lora"/>
              </a:defRPr>
            </a:lvl2pPr>
            <a:lvl3pPr lvl="2" algn="r">
              <a:buNone/>
              <a:defRPr sz="1000">
                <a:solidFill>
                  <a:srgbClr val="1D1D1B"/>
                </a:solidFill>
                <a:latin typeface="Lora"/>
                <a:ea typeface="Lora"/>
                <a:cs typeface="Lora"/>
                <a:sym typeface="Lora"/>
              </a:defRPr>
            </a:lvl3pPr>
            <a:lvl4pPr lvl="3" algn="r">
              <a:buNone/>
              <a:defRPr sz="1000">
                <a:solidFill>
                  <a:srgbClr val="1D1D1B"/>
                </a:solidFill>
                <a:latin typeface="Lora"/>
                <a:ea typeface="Lora"/>
                <a:cs typeface="Lora"/>
                <a:sym typeface="Lora"/>
              </a:defRPr>
            </a:lvl4pPr>
            <a:lvl5pPr lvl="4" algn="r">
              <a:buNone/>
              <a:defRPr sz="1000">
                <a:solidFill>
                  <a:srgbClr val="1D1D1B"/>
                </a:solidFill>
                <a:latin typeface="Lora"/>
                <a:ea typeface="Lora"/>
                <a:cs typeface="Lora"/>
                <a:sym typeface="Lora"/>
              </a:defRPr>
            </a:lvl5pPr>
            <a:lvl6pPr lvl="5" algn="r">
              <a:buNone/>
              <a:defRPr sz="1000">
                <a:solidFill>
                  <a:srgbClr val="1D1D1B"/>
                </a:solidFill>
                <a:latin typeface="Lora"/>
                <a:ea typeface="Lora"/>
                <a:cs typeface="Lora"/>
                <a:sym typeface="Lora"/>
              </a:defRPr>
            </a:lvl6pPr>
            <a:lvl7pPr lvl="6" algn="r">
              <a:buNone/>
              <a:defRPr sz="1000">
                <a:solidFill>
                  <a:srgbClr val="1D1D1B"/>
                </a:solidFill>
                <a:latin typeface="Lora"/>
                <a:ea typeface="Lora"/>
                <a:cs typeface="Lora"/>
                <a:sym typeface="Lora"/>
              </a:defRPr>
            </a:lvl7pPr>
            <a:lvl8pPr lvl="7" algn="r">
              <a:buNone/>
              <a:defRPr sz="1000">
                <a:solidFill>
                  <a:srgbClr val="1D1D1B"/>
                </a:solidFill>
                <a:latin typeface="Lora"/>
                <a:ea typeface="Lora"/>
                <a:cs typeface="Lora"/>
                <a:sym typeface="Lora"/>
              </a:defRPr>
            </a:lvl8pPr>
            <a:lvl9pPr lvl="8" algn="r">
              <a:buNone/>
              <a:defRPr sz="1000">
                <a:solidFill>
                  <a:srgbClr val="1D1D1B"/>
                </a:solidFill>
                <a:latin typeface="Lora"/>
                <a:ea typeface="Lora"/>
                <a:cs typeface="Lora"/>
                <a:sym typeface="Lor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7" r:id="rId8"/>
  </p:sldLayoutIdLst>
  <p:transition>
    <p:fade thruBlk="1"/>
  </p:transition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9.jpe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0.jpeg"/><Relationship Id="rId5" Type="http://schemas.openxmlformats.org/officeDocument/2006/relationships/image" Target="../media/image19.jpeg"/><Relationship Id="rId4" Type="http://schemas.openxmlformats.org/officeDocument/2006/relationships/image" Target="../media/image1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4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2"/>
          <p:cNvSpPr txBox="1">
            <a:spLocks noGrp="1"/>
          </p:cNvSpPr>
          <p:nvPr>
            <p:ph type="ctrTitle"/>
          </p:nvPr>
        </p:nvSpPr>
        <p:spPr>
          <a:xfrm>
            <a:off x="996630" y="2003888"/>
            <a:ext cx="4523700" cy="1159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tx1"/>
                </a:solidFill>
                <a:highlight>
                  <a:srgbClr val="FFCD00"/>
                </a:highlight>
              </a:rPr>
              <a:t>About Git?</a:t>
            </a:r>
            <a:br>
              <a:rPr lang="en" dirty="0"/>
            </a:br>
            <a:endParaRPr dirty="0"/>
          </a:p>
        </p:txBody>
      </p:sp>
      <p:grpSp>
        <p:nvGrpSpPr>
          <p:cNvPr id="72" name="Google Shape;72;p12"/>
          <p:cNvGrpSpPr/>
          <p:nvPr/>
        </p:nvGrpSpPr>
        <p:grpSpPr>
          <a:xfrm>
            <a:off x="1299165" y="3511424"/>
            <a:ext cx="215966" cy="342399"/>
            <a:chOff x="6718575" y="2318625"/>
            <a:chExt cx="256950" cy="407375"/>
          </a:xfrm>
        </p:grpSpPr>
        <p:sp>
          <p:nvSpPr>
            <p:cNvPr id="73" name="Google Shape;73;p12"/>
            <p:cNvSpPr/>
            <p:nvPr/>
          </p:nvSpPr>
          <p:spPr>
            <a:xfrm>
              <a:off x="6795900" y="2673600"/>
              <a:ext cx="102300" cy="22550"/>
            </a:xfrm>
            <a:custGeom>
              <a:avLst/>
              <a:gdLst/>
              <a:ahLst/>
              <a:cxnLst/>
              <a:rect l="l" t="t" r="r" b="b"/>
              <a:pathLst>
                <a:path w="4092" h="902" fill="none" extrusionOk="0">
                  <a:moveTo>
                    <a:pt x="4092" y="902"/>
                  </a:moveTo>
                  <a:lnTo>
                    <a:pt x="4092" y="1"/>
                  </a:lnTo>
                  <a:lnTo>
                    <a:pt x="0" y="1"/>
                  </a:lnTo>
                  <a:lnTo>
                    <a:pt x="0" y="902"/>
                  </a:lnTo>
                  <a:lnTo>
                    <a:pt x="4092" y="902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" name="Google Shape;74;p12"/>
            <p:cNvSpPr/>
            <p:nvPr/>
          </p:nvSpPr>
          <p:spPr>
            <a:xfrm>
              <a:off x="6795900" y="2650475"/>
              <a:ext cx="102300" cy="22550"/>
            </a:xfrm>
            <a:custGeom>
              <a:avLst/>
              <a:gdLst/>
              <a:ahLst/>
              <a:cxnLst/>
              <a:rect l="l" t="t" r="r" b="b"/>
              <a:pathLst>
                <a:path w="4092" h="902" fill="none" extrusionOk="0">
                  <a:moveTo>
                    <a:pt x="4092" y="901"/>
                  </a:moveTo>
                  <a:lnTo>
                    <a:pt x="4092" y="0"/>
                  </a:lnTo>
                  <a:lnTo>
                    <a:pt x="0" y="0"/>
                  </a:lnTo>
                  <a:lnTo>
                    <a:pt x="0" y="901"/>
                  </a:lnTo>
                  <a:lnTo>
                    <a:pt x="4092" y="901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" name="Google Shape;75;p12"/>
            <p:cNvSpPr/>
            <p:nvPr/>
          </p:nvSpPr>
          <p:spPr>
            <a:xfrm>
              <a:off x="6795900" y="2696125"/>
              <a:ext cx="102300" cy="29875"/>
            </a:xfrm>
            <a:custGeom>
              <a:avLst/>
              <a:gdLst/>
              <a:ahLst/>
              <a:cxnLst/>
              <a:rect l="l" t="t" r="r" b="b"/>
              <a:pathLst>
                <a:path w="4092" h="1195" fill="none" extrusionOk="0">
                  <a:moveTo>
                    <a:pt x="0" y="1"/>
                  </a:moveTo>
                  <a:lnTo>
                    <a:pt x="0" y="171"/>
                  </a:lnTo>
                  <a:lnTo>
                    <a:pt x="0" y="171"/>
                  </a:lnTo>
                  <a:lnTo>
                    <a:pt x="24" y="318"/>
                  </a:lnTo>
                  <a:lnTo>
                    <a:pt x="98" y="464"/>
                  </a:lnTo>
                  <a:lnTo>
                    <a:pt x="195" y="585"/>
                  </a:lnTo>
                  <a:lnTo>
                    <a:pt x="341" y="659"/>
                  </a:lnTo>
                  <a:lnTo>
                    <a:pt x="1875" y="1170"/>
                  </a:lnTo>
                  <a:lnTo>
                    <a:pt x="1875" y="1170"/>
                  </a:lnTo>
                  <a:lnTo>
                    <a:pt x="2046" y="1194"/>
                  </a:lnTo>
                  <a:lnTo>
                    <a:pt x="2046" y="1194"/>
                  </a:lnTo>
                  <a:lnTo>
                    <a:pt x="2216" y="1170"/>
                  </a:lnTo>
                  <a:lnTo>
                    <a:pt x="3751" y="659"/>
                  </a:lnTo>
                  <a:lnTo>
                    <a:pt x="3751" y="659"/>
                  </a:lnTo>
                  <a:lnTo>
                    <a:pt x="3897" y="585"/>
                  </a:lnTo>
                  <a:lnTo>
                    <a:pt x="3994" y="464"/>
                  </a:lnTo>
                  <a:lnTo>
                    <a:pt x="4067" y="318"/>
                  </a:lnTo>
                  <a:lnTo>
                    <a:pt x="4092" y="171"/>
                  </a:lnTo>
                  <a:lnTo>
                    <a:pt x="4092" y="1"/>
                  </a:lnTo>
                  <a:lnTo>
                    <a:pt x="0" y="1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Google Shape;76;p12"/>
            <p:cNvSpPr/>
            <p:nvPr/>
          </p:nvSpPr>
          <p:spPr>
            <a:xfrm>
              <a:off x="6784925" y="2459275"/>
              <a:ext cx="35350" cy="166875"/>
            </a:xfrm>
            <a:custGeom>
              <a:avLst/>
              <a:gdLst/>
              <a:ahLst/>
              <a:cxnLst/>
              <a:rect l="l" t="t" r="r" b="b"/>
              <a:pathLst>
                <a:path w="1414" h="6675" fill="none" extrusionOk="0">
                  <a:moveTo>
                    <a:pt x="1413" y="6674"/>
                  </a:moveTo>
                  <a:lnTo>
                    <a:pt x="1413" y="6674"/>
                  </a:lnTo>
                  <a:lnTo>
                    <a:pt x="585" y="2850"/>
                  </a:lnTo>
                  <a:lnTo>
                    <a:pt x="1" y="1"/>
                  </a:lnTo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Google Shape;77;p12"/>
            <p:cNvSpPr/>
            <p:nvPr/>
          </p:nvSpPr>
          <p:spPr>
            <a:xfrm>
              <a:off x="6718575" y="2318625"/>
              <a:ext cx="256950" cy="307525"/>
            </a:xfrm>
            <a:custGeom>
              <a:avLst/>
              <a:gdLst/>
              <a:ahLst/>
              <a:cxnLst/>
              <a:rect l="l" t="t" r="r" b="b"/>
              <a:pathLst>
                <a:path w="10278" h="12301" fill="none" extrusionOk="0">
                  <a:moveTo>
                    <a:pt x="7185" y="12300"/>
                  </a:moveTo>
                  <a:lnTo>
                    <a:pt x="7185" y="12300"/>
                  </a:lnTo>
                  <a:lnTo>
                    <a:pt x="7307" y="11764"/>
                  </a:lnTo>
                  <a:lnTo>
                    <a:pt x="7477" y="11253"/>
                  </a:lnTo>
                  <a:lnTo>
                    <a:pt x="7672" y="10766"/>
                  </a:lnTo>
                  <a:lnTo>
                    <a:pt x="7891" y="10327"/>
                  </a:lnTo>
                  <a:lnTo>
                    <a:pt x="8135" y="9913"/>
                  </a:lnTo>
                  <a:lnTo>
                    <a:pt x="8378" y="9499"/>
                  </a:lnTo>
                  <a:lnTo>
                    <a:pt x="8914" y="8720"/>
                  </a:lnTo>
                  <a:lnTo>
                    <a:pt x="9182" y="8330"/>
                  </a:lnTo>
                  <a:lnTo>
                    <a:pt x="9425" y="7941"/>
                  </a:lnTo>
                  <a:lnTo>
                    <a:pt x="9645" y="7551"/>
                  </a:lnTo>
                  <a:lnTo>
                    <a:pt x="9864" y="7113"/>
                  </a:lnTo>
                  <a:lnTo>
                    <a:pt x="10034" y="6674"/>
                  </a:lnTo>
                  <a:lnTo>
                    <a:pt x="10156" y="6187"/>
                  </a:lnTo>
                  <a:lnTo>
                    <a:pt x="10229" y="5676"/>
                  </a:lnTo>
                  <a:lnTo>
                    <a:pt x="10253" y="5408"/>
                  </a:lnTo>
                  <a:lnTo>
                    <a:pt x="10278" y="5140"/>
                  </a:lnTo>
                  <a:lnTo>
                    <a:pt x="10278" y="5140"/>
                  </a:lnTo>
                  <a:lnTo>
                    <a:pt x="10229" y="4604"/>
                  </a:lnTo>
                  <a:lnTo>
                    <a:pt x="10156" y="4093"/>
                  </a:lnTo>
                  <a:lnTo>
                    <a:pt x="10034" y="3605"/>
                  </a:lnTo>
                  <a:lnTo>
                    <a:pt x="9864" y="3143"/>
                  </a:lnTo>
                  <a:lnTo>
                    <a:pt x="9645" y="2680"/>
                  </a:lnTo>
                  <a:lnTo>
                    <a:pt x="9401" y="2266"/>
                  </a:lnTo>
                  <a:lnTo>
                    <a:pt x="9084" y="1876"/>
                  </a:lnTo>
                  <a:lnTo>
                    <a:pt x="8768" y="1511"/>
                  </a:lnTo>
                  <a:lnTo>
                    <a:pt x="8402" y="1170"/>
                  </a:lnTo>
                  <a:lnTo>
                    <a:pt x="8013" y="878"/>
                  </a:lnTo>
                  <a:lnTo>
                    <a:pt x="7574" y="634"/>
                  </a:lnTo>
                  <a:lnTo>
                    <a:pt x="7136" y="415"/>
                  </a:lnTo>
                  <a:lnTo>
                    <a:pt x="6673" y="244"/>
                  </a:lnTo>
                  <a:lnTo>
                    <a:pt x="6162" y="98"/>
                  </a:lnTo>
                  <a:lnTo>
                    <a:pt x="5675" y="25"/>
                  </a:lnTo>
                  <a:lnTo>
                    <a:pt x="5139" y="1"/>
                  </a:lnTo>
                  <a:lnTo>
                    <a:pt x="5139" y="1"/>
                  </a:lnTo>
                  <a:lnTo>
                    <a:pt x="4603" y="25"/>
                  </a:lnTo>
                  <a:lnTo>
                    <a:pt x="4116" y="98"/>
                  </a:lnTo>
                  <a:lnTo>
                    <a:pt x="3605" y="244"/>
                  </a:lnTo>
                  <a:lnTo>
                    <a:pt x="3142" y="415"/>
                  </a:lnTo>
                  <a:lnTo>
                    <a:pt x="2703" y="634"/>
                  </a:lnTo>
                  <a:lnTo>
                    <a:pt x="2265" y="878"/>
                  </a:lnTo>
                  <a:lnTo>
                    <a:pt x="1875" y="1170"/>
                  </a:lnTo>
                  <a:lnTo>
                    <a:pt x="1510" y="1511"/>
                  </a:lnTo>
                  <a:lnTo>
                    <a:pt x="1193" y="1876"/>
                  </a:lnTo>
                  <a:lnTo>
                    <a:pt x="877" y="2266"/>
                  </a:lnTo>
                  <a:lnTo>
                    <a:pt x="633" y="2680"/>
                  </a:lnTo>
                  <a:lnTo>
                    <a:pt x="414" y="3143"/>
                  </a:lnTo>
                  <a:lnTo>
                    <a:pt x="244" y="3605"/>
                  </a:lnTo>
                  <a:lnTo>
                    <a:pt x="122" y="4093"/>
                  </a:lnTo>
                  <a:lnTo>
                    <a:pt x="49" y="4604"/>
                  </a:lnTo>
                  <a:lnTo>
                    <a:pt x="0" y="5140"/>
                  </a:lnTo>
                  <a:lnTo>
                    <a:pt x="0" y="5140"/>
                  </a:lnTo>
                  <a:lnTo>
                    <a:pt x="24" y="5408"/>
                  </a:lnTo>
                  <a:lnTo>
                    <a:pt x="49" y="5676"/>
                  </a:lnTo>
                  <a:lnTo>
                    <a:pt x="122" y="6187"/>
                  </a:lnTo>
                  <a:lnTo>
                    <a:pt x="244" y="6674"/>
                  </a:lnTo>
                  <a:lnTo>
                    <a:pt x="414" y="7113"/>
                  </a:lnTo>
                  <a:lnTo>
                    <a:pt x="633" y="7551"/>
                  </a:lnTo>
                  <a:lnTo>
                    <a:pt x="852" y="7941"/>
                  </a:lnTo>
                  <a:lnTo>
                    <a:pt x="1096" y="8330"/>
                  </a:lnTo>
                  <a:lnTo>
                    <a:pt x="1364" y="8720"/>
                  </a:lnTo>
                  <a:lnTo>
                    <a:pt x="1900" y="9499"/>
                  </a:lnTo>
                  <a:lnTo>
                    <a:pt x="2143" y="9913"/>
                  </a:lnTo>
                  <a:lnTo>
                    <a:pt x="2387" y="10327"/>
                  </a:lnTo>
                  <a:lnTo>
                    <a:pt x="2606" y="10766"/>
                  </a:lnTo>
                  <a:lnTo>
                    <a:pt x="2801" y="11253"/>
                  </a:lnTo>
                  <a:lnTo>
                    <a:pt x="2971" y="11764"/>
                  </a:lnTo>
                  <a:lnTo>
                    <a:pt x="3093" y="12300"/>
                  </a:lnTo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Google Shape;78;p12"/>
            <p:cNvSpPr/>
            <p:nvPr/>
          </p:nvSpPr>
          <p:spPr>
            <a:xfrm>
              <a:off x="6873825" y="2459275"/>
              <a:ext cx="35350" cy="166875"/>
            </a:xfrm>
            <a:custGeom>
              <a:avLst/>
              <a:gdLst/>
              <a:ahLst/>
              <a:cxnLst/>
              <a:rect l="l" t="t" r="r" b="b"/>
              <a:pathLst>
                <a:path w="1414" h="6675" fill="none" extrusionOk="0">
                  <a:moveTo>
                    <a:pt x="1413" y="1"/>
                  </a:moveTo>
                  <a:lnTo>
                    <a:pt x="1413" y="1"/>
                  </a:lnTo>
                  <a:lnTo>
                    <a:pt x="829" y="2850"/>
                  </a:lnTo>
                  <a:lnTo>
                    <a:pt x="1" y="6674"/>
                  </a:lnTo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" name="Google Shape;79;p12"/>
            <p:cNvSpPr/>
            <p:nvPr/>
          </p:nvSpPr>
          <p:spPr>
            <a:xfrm>
              <a:off x="6801975" y="2453200"/>
              <a:ext cx="90150" cy="19500"/>
            </a:xfrm>
            <a:custGeom>
              <a:avLst/>
              <a:gdLst/>
              <a:ahLst/>
              <a:cxnLst/>
              <a:rect l="l" t="t" r="r" b="b"/>
              <a:pathLst>
                <a:path w="3606" h="780" fill="none" extrusionOk="0">
                  <a:moveTo>
                    <a:pt x="1" y="73"/>
                  </a:moveTo>
                  <a:lnTo>
                    <a:pt x="829" y="780"/>
                  </a:lnTo>
                  <a:lnTo>
                    <a:pt x="1657" y="73"/>
                  </a:lnTo>
                  <a:lnTo>
                    <a:pt x="1657" y="73"/>
                  </a:lnTo>
                  <a:lnTo>
                    <a:pt x="1730" y="25"/>
                  </a:lnTo>
                  <a:lnTo>
                    <a:pt x="1803" y="0"/>
                  </a:lnTo>
                  <a:lnTo>
                    <a:pt x="1876" y="25"/>
                  </a:lnTo>
                  <a:lnTo>
                    <a:pt x="1949" y="73"/>
                  </a:lnTo>
                  <a:lnTo>
                    <a:pt x="2777" y="780"/>
                  </a:lnTo>
                  <a:lnTo>
                    <a:pt x="3605" y="73"/>
                  </a:lnTo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" name="Google Shape;80;p12"/>
            <p:cNvSpPr/>
            <p:nvPr/>
          </p:nvSpPr>
          <p:spPr>
            <a:xfrm>
              <a:off x="6795900" y="2628550"/>
              <a:ext cx="102300" cy="25"/>
            </a:xfrm>
            <a:custGeom>
              <a:avLst/>
              <a:gdLst/>
              <a:ahLst/>
              <a:cxnLst/>
              <a:rect l="l" t="t" r="r" b="b"/>
              <a:pathLst>
                <a:path w="4092" h="1" fill="none" extrusionOk="0">
                  <a:moveTo>
                    <a:pt x="0" y="1"/>
                  </a:moveTo>
                  <a:lnTo>
                    <a:pt x="4092" y="1"/>
                  </a:lnTo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2" name="Google Shape;71;p12">
            <a:extLst>
              <a:ext uri="{FF2B5EF4-FFF2-40B4-BE49-F238E27FC236}">
                <a16:creationId xmlns:a16="http://schemas.microsoft.com/office/drawing/2014/main" id="{040CB9AA-01C0-4AFC-BEDA-1D39B1B0C76A}"/>
              </a:ext>
            </a:extLst>
          </p:cNvPr>
          <p:cNvSpPr txBox="1">
            <a:spLocks/>
          </p:cNvSpPr>
          <p:nvPr/>
        </p:nvSpPr>
        <p:spPr>
          <a:xfrm>
            <a:off x="7603610" y="3640661"/>
            <a:ext cx="968883" cy="4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Lora"/>
              <a:buNone/>
              <a:defRPr sz="3600" b="1" i="0" u="none" strike="noStrike" cap="none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Lora"/>
              <a:buNone/>
              <a:defRPr sz="3600" b="1" i="0" u="none" strike="noStrike" cap="none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Lora"/>
              <a:buNone/>
              <a:defRPr sz="3600" b="1" i="0" u="none" strike="noStrike" cap="none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Lora"/>
              <a:buNone/>
              <a:defRPr sz="3600" b="1" i="0" u="none" strike="noStrike" cap="none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Lora"/>
              <a:buNone/>
              <a:defRPr sz="3600" b="1" i="0" u="none" strike="noStrike" cap="none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Lora"/>
              <a:buNone/>
              <a:defRPr sz="3600" b="1" i="0" u="none" strike="noStrike" cap="none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Lora"/>
              <a:buNone/>
              <a:defRPr sz="3600" b="1" i="0" u="none" strike="noStrike" cap="none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Lora"/>
              <a:buNone/>
              <a:defRPr sz="3600" b="1" i="0" u="none" strike="noStrike" cap="none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Lora"/>
              <a:buNone/>
              <a:defRPr sz="3600" b="1" i="0" u="none" strike="noStrike" cap="none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defRPr>
            </a:lvl9pPr>
          </a:lstStyle>
          <a:p>
            <a:r>
              <a:rPr lang="en-US" sz="1200" dirty="0">
                <a:solidFill>
                  <a:schemeClr val="tx1"/>
                </a:solidFill>
              </a:rPr>
              <a:t>By</a:t>
            </a:r>
            <a:r>
              <a:rPr lang="ko-KR" altLang="en-US" sz="1200" dirty="0">
                <a:solidFill>
                  <a:schemeClr val="tx1"/>
                </a:solidFill>
              </a:rPr>
              <a:t> </a:t>
            </a:r>
            <a:r>
              <a:rPr lang="ko-KR" altLang="en-US" sz="1200" dirty="0" err="1">
                <a:solidFill>
                  <a:schemeClr val="tx1"/>
                </a:solidFill>
                <a:highlight>
                  <a:srgbClr val="FFCD00"/>
                </a:highlight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정채원</a:t>
            </a:r>
            <a:endParaRPr lang="en-US" sz="1200" dirty="0">
              <a:highlight>
                <a:srgbClr val="FFCD00"/>
              </a:highlight>
              <a:latin typeface="함초롬돋움" panose="020B0604000101010101" pitchFamily="50" charset="-127"/>
              <a:ea typeface="함초롬돋움" panose="020B0604000101010101" pitchFamily="50" charset="-127"/>
              <a:cs typeface="함초롬돋움" panose="020B0604000101010101" pitchFamily="50" charset="-127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/>
          <p:nvPr/>
        </p:nvSpPr>
        <p:spPr>
          <a:xfrm>
            <a:off x="5650" y="4163500"/>
            <a:ext cx="9144000" cy="979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13"/>
          <p:cNvSpPr txBox="1">
            <a:spLocks noGrp="1"/>
          </p:cNvSpPr>
          <p:nvPr>
            <p:ph type="title"/>
          </p:nvPr>
        </p:nvSpPr>
        <p:spPr>
          <a:xfrm>
            <a:off x="1381250" y="896112"/>
            <a:ext cx="38784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Contents</a:t>
            </a:r>
            <a:endParaRPr dirty="0"/>
          </a:p>
        </p:txBody>
      </p:sp>
      <p:grpSp>
        <p:nvGrpSpPr>
          <p:cNvPr id="87" name="Google Shape;87;p13"/>
          <p:cNvGrpSpPr/>
          <p:nvPr/>
        </p:nvGrpSpPr>
        <p:grpSpPr>
          <a:xfrm>
            <a:off x="916458" y="1019750"/>
            <a:ext cx="214625" cy="214625"/>
            <a:chOff x="2594050" y="1631825"/>
            <a:chExt cx="439625" cy="439625"/>
          </a:xfrm>
        </p:grpSpPr>
        <p:sp>
          <p:nvSpPr>
            <p:cNvPr id="88" name="Google Shape;88;p13"/>
            <p:cNvSpPr/>
            <p:nvPr/>
          </p:nvSpPr>
          <p:spPr>
            <a:xfrm>
              <a:off x="2594050" y="1883300"/>
              <a:ext cx="188175" cy="188150"/>
            </a:xfrm>
            <a:custGeom>
              <a:avLst/>
              <a:gdLst/>
              <a:ahLst/>
              <a:cxnLst/>
              <a:rect l="l" t="t" r="r" b="b"/>
              <a:pathLst>
                <a:path w="7527" h="7526" fill="none" extrusionOk="0">
                  <a:moveTo>
                    <a:pt x="5992" y="0"/>
                  </a:moveTo>
                  <a:lnTo>
                    <a:pt x="537" y="6430"/>
                  </a:lnTo>
                  <a:lnTo>
                    <a:pt x="1" y="7526"/>
                  </a:lnTo>
                  <a:lnTo>
                    <a:pt x="1097" y="6990"/>
                  </a:lnTo>
                  <a:lnTo>
                    <a:pt x="7526" y="1534"/>
                  </a:lnTo>
                  <a:lnTo>
                    <a:pt x="5992" y="0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" name="Google Shape;89;p13"/>
            <p:cNvSpPr/>
            <p:nvPr/>
          </p:nvSpPr>
          <p:spPr>
            <a:xfrm>
              <a:off x="2857700" y="1631825"/>
              <a:ext cx="175975" cy="176000"/>
            </a:xfrm>
            <a:custGeom>
              <a:avLst/>
              <a:gdLst/>
              <a:ahLst/>
              <a:cxnLst/>
              <a:rect l="l" t="t" r="r" b="b"/>
              <a:pathLst>
                <a:path w="7039" h="7040" fill="none" extrusionOk="0">
                  <a:moveTo>
                    <a:pt x="268" y="2704"/>
                  </a:moveTo>
                  <a:lnTo>
                    <a:pt x="4336" y="6771"/>
                  </a:lnTo>
                  <a:lnTo>
                    <a:pt x="4336" y="6771"/>
                  </a:lnTo>
                  <a:lnTo>
                    <a:pt x="4336" y="6771"/>
                  </a:lnTo>
                  <a:lnTo>
                    <a:pt x="4652" y="6917"/>
                  </a:lnTo>
                  <a:lnTo>
                    <a:pt x="4993" y="7015"/>
                  </a:lnTo>
                  <a:lnTo>
                    <a:pt x="5310" y="7039"/>
                  </a:lnTo>
                  <a:lnTo>
                    <a:pt x="5651" y="7039"/>
                  </a:lnTo>
                  <a:lnTo>
                    <a:pt x="5992" y="6966"/>
                  </a:lnTo>
                  <a:lnTo>
                    <a:pt x="6308" y="6844"/>
                  </a:lnTo>
                  <a:lnTo>
                    <a:pt x="6454" y="6747"/>
                  </a:lnTo>
                  <a:lnTo>
                    <a:pt x="6601" y="6674"/>
                  </a:lnTo>
                  <a:lnTo>
                    <a:pt x="6747" y="6552"/>
                  </a:lnTo>
                  <a:lnTo>
                    <a:pt x="6893" y="6430"/>
                  </a:lnTo>
                  <a:lnTo>
                    <a:pt x="6893" y="6430"/>
                  </a:lnTo>
                  <a:lnTo>
                    <a:pt x="6942" y="6357"/>
                  </a:lnTo>
                  <a:lnTo>
                    <a:pt x="7015" y="6260"/>
                  </a:lnTo>
                  <a:lnTo>
                    <a:pt x="7039" y="6138"/>
                  </a:lnTo>
                  <a:lnTo>
                    <a:pt x="7039" y="6041"/>
                  </a:lnTo>
                  <a:lnTo>
                    <a:pt x="7039" y="6041"/>
                  </a:lnTo>
                  <a:lnTo>
                    <a:pt x="7039" y="5943"/>
                  </a:lnTo>
                  <a:lnTo>
                    <a:pt x="7015" y="5846"/>
                  </a:lnTo>
                  <a:lnTo>
                    <a:pt x="6942" y="5748"/>
                  </a:lnTo>
                  <a:lnTo>
                    <a:pt x="6893" y="5651"/>
                  </a:lnTo>
                  <a:lnTo>
                    <a:pt x="1389" y="147"/>
                  </a:lnTo>
                  <a:lnTo>
                    <a:pt x="1389" y="147"/>
                  </a:lnTo>
                  <a:lnTo>
                    <a:pt x="1291" y="98"/>
                  </a:lnTo>
                  <a:lnTo>
                    <a:pt x="1194" y="25"/>
                  </a:lnTo>
                  <a:lnTo>
                    <a:pt x="1096" y="0"/>
                  </a:lnTo>
                  <a:lnTo>
                    <a:pt x="999" y="0"/>
                  </a:lnTo>
                  <a:lnTo>
                    <a:pt x="999" y="0"/>
                  </a:lnTo>
                  <a:lnTo>
                    <a:pt x="902" y="0"/>
                  </a:lnTo>
                  <a:lnTo>
                    <a:pt x="780" y="25"/>
                  </a:lnTo>
                  <a:lnTo>
                    <a:pt x="682" y="98"/>
                  </a:lnTo>
                  <a:lnTo>
                    <a:pt x="609" y="147"/>
                  </a:lnTo>
                  <a:lnTo>
                    <a:pt x="609" y="147"/>
                  </a:lnTo>
                  <a:lnTo>
                    <a:pt x="487" y="293"/>
                  </a:lnTo>
                  <a:lnTo>
                    <a:pt x="366" y="439"/>
                  </a:lnTo>
                  <a:lnTo>
                    <a:pt x="293" y="585"/>
                  </a:lnTo>
                  <a:lnTo>
                    <a:pt x="195" y="731"/>
                  </a:lnTo>
                  <a:lnTo>
                    <a:pt x="73" y="1048"/>
                  </a:lnTo>
                  <a:lnTo>
                    <a:pt x="0" y="1389"/>
                  </a:lnTo>
                  <a:lnTo>
                    <a:pt x="0" y="1730"/>
                  </a:lnTo>
                  <a:lnTo>
                    <a:pt x="25" y="2046"/>
                  </a:lnTo>
                  <a:lnTo>
                    <a:pt x="122" y="2387"/>
                  </a:lnTo>
                  <a:lnTo>
                    <a:pt x="268" y="2704"/>
                  </a:lnTo>
                  <a:lnTo>
                    <a:pt x="268" y="2704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" name="Google Shape;90;p13"/>
            <p:cNvSpPr/>
            <p:nvPr/>
          </p:nvSpPr>
          <p:spPr>
            <a:xfrm>
              <a:off x="2662850" y="1699400"/>
              <a:ext cx="303250" cy="303250"/>
            </a:xfrm>
            <a:custGeom>
              <a:avLst/>
              <a:gdLst/>
              <a:ahLst/>
              <a:cxnLst/>
              <a:rect l="l" t="t" r="r" b="b"/>
              <a:pathLst>
                <a:path w="12130" h="12130" fill="none" extrusionOk="0">
                  <a:moveTo>
                    <a:pt x="8038" y="1"/>
                  </a:moveTo>
                  <a:lnTo>
                    <a:pt x="4872" y="3191"/>
                  </a:lnTo>
                  <a:lnTo>
                    <a:pt x="4872" y="3191"/>
                  </a:lnTo>
                  <a:lnTo>
                    <a:pt x="4628" y="3094"/>
                  </a:lnTo>
                  <a:lnTo>
                    <a:pt x="4385" y="2997"/>
                  </a:lnTo>
                  <a:lnTo>
                    <a:pt x="4092" y="2899"/>
                  </a:lnTo>
                  <a:lnTo>
                    <a:pt x="3800" y="2850"/>
                  </a:lnTo>
                  <a:lnTo>
                    <a:pt x="3484" y="2777"/>
                  </a:lnTo>
                  <a:lnTo>
                    <a:pt x="3167" y="2729"/>
                  </a:lnTo>
                  <a:lnTo>
                    <a:pt x="2850" y="2704"/>
                  </a:lnTo>
                  <a:lnTo>
                    <a:pt x="2534" y="2704"/>
                  </a:lnTo>
                  <a:lnTo>
                    <a:pt x="2534" y="2704"/>
                  </a:lnTo>
                  <a:lnTo>
                    <a:pt x="2241" y="2704"/>
                  </a:lnTo>
                  <a:lnTo>
                    <a:pt x="1949" y="2729"/>
                  </a:lnTo>
                  <a:lnTo>
                    <a:pt x="1633" y="2777"/>
                  </a:lnTo>
                  <a:lnTo>
                    <a:pt x="1316" y="2850"/>
                  </a:lnTo>
                  <a:lnTo>
                    <a:pt x="999" y="2972"/>
                  </a:lnTo>
                  <a:lnTo>
                    <a:pt x="707" y="3094"/>
                  </a:lnTo>
                  <a:lnTo>
                    <a:pt x="415" y="3289"/>
                  </a:lnTo>
                  <a:lnTo>
                    <a:pt x="147" y="3508"/>
                  </a:lnTo>
                  <a:lnTo>
                    <a:pt x="147" y="3508"/>
                  </a:lnTo>
                  <a:lnTo>
                    <a:pt x="74" y="3581"/>
                  </a:lnTo>
                  <a:lnTo>
                    <a:pt x="25" y="3678"/>
                  </a:lnTo>
                  <a:lnTo>
                    <a:pt x="1" y="3776"/>
                  </a:lnTo>
                  <a:lnTo>
                    <a:pt x="1" y="3898"/>
                  </a:lnTo>
                  <a:lnTo>
                    <a:pt x="1" y="3898"/>
                  </a:lnTo>
                  <a:lnTo>
                    <a:pt x="1" y="3995"/>
                  </a:lnTo>
                  <a:lnTo>
                    <a:pt x="25" y="4093"/>
                  </a:lnTo>
                  <a:lnTo>
                    <a:pt x="74" y="4190"/>
                  </a:lnTo>
                  <a:lnTo>
                    <a:pt x="147" y="4287"/>
                  </a:lnTo>
                  <a:lnTo>
                    <a:pt x="7843" y="11984"/>
                  </a:lnTo>
                  <a:lnTo>
                    <a:pt x="7843" y="11984"/>
                  </a:lnTo>
                  <a:lnTo>
                    <a:pt x="7941" y="12057"/>
                  </a:lnTo>
                  <a:lnTo>
                    <a:pt x="8038" y="12105"/>
                  </a:lnTo>
                  <a:lnTo>
                    <a:pt x="8135" y="12130"/>
                  </a:lnTo>
                  <a:lnTo>
                    <a:pt x="8233" y="12130"/>
                  </a:lnTo>
                  <a:lnTo>
                    <a:pt x="8233" y="12130"/>
                  </a:lnTo>
                  <a:lnTo>
                    <a:pt x="8355" y="12130"/>
                  </a:lnTo>
                  <a:lnTo>
                    <a:pt x="8452" y="12105"/>
                  </a:lnTo>
                  <a:lnTo>
                    <a:pt x="8549" y="12057"/>
                  </a:lnTo>
                  <a:lnTo>
                    <a:pt x="8622" y="11984"/>
                  </a:lnTo>
                  <a:lnTo>
                    <a:pt x="8622" y="11984"/>
                  </a:lnTo>
                  <a:lnTo>
                    <a:pt x="8842" y="11716"/>
                  </a:lnTo>
                  <a:lnTo>
                    <a:pt x="9036" y="11423"/>
                  </a:lnTo>
                  <a:lnTo>
                    <a:pt x="9158" y="11131"/>
                  </a:lnTo>
                  <a:lnTo>
                    <a:pt x="9280" y="10814"/>
                  </a:lnTo>
                  <a:lnTo>
                    <a:pt x="9353" y="10498"/>
                  </a:lnTo>
                  <a:lnTo>
                    <a:pt x="9402" y="10181"/>
                  </a:lnTo>
                  <a:lnTo>
                    <a:pt x="9426" y="9889"/>
                  </a:lnTo>
                  <a:lnTo>
                    <a:pt x="9426" y="9597"/>
                  </a:lnTo>
                  <a:lnTo>
                    <a:pt x="9426" y="9597"/>
                  </a:lnTo>
                  <a:lnTo>
                    <a:pt x="9426" y="9280"/>
                  </a:lnTo>
                  <a:lnTo>
                    <a:pt x="9402" y="8964"/>
                  </a:lnTo>
                  <a:lnTo>
                    <a:pt x="9353" y="8647"/>
                  </a:lnTo>
                  <a:lnTo>
                    <a:pt x="9280" y="8330"/>
                  </a:lnTo>
                  <a:lnTo>
                    <a:pt x="9231" y="8038"/>
                  </a:lnTo>
                  <a:lnTo>
                    <a:pt x="9134" y="7746"/>
                  </a:lnTo>
                  <a:lnTo>
                    <a:pt x="9036" y="7502"/>
                  </a:lnTo>
                  <a:lnTo>
                    <a:pt x="8939" y="7259"/>
                  </a:lnTo>
                  <a:lnTo>
                    <a:pt x="12130" y="4093"/>
                  </a:lnTo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" name="Google Shape;91;p13"/>
            <p:cNvSpPr/>
            <p:nvPr/>
          </p:nvSpPr>
          <p:spPr>
            <a:xfrm>
              <a:off x="2814912" y="1754062"/>
              <a:ext cx="49950" cy="49950"/>
            </a:xfrm>
            <a:custGeom>
              <a:avLst/>
              <a:gdLst/>
              <a:ahLst/>
              <a:cxnLst/>
              <a:rect l="l" t="t" r="r" b="b"/>
              <a:pathLst>
                <a:path w="1998" h="1998" fill="none" extrusionOk="0">
                  <a:moveTo>
                    <a:pt x="1" y="1997"/>
                  </a:moveTo>
                  <a:lnTo>
                    <a:pt x="1998" y="0"/>
                  </a:lnTo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95" name="Google Shape;95;p13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</a:t>
            </a:fld>
            <a:endParaRPr/>
          </a:p>
        </p:txBody>
      </p:sp>
      <p:sp>
        <p:nvSpPr>
          <p:cNvPr id="2" name="타원 1">
            <a:extLst>
              <a:ext uri="{FF2B5EF4-FFF2-40B4-BE49-F238E27FC236}">
                <a16:creationId xmlns:a16="http://schemas.microsoft.com/office/drawing/2014/main" id="{37250E2E-E6A6-4B81-A4B3-2F8A7A4EC7A8}"/>
              </a:ext>
            </a:extLst>
          </p:cNvPr>
          <p:cNvSpPr/>
          <p:nvPr/>
        </p:nvSpPr>
        <p:spPr>
          <a:xfrm>
            <a:off x="5771001" y="1745938"/>
            <a:ext cx="190949" cy="19094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>
              <a:solidFill>
                <a:schemeClr val="tx1"/>
              </a:solidFill>
            </a:endParaRPr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836D0E46-283A-41D5-9C75-3D6C1700C1A7}"/>
              </a:ext>
            </a:extLst>
          </p:cNvPr>
          <p:cNvSpPr/>
          <p:nvPr/>
        </p:nvSpPr>
        <p:spPr>
          <a:xfrm>
            <a:off x="5779349" y="2194522"/>
            <a:ext cx="190949" cy="19094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>
              <a:solidFill>
                <a:schemeClr val="tx1"/>
              </a:solidFill>
            </a:endParaRPr>
          </a:p>
        </p:txBody>
      </p:sp>
      <p:sp>
        <p:nvSpPr>
          <p:cNvPr id="24" name="타원 23">
            <a:extLst>
              <a:ext uri="{FF2B5EF4-FFF2-40B4-BE49-F238E27FC236}">
                <a16:creationId xmlns:a16="http://schemas.microsoft.com/office/drawing/2014/main" id="{BDCCCBA0-EFC7-4A9A-BB3F-D7D3F24D550C}"/>
              </a:ext>
            </a:extLst>
          </p:cNvPr>
          <p:cNvSpPr/>
          <p:nvPr/>
        </p:nvSpPr>
        <p:spPr>
          <a:xfrm>
            <a:off x="5779348" y="2627137"/>
            <a:ext cx="190949" cy="19094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>
              <a:solidFill>
                <a:schemeClr val="tx1"/>
              </a:solidFill>
            </a:endParaRPr>
          </a:p>
        </p:txBody>
      </p:sp>
      <p:sp>
        <p:nvSpPr>
          <p:cNvPr id="25" name="타원 24">
            <a:extLst>
              <a:ext uri="{FF2B5EF4-FFF2-40B4-BE49-F238E27FC236}">
                <a16:creationId xmlns:a16="http://schemas.microsoft.com/office/drawing/2014/main" id="{A4665F30-0374-4F9B-861F-FBF4FB6B4590}"/>
              </a:ext>
            </a:extLst>
          </p:cNvPr>
          <p:cNvSpPr/>
          <p:nvPr/>
        </p:nvSpPr>
        <p:spPr>
          <a:xfrm>
            <a:off x="5787412" y="3071336"/>
            <a:ext cx="190949" cy="19094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>
              <a:solidFill>
                <a:schemeClr val="tx1"/>
              </a:solidFill>
            </a:endParaRPr>
          </a:p>
        </p:txBody>
      </p:sp>
      <p:sp>
        <p:nvSpPr>
          <p:cNvPr id="21" name="Google Shape;92;p13">
            <a:extLst>
              <a:ext uri="{FF2B5EF4-FFF2-40B4-BE49-F238E27FC236}">
                <a16:creationId xmlns:a16="http://schemas.microsoft.com/office/drawing/2014/main" id="{6D26F28A-B15D-430C-9B4B-1710EFDB0DE0}"/>
              </a:ext>
            </a:extLst>
          </p:cNvPr>
          <p:cNvSpPr txBox="1"/>
          <p:nvPr/>
        </p:nvSpPr>
        <p:spPr>
          <a:xfrm>
            <a:off x="5750829" y="1445518"/>
            <a:ext cx="3226800" cy="19754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1100" b="1" dirty="0"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r>
              <a:rPr lang="en" sz="1200" b="1" dirty="0">
                <a:latin typeface="Quattrocento Sans"/>
                <a:ea typeface="Quattrocento Sans"/>
                <a:cs typeface="Quattrocento Sans"/>
                <a:sym typeface="Quattrocento Sans"/>
              </a:rPr>
              <a:t>      </a:t>
            </a:r>
            <a:r>
              <a:rPr lang="en" sz="1600" b="1" dirty="0">
                <a:latin typeface="Quattrocento Sans"/>
                <a:ea typeface="Quattrocento Sans"/>
                <a:cs typeface="Quattrocento Sans"/>
                <a:sym typeface="Quattrocento Sans"/>
              </a:rPr>
              <a:t>Git </a:t>
            </a:r>
            <a:r>
              <a:rPr lang="ko-KR" altLang="en-US" sz="1600" b="1" dirty="0">
                <a:latin typeface="Quattrocento Sans"/>
                <a:ea typeface="Quattrocento Sans"/>
                <a:cs typeface="Quattrocento Sans"/>
                <a:sym typeface="Quattrocento Sans"/>
              </a:rPr>
              <a:t>이란</a:t>
            </a:r>
            <a:r>
              <a:rPr lang="en-US" altLang="ko-KR" sz="1600" b="1" dirty="0">
                <a:latin typeface="Quattrocento Sans"/>
                <a:ea typeface="Quattrocento Sans"/>
                <a:cs typeface="Quattrocento Sans"/>
                <a:sym typeface="Quattrocento Sans"/>
              </a:rPr>
              <a:t>?</a:t>
            </a:r>
            <a:endParaRPr lang="en-US" altLang="ko-KR" sz="1200" b="1" dirty="0"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marL="0" lvl="0" indent="0" algn="l" rtl="0">
              <a:lnSpc>
                <a:spcPct val="15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100" b="1" dirty="0"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r>
              <a:rPr lang="en-US" sz="1200" b="1" dirty="0">
                <a:latin typeface="Quattrocento Sans"/>
                <a:ea typeface="Quattrocento Sans"/>
                <a:cs typeface="Quattrocento Sans"/>
                <a:sym typeface="Quattrocento Sans"/>
              </a:rPr>
              <a:t>     </a:t>
            </a:r>
            <a:r>
              <a:rPr lang="en-US" sz="1600" b="1" dirty="0">
                <a:latin typeface="Quattrocento Sans"/>
                <a:ea typeface="Quattrocento Sans"/>
                <a:cs typeface="Quattrocento Sans"/>
                <a:sym typeface="Quattrocento Sans"/>
              </a:rPr>
              <a:t>Git </a:t>
            </a:r>
            <a:r>
              <a:rPr lang="ko-KR" altLang="en-US" sz="1600" b="1" dirty="0">
                <a:latin typeface="Quattrocento Sans"/>
                <a:ea typeface="Quattrocento Sans"/>
                <a:cs typeface="Quattrocento Sans"/>
                <a:sym typeface="Quattrocento Sans"/>
              </a:rPr>
              <a:t>왜 쓰는가</a:t>
            </a:r>
            <a:r>
              <a:rPr lang="en-US" altLang="ko-KR" sz="1600" b="1" dirty="0">
                <a:latin typeface="Quattrocento Sans"/>
                <a:ea typeface="Quattrocento Sans"/>
                <a:cs typeface="Quattrocento Sans"/>
                <a:sym typeface="Quattrocento Sans"/>
              </a:rPr>
              <a:t>?</a:t>
            </a:r>
          </a:p>
          <a:p>
            <a:pPr lvl="0" algn="l" rtl="0">
              <a:lnSpc>
                <a:spcPct val="150000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200" b="1" dirty="0">
                <a:latin typeface="Quattrocento Sans"/>
                <a:ea typeface="Quattrocento Sans"/>
                <a:cs typeface="Quattrocento Sans"/>
                <a:sym typeface="Quattrocento Sans"/>
              </a:rPr>
              <a:t>3     </a:t>
            </a:r>
            <a:r>
              <a:rPr lang="en-US" sz="1600" b="1" dirty="0">
                <a:latin typeface="Quattrocento Sans"/>
                <a:ea typeface="Quattrocento Sans"/>
                <a:cs typeface="Quattrocento Sans"/>
                <a:sym typeface="Quattrocento Sans"/>
              </a:rPr>
              <a:t>Git </a:t>
            </a:r>
            <a:r>
              <a:rPr lang="ko-KR" altLang="en-US" sz="1600" b="1" dirty="0">
                <a:latin typeface="Quattrocento Sans"/>
                <a:ea typeface="Quattrocento Sans"/>
                <a:cs typeface="Quattrocento Sans"/>
                <a:sym typeface="Quattrocento Sans"/>
              </a:rPr>
              <a:t>원리 </a:t>
            </a:r>
            <a:r>
              <a:rPr lang="en-US" altLang="ko-KR" sz="1600" b="1" dirty="0">
                <a:latin typeface="Quattrocento Sans"/>
                <a:ea typeface="Quattrocento Sans"/>
                <a:cs typeface="Quattrocento Sans"/>
                <a:sym typeface="Quattrocento Sans"/>
              </a:rPr>
              <a:t>&amp; </a:t>
            </a:r>
            <a:r>
              <a:rPr lang="ko-KR" altLang="en-US" sz="1600" b="1" dirty="0">
                <a:latin typeface="Quattrocento Sans"/>
                <a:ea typeface="Quattrocento Sans"/>
                <a:cs typeface="Quattrocento Sans"/>
                <a:sym typeface="Quattrocento Sans"/>
              </a:rPr>
              <a:t>사용방법</a:t>
            </a:r>
            <a:endParaRPr lang="en-US" altLang="ko-KR" sz="1600" b="1" dirty="0"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marL="0" lvl="0" indent="0" algn="l" rtl="0">
              <a:lnSpc>
                <a:spcPct val="15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altLang="ko-KR" sz="1200" b="1" dirty="0">
                <a:latin typeface="Quattrocento Sans"/>
                <a:ea typeface="Quattrocento Sans"/>
                <a:cs typeface="Quattrocento Sans"/>
                <a:sym typeface="Quattrocento Sans"/>
              </a:rPr>
              <a:t>4     </a:t>
            </a:r>
            <a:r>
              <a:rPr lang="ko-KR" altLang="en-US" sz="1600" b="1" dirty="0">
                <a:latin typeface="Quattrocento Sans"/>
                <a:ea typeface="Quattrocento Sans"/>
                <a:cs typeface="Quattrocento Sans"/>
                <a:sym typeface="Quattrocento Sans"/>
              </a:rPr>
              <a:t>교육 과정에서의 </a:t>
            </a:r>
            <a:r>
              <a:rPr lang="en-US" altLang="ko-KR" sz="1600" b="1" dirty="0">
                <a:latin typeface="Quattrocento Sans"/>
                <a:ea typeface="Quattrocento Sans"/>
                <a:cs typeface="Quattrocento Sans"/>
                <a:sym typeface="Quattrocento Sans"/>
              </a:rPr>
              <a:t>Git</a:t>
            </a:r>
            <a:endParaRPr lang="en-US" altLang="ko-KR" sz="1200" b="1" dirty="0"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5"/>
          <p:cNvSpPr txBox="1">
            <a:spLocks noGrp="1"/>
          </p:cNvSpPr>
          <p:nvPr>
            <p:ph type="ctrTitle"/>
          </p:nvPr>
        </p:nvSpPr>
        <p:spPr>
          <a:xfrm>
            <a:off x="2022225" y="1693523"/>
            <a:ext cx="3787800" cy="1159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Git </a:t>
            </a:r>
            <a:r>
              <a:rPr lang="ko-KR" altLang="en-US" dirty="0"/>
              <a:t>이란</a:t>
            </a:r>
            <a:r>
              <a:rPr lang="en-US" altLang="ko-KR" dirty="0"/>
              <a:t>?</a:t>
            </a:r>
            <a:endParaRPr dirty="0"/>
          </a:p>
        </p:txBody>
      </p:sp>
      <p:sp>
        <p:nvSpPr>
          <p:cNvPr id="112" name="Google Shape;112;p15"/>
          <p:cNvSpPr txBox="1"/>
          <p:nvPr/>
        </p:nvSpPr>
        <p:spPr>
          <a:xfrm>
            <a:off x="1133975" y="2291150"/>
            <a:ext cx="543900" cy="56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rPr>
              <a:t>1</a:t>
            </a:r>
            <a:endParaRPr sz="2400" dirty="0">
              <a:latin typeface="Lora"/>
              <a:ea typeface="Lora"/>
              <a:cs typeface="Lora"/>
              <a:sym typeface="Lora"/>
            </a:endParaRPr>
          </a:p>
        </p:txBody>
      </p:sp>
      <p:sp>
        <p:nvSpPr>
          <p:cNvPr id="113" name="Google Shape;113;p15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</a:t>
            </a:fld>
            <a:endParaRPr/>
          </a:p>
        </p:txBody>
      </p:sp>
      <p:sp>
        <p:nvSpPr>
          <p:cNvPr id="6" name="Google Shape;111;p15">
            <a:extLst>
              <a:ext uri="{FF2B5EF4-FFF2-40B4-BE49-F238E27FC236}">
                <a16:creationId xmlns:a16="http://schemas.microsoft.com/office/drawing/2014/main" id="{D3CF6884-8479-49EA-9C75-703AFED5FA9F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022300" y="2815923"/>
            <a:ext cx="5591400" cy="7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Git </a:t>
            </a:r>
            <a:r>
              <a:rPr lang="ko-KR" altLang="en-US" dirty="0"/>
              <a:t>기능</a:t>
            </a:r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16"/>
          <p:cNvSpPr txBox="1">
            <a:spLocks noGrp="1"/>
          </p:cNvSpPr>
          <p:nvPr>
            <p:ph type="body" idx="1"/>
          </p:nvPr>
        </p:nvSpPr>
        <p:spPr>
          <a:xfrm>
            <a:off x="2105050" y="2238000"/>
            <a:ext cx="4933800" cy="81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ko-KR" altLang="en-US" dirty="0"/>
              <a:t>업무파일 어떻게 작성하시나요</a:t>
            </a:r>
            <a:r>
              <a:rPr lang="en-US" altLang="ko-KR" dirty="0"/>
              <a:t>?</a:t>
            </a:r>
          </a:p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endParaRPr lang="en-US" altLang="ko-KR" dirty="0"/>
          </a:p>
        </p:txBody>
      </p:sp>
      <p:sp>
        <p:nvSpPr>
          <p:cNvPr id="119" name="Google Shape;119;p16"/>
          <p:cNvSpPr txBox="1">
            <a:spLocks noGrp="1"/>
          </p:cNvSpPr>
          <p:nvPr>
            <p:ph type="sldNum" idx="12"/>
          </p:nvPr>
        </p:nvSpPr>
        <p:spPr>
          <a:xfrm>
            <a:off x="4297650" y="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4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17"/>
          <p:cNvSpPr txBox="1">
            <a:spLocks noGrp="1"/>
          </p:cNvSpPr>
          <p:nvPr>
            <p:ph type="title"/>
          </p:nvPr>
        </p:nvSpPr>
        <p:spPr>
          <a:xfrm>
            <a:off x="1381250" y="896112"/>
            <a:ext cx="38784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업무파일 어떻게 </a:t>
            </a:r>
            <a:r>
              <a:rPr lang="ko-KR" altLang="en-US" dirty="0">
                <a:highlight>
                  <a:srgbClr val="FFCD00"/>
                </a:highlight>
              </a:rPr>
              <a:t>작성</a:t>
            </a:r>
            <a:r>
              <a:rPr lang="ko-KR" altLang="en-US" dirty="0"/>
              <a:t>하시나요</a:t>
            </a:r>
            <a:r>
              <a:rPr lang="en-US" altLang="ko-KR" dirty="0"/>
              <a:t>?</a:t>
            </a:r>
            <a:endParaRPr dirty="0">
              <a:highlight>
                <a:schemeClr val="accent1"/>
              </a:highlight>
            </a:endParaRPr>
          </a:p>
        </p:txBody>
      </p:sp>
      <p:grpSp>
        <p:nvGrpSpPr>
          <p:cNvPr id="126" name="Google Shape;126;p17"/>
          <p:cNvGrpSpPr/>
          <p:nvPr/>
        </p:nvGrpSpPr>
        <p:grpSpPr>
          <a:xfrm>
            <a:off x="916458" y="1019750"/>
            <a:ext cx="214625" cy="214625"/>
            <a:chOff x="2594050" y="1631825"/>
            <a:chExt cx="439625" cy="439625"/>
          </a:xfrm>
        </p:grpSpPr>
        <p:sp>
          <p:nvSpPr>
            <p:cNvPr id="127" name="Google Shape;127;p17"/>
            <p:cNvSpPr/>
            <p:nvPr/>
          </p:nvSpPr>
          <p:spPr>
            <a:xfrm>
              <a:off x="2594050" y="1883300"/>
              <a:ext cx="188175" cy="188150"/>
            </a:xfrm>
            <a:custGeom>
              <a:avLst/>
              <a:gdLst/>
              <a:ahLst/>
              <a:cxnLst/>
              <a:rect l="l" t="t" r="r" b="b"/>
              <a:pathLst>
                <a:path w="7527" h="7526" fill="none" extrusionOk="0">
                  <a:moveTo>
                    <a:pt x="5992" y="0"/>
                  </a:moveTo>
                  <a:lnTo>
                    <a:pt x="537" y="6430"/>
                  </a:lnTo>
                  <a:lnTo>
                    <a:pt x="1" y="7526"/>
                  </a:lnTo>
                  <a:lnTo>
                    <a:pt x="1097" y="6990"/>
                  </a:lnTo>
                  <a:lnTo>
                    <a:pt x="7526" y="1534"/>
                  </a:lnTo>
                  <a:lnTo>
                    <a:pt x="5992" y="0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" name="Google Shape;128;p17"/>
            <p:cNvSpPr/>
            <p:nvPr/>
          </p:nvSpPr>
          <p:spPr>
            <a:xfrm>
              <a:off x="2857700" y="1631825"/>
              <a:ext cx="175975" cy="176000"/>
            </a:xfrm>
            <a:custGeom>
              <a:avLst/>
              <a:gdLst/>
              <a:ahLst/>
              <a:cxnLst/>
              <a:rect l="l" t="t" r="r" b="b"/>
              <a:pathLst>
                <a:path w="7039" h="7040" fill="none" extrusionOk="0">
                  <a:moveTo>
                    <a:pt x="268" y="2704"/>
                  </a:moveTo>
                  <a:lnTo>
                    <a:pt x="4336" y="6771"/>
                  </a:lnTo>
                  <a:lnTo>
                    <a:pt x="4336" y="6771"/>
                  </a:lnTo>
                  <a:lnTo>
                    <a:pt x="4336" y="6771"/>
                  </a:lnTo>
                  <a:lnTo>
                    <a:pt x="4652" y="6917"/>
                  </a:lnTo>
                  <a:lnTo>
                    <a:pt x="4993" y="7015"/>
                  </a:lnTo>
                  <a:lnTo>
                    <a:pt x="5310" y="7039"/>
                  </a:lnTo>
                  <a:lnTo>
                    <a:pt x="5651" y="7039"/>
                  </a:lnTo>
                  <a:lnTo>
                    <a:pt x="5992" y="6966"/>
                  </a:lnTo>
                  <a:lnTo>
                    <a:pt x="6308" y="6844"/>
                  </a:lnTo>
                  <a:lnTo>
                    <a:pt x="6454" y="6747"/>
                  </a:lnTo>
                  <a:lnTo>
                    <a:pt x="6601" y="6674"/>
                  </a:lnTo>
                  <a:lnTo>
                    <a:pt x="6747" y="6552"/>
                  </a:lnTo>
                  <a:lnTo>
                    <a:pt x="6893" y="6430"/>
                  </a:lnTo>
                  <a:lnTo>
                    <a:pt x="6893" y="6430"/>
                  </a:lnTo>
                  <a:lnTo>
                    <a:pt x="6942" y="6357"/>
                  </a:lnTo>
                  <a:lnTo>
                    <a:pt x="7015" y="6260"/>
                  </a:lnTo>
                  <a:lnTo>
                    <a:pt x="7039" y="6138"/>
                  </a:lnTo>
                  <a:lnTo>
                    <a:pt x="7039" y="6041"/>
                  </a:lnTo>
                  <a:lnTo>
                    <a:pt x="7039" y="6041"/>
                  </a:lnTo>
                  <a:lnTo>
                    <a:pt x="7039" y="5943"/>
                  </a:lnTo>
                  <a:lnTo>
                    <a:pt x="7015" y="5846"/>
                  </a:lnTo>
                  <a:lnTo>
                    <a:pt x="6942" y="5748"/>
                  </a:lnTo>
                  <a:lnTo>
                    <a:pt x="6893" y="5651"/>
                  </a:lnTo>
                  <a:lnTo>
                    <a:pt x="1389" y="147"/>
                  </a:lnTo>
                  <a:lnTo>
                    <a:pt x="1389" y="147"/>
                  </a:lnTo>
                  <a:lnTo>
                    <a:pt x="1291" y="98"/>
                  </a:lnTo>
                  <a:lnTo>
                    <a:pt x="1194" y="25"/>
                  </a:lnTo>
                  <a:lnTo>
                    <a:pt x="1096" y="0"/>
                  </a:lnTo>
                  <a:lnTo>
                    <a:pt x="999" y="0"/>
                  </a:lnTo>
                  <a:lnTo>
                    <a:pt x="999" y="0"/>
                  </a:lnTo>
                  <a:lnTo>
                    <a:pt x="902" y="0"/>
                  </a:lnTo>
                  <a:lnTo>
                    <a:pt x="780" y="25"/>
                  </a:lnTo>
                  <a:lnTo>
                    <a:pt x="682" y="98"/>
                  </a:lnTo>
                  <a:lnTo>
                    <a:pt x="609" y="147"/>
                  </a:lnTo>
                  <a:lnTo>
                    <a:pt x="609" y="147"/>
                  </a:lnTo>
                  <a:lnTo>
                    <a:pt x="487" y="293"/>
                  </a:lnTo>
                  <a:lnTo>
                    <a:pt x="366" y="439"/>
                  </a:lnTo>
                  <a:lnTo>
                    <a:pt x="293" y="585"/>
                  </a:lnTo>
                  <a:lnTo>
                    <a:pt x="195" y="731"/>
                  </a:lnTo>
                  <a:lnTo>
                    <a:pt x="73" y="1048"/>
                  </a:lnTo>
                  <a:lnTo>
                    <a:pt x="0" y="1389"/>
                  </a:lnTo>
                  <a:lnTo>
                    <a:pt x="0" y="1730"/>
                  </a:lnTo>
                  <a:lnTo>
                    <a:pt x="25" y="2046"/>
                  </a:lnTo>
                  <a:lnTo>
                    <a:pt x="122" y="2387"/>
                  </a:lnTo>
                  <a:lnTo>
                    <a:pt x="268" y="2704"/>
                  </a:lnTo>
                  <a:lnTo>
                    <a:pt x="268" y="2704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" name="Google Shape;129;p17"/>
            <p:cNvSpPr/>
            <p:nvPr/>
          </p:nvSpPr>
          <p:spPr>
            <a:xfrm>
              <a:off x="2662850" y="1699400"/>
              <a:ext cx="303250" cy="303250"/>
            </a:xfrm>
            <a:custGeom>
              <a:avLst/>
              <a:gdLst/>
              <a:ahLst/>
              <a:cxnLst/>
              <a:rect l="l" t="t" r="r" b="b"/>
              <a:pathLst>
                <a:path w="12130" h="12130" fill="none" extrusionOk="0">
                  <a:moveTo>
                    <a:pt x="8038" y="1"/>
                  </a:moveTo>
                  <a:lnTo>
                    <a:pt x="4872" y="3191"/>
                  </a:lnTo>
                  <a:lnTo>
                    <a:pt x="4872" y="3191"/>
                  </a:lnTo>
                  <a:lnTo>
                    <a:pt x="4628" y="3094"/>
                  </a:lnTo>
                  <a:lnTo>
                    <a:pt x="4385" y="2997"/>
                  </a:lnTo>
                  <a:lnTo>
                    <a:pt x="4092" y="2899"/>
                  </a:lnTo>
                  <a:lnTo>
                    <a:pt x="3800" y="2850"/>
                  </a:lnTo>
                  <a:lnTo>
                    <a:pt x="3484" y="2777"/>
                  </a:lnTo>
                  <a:lnTo>
                    <a:pt x="3167" y="2729"/>
                  </a:lnTo>
                  <a:lnTo>
                    <a:pt x="2850" y="2704"/>
                  </a:lnTo>
                  <a:lnTo>
                    <a:pt x="2534" y="2704"/>
                  </a:lnTo>
                  <a:lnTo>
                    <a:pt x="2534" y="2704"/>
                  </a:lnTo>
                  <a:lnTo>
                    <a:pt x="2241" y="2704"/>
                  </a:lnTo>
                  <a:lnTo>
                    <a:pt x="1949" y="2729"/>
                  </a:lnTo>
                  <a:lnTo>
                    <a:pt x="1633" y="2777"/>
                  </a:lnTo>
                  <a:lnTo>
                    <a:pt x="1316" y="2850"/>
                  </a:lnTo>
                  <a:lnTo>
                    <a:pt x="999" y="2972"/>
                  </a:lnTo>
                  <a:lnTo>
                    <a:pt x="707" y="3094"/>
                  </a:lnTo>
                  <a:lnTo>
                    <a:pt x="415" y="3289"/>
                  </a:lnTo>
                  <a:lnTo>
                    <a:pt x="147" y="3508"/>
                  </a:lnTo>
                  <a:lnTo>
                    <a:pt x="147" y="3508"/>
                  </a:lnTo>
                  <a:lnTo>
                    <a:pt x="74" y="3581"/>
                  </a:lnTo>
                  <a:lnTo>
                    <a:pt x="25" y="3678"/>
                  </a:lnTo>
                  <a:lnTo>
                    <a:pt x="1" y="3776"/>
                  </a:lnTo>
                  <a:lnTo>
                    <a:pt x="1" y="3898"/>
                  </a:lnTo>
                  <a:lnTo>
                    <a:pt x="1" y="3898"/>
                  </a:lnTo>
                  <a:lnTo>
                    <a:pt x="1" y="3995"/>
                  </a:lnTo>
                  <a:lnTo>
                    <a:pt x="25" y="4093"/>
                  </a:lnTo>
                  <a:lnTo>
                    <a:pt x="74" y="4190"/>
                  </a:lnTo>
                  <a:lnTo>
                    <a:pt x="147" y="4287"/>
                  </a:lnTo>
                  <a:lnTo>
                    <a:pt x="7843" y="11984"/>
                  </a:lnTo>
                  <a:lnTo>
                    <a:pt x="7843" y="11984"/>
                  </a:lnTo>
                  <a:lnTo>
                    <a:pt x="7941" y="12057"/>
                  </a:lnTo>
                  <a:lnTo>
                    <a:pt x="8038" y="12105"/>
                  </a:lnTo>
                  <a:lnTo>
                    <a:pt x="8135" y="12130"/>
                  </a:lnTo>
                  <a:lnTo>
                    <a:pt x="8233" y="12130"/>
                  </a:lnTo>
                  <a:lnTo>
                    <a:pt x="8233" y="12130"/>
                  </a:lnTo>
                  <a:lnTo>
                    <a:pt x="8355" y="12130"/>
                  </a:lnTo>
                  <a:lnTo>
                    <a:pt x="8452" y="12105"/>
                  </a:lnTo>
                  <a:lnTo>
                    <a:pt x="8549" y="12057"/>
                  </a:lnTo>
                  <a:lnTo>
                    <a:pt x="8622" y="11984"/>
                  </a:lnTo>
                  <a:lnTo>
                    <a:pt x="8622" y="11984"/>
                  </a:lnTo>
                  <a:lnTo>
                    <a:pt x="8842" y="11716"/>
                  </a:lnTo>
                  <a:lnTo>
                    <a:pt x="9036" y="11423"/>
                  </a:lnTo>
                  <a:lnTo>
                    <a:pt x="9158" y="11131"/>
                  </a:lnTo>
                  <a:lnTo>
                    <a:pt x="9280" y="10814"/>
                  </a:lnTo>
                  <a:lnTo>
                    <a:pt x="9353" y="10498"/>
                  </a:lnTo>
                  <a:lnTo>
                    <a:pt x="9402" y="10181"/>
                  </a:lnTo>
                  <a:lnTo>
                    <a:pt x="9426" y="9889"/>
                  </a:lnTo>
                  <a:lnTo>
                    <a:pt x="9426" y="9597"/>
                  </a:lnTo>
                  <a:lnTo>
                    <a:pt x="9426" y="9597"/>
                  </a:lnTo>
                  <a:lnTo>
                    <a:pt x="9426" y="9280"/>
                  </a:lnTo>
                  <a:lnTo>
                    <a:pt x="9402" y="8964"/>
                  </a:lnTo>
                  <a:lnTo>
                    <a:pt x="9353" y="8647"/>
                  </a:lnTo>
                  <a:lnTo>
                    <a:pt x="9280" y="8330"/>
                  </a:lnTo>
                  <a:lnTo>
                    <a:pt x="9231" y="8038"/>
                  </a:lnTo>
                  <a:lnTo>
                    <a:pt x="9134" y="7746"/>
                  </a:lnTo>
                  <a:lnTo>
                    <a:pt x="9036" y="7502"/>
                  </a:lnTo>
                  <a:lnTo>
                    <a:pt x="8939" y="7259"/>
                  </a:lnTo>
                  <a:lnTo>
                    <a:pt x="12130" y="4093"/>
                  </a:lnTo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" name="Google Shape;130;p17"/>
            <p:cNvSpPr/>
            <p:nvPr/>
          </p:nvSpPr>
          <p:spPr>
            <a:xfrm>
              <a:off x="2814912" y="1754062"/>
              <a:ext cx="49950" cy="49950"/>
            </a:xfrm>
            <a:custGeom>
              <a:avLst/>
              <a:gdLst/>
              <a:ahLst/>
              <a:cxnLst/>
              <a:rect l="l" t="t" r="r" b="b"/>
              <a:pathLst>
                <a:path w="1998" h="1998" fill="none" extrusionOk="0">
                  <a:moveTo>
                    <a:pt x="1" y="1997"/>
                  </a:moveTo>
                  <a:lnTo>
                    <a:pt x="1998" y="0"/>
                  </a:lnTo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1" name="Google Shape;131;p17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5</a:t>
            </a:fld>
            <a:endParaRPr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2FAEEE9-8D0E-4D17-A90F-EB25FF0463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7886" y="1807432"/>
            <a:ext cx="2170646" cy="2170646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A8729FC6-9A03-4889-B8F3-D97B43E547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59648" y="1420815"/>
            <a:ext cx="937652" cy="937652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AD718551-10A0-444F-83C0-34975D2771C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94914" y="2423928"/>
            <a:ext cx="937654" cy="937654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872B1DD8-D461-4B9E-94C3-7AFD0625E1A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59646" y="3516145"/>
            <a:ext cx="937654" cy="937654"/>
          </a:xfrm>
          <a:prstGeom prst="rect">
            <a:avLst/>
          </a:prstGeom>
        </p:spPr>
      </p:pic>
      <p:cxnSp>
        <p:nvCxnSpPr>
          <p:cNvPr id="19" name="Google Shape;138;p18">
            <a:extLst>
              <a:ext uri="{FF2B5EF4-FFF2-40B4-BE49-F238E27FC236}">
                <a16:creationId xmlns:a16="http://schemas.microsoft.com/office/drawing/2014/main" id="{0C7F8BFD-8201-45AF-8491-3AF9F2C45B2C}"/>
              </a:ext>
            </a:extLst>
          </p:cNvPr>
          <p:cNvCxnSpPr>
            <a:cxnSpLocks/>
            <a:stCxn id="3" idx="3"/>
            <a:endCxn id="5" idx="1"/>
          </p:cNvCxnSpPr>
          <p:nvPr/>
        </p:nvCxnSpPr>
        <p:spPr>
          <a:xfrm flipV="1">
            <a:off x="4018532" y="1889641"/>
            <a:ext cx="1241116" cy="1003114"/>
          </a:xfrm>
          <a:prstGeom prst="straightConnector1">
            <a:avLst/>
          </a:prstGeom>
          <a:noFill/>
          <a:ln w="19050" cap="flat" cmpd="sng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7" name="Google Shape;138;p18">
            <a:extLst>
              <a:ext uri="{FF2B5EF4-FFF2-40B4-BE49-F238E27FC236}">
                <a16:creationId xmlns:a16="http://schemas.microsoft.com/office/drawing/2014/main" id="{3C6F2529-F875-4205-89F3-5381D2E2C546}"/>
              </a:ext>
            </a:extLst>
          </p:cNvPr>
          <p:cNvCxnSpPr>
            <a:cxnSpLocks/>
            <a:stCxn id="3" idx="3"/>
            <a:endCxn id="7" idx="1"/>
          </p:cNvCxnSpPr>
          <p:nvPr/>
        </p:nvCxnSpPr>
        <p:spPr>
          <a:xfrm>
            <a:off x="4018532" y="2892755"/>
            <a:ext cx="2276382" cy="0"/>
          </a:xfrm>
          <a:prstGeom prst="straightConnector1">
            <a:avLst/>
          </a:prstGeom>
          <a:noFill/>
          <a:ln w="19050" cap="flat" cmpd="sng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0" name="Google Shape;138;p18">
            <a:extLst>
              <a:ext uri="{FF2B5EF4-FFF2-40B4-BE49-F238E27FC236}">
                <a16:creationId xmlns:a16="http://schemas.microsoft.com/office/drawing/2014/main" id="{DE2A6CFF-A7B0-4EE9-B311-722E3B6C0279}"/>
              </a:ext>
            </a:extLst>
          </p:cNvPr>
          <p:cNvCxnSpPr>
            <a:cxnSpLocks/>
            <a:stCxn id="3" idx="3"/>
            <a:endCxn id="9" idx="1"/>
          </p:cNvCxnSpPr>
          <p:nvPr/>
        </p:nvCxnSpPr>
        <p:spPr>
          <a:xfrm>
            <a:off x="4018532" y="2892755"/>
            <a:ext cx="1241114" cy="1092217"/>
          </a:xfrm>
          <a:prstGeom prst="straightConnector1">
            <a:avLst/>
          </a:prstGeom>
          <a:noFill/>
          <a:ln w="19050" cap="flat" cmpd="sng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23968888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16"/>
          <p:cNvSpPr txBox="1">
            <a:spLocks noGrp="1"/>
          </p:cNvSpPr>
          <p:nvPr>
            <p:ph type="body" idx="1"/>
          </p:nvPr>
        </p:nvSpPr>
        <p:spPr>
          <a:xfrm>
            <a:off x="2105050" y="2238000"/>
            <a:ext cx="4933800" cy="81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ko-KR" altLang="en-US" dirty="0"/>
              <a:t>업무 공유 어떻게 하시나요</a:t>
            </a:r>
            <a:r>
              <a:rPr lang="en-US" altLang="ko-KR" dirty="0"/>
              <a:t>?</a:t>
            </a:r>
          </a:p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endParaRPr lang="ko-KR" altLang="en-US" dirty="0"/>
          </a:p>
        </p:txBody>
      </p:sp>
      <p:sp>
        <p:nvSpPr>
          <p:cNvPr id="119" name="Google Shape;119;p16"/>
          <p:cNvSpPr txBox="1">
            <a:spLocks noGrp="1"/>
          </p:cNvSpPr>
          <p:nvPr>
            <p:ph type="sldNum" idx="12"/>
          </p:nvPr>
        </p:nvSpPr>
        <p:spPr>
          <a:xfrm>
            <a:off x="4297650" y="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078590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17"/>
          <p:cNvSpPr txBox="1">
            <a:spLocks noGrp="1"/>
          </p:cNvSpPr>
          <p:nvPr>
            <p:ph type="title"/>
          </p:nvPr>
        </p:nvSpPr>
        <p:spPr>
          <a:xfrm>
            <a:off x="1381250" y="896112"/>
            <a:ext cx="38784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업무 </a:t>
            </a:r>
            <a:r>
              <a:rPr lang="ko-KR" altLang="en-US" dirty="0">
                <a:highlight>
                  <a:srgbClr val="FFCD00"/>
                </a:highlight>
              </a:rPr>
              <a:t>공유</a:t>
            </a:r>
            <a:r>
              <a:rPr lang="ko-KR" altLang="en-US" dirty="0"/>
              <a:t> 어떻게 하시나요</a:t>
            </a:r>
            <a:r>
              <a:rPr lang="en-US" altLang="ko-KR" dirty="0"/>
              <a:t>?</a:t>
            </a:r>
            <a:endParaRPr dirty="0">
              <a:highlight>
                <a:schemeClr val="accent1"/>
              </a:highlight>
            </a:endParaRPr>
          </a:p>
        </p:txBody>
      </p:sp>
      <p:grpSp>
        <p:nvGrpSpPr>
          <p:cNvPr id="126" name="Google Shape;126;p17"/>
          <p:cNvGrpSpPr/>
          <p:nvPr/>
        </p:nvGrpSpPr>
        <p:grpSpPr>
          <a:xfrm>
            <a:off x="916458" y="1019750"/>
            <a:ext cx="214625" cy="214625"/>
            <a:chOff x="2594050" y="1631825"/>
            <a:chExt cx="439625" cy="439625"/>
          </a:xfrm>
        </p:grpSpPr>
        <p:sp>
          <p:nvSpPr>
            <p:cNvPr id="127" name="Google Shape;127;p17"/>
            <p:cNvSpPr/>
            <p:nvPr/>
          </p:nvSpPr>
          <p:spPr>
            <a:xfrm>
              <a:off x="2594050" y="1883300"/>
              <a:ext cx="188175" cy="188150"/>
            </a:xfrm>
            <a:custGeom>
              <a:avLst/>
              <a:gdLst/>
              <a:ahLst/>
              <a:cxnLst/>
              <a:rect l="l" t="t" r="r" b="b"/>
              <a:pathLst>
                <a:path w="7527" h="7526" fill="none" extrusionOk="0">
                  <a:moveTo>
                    <a:pt x="5992" y="0"/>
                  </a:moveTo>
                  <a:lnTo>
                    <a:pt x="537" y="6430"/>
                  </a:lnTo>
                  <a:lnTo>
                    <a:pt x="1" y="7526"/>
                  </a:lnTo>
                  <a:lnTo>
                    <a:pt x="1097" y="6990"/>
                  </a:lnTo>
                  <a:lnTo>
                    <a:pt x="7526" y="1534"/>
                  </a:lnTo>
                  <a:lnTo>
                    <a:pt x="5992" y="0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" name="Google Shape;128;p17"/>
            <p:cNvSpPr/>
            <p:nvPr/>
          </p:nvSpPr>
          <p:spPr>
            <a:xfrm>
              <a:off x="2857700" y="1631825"/>
              <a:ext cx="175975" cy="176000"/>
            </a:xfrm>
            <a:custGeom>
              <a:avLst/>
              <a:gdLst/>
              <a:ahLst/>
              <a:cxnLst/>
              <a:rect l="l" t="t" r="r" b="b"/>
              <a:pathLst>
                <a:path w="7039" h="7040" fill="none" extrusionOk="0">
                  <a:moveTo>
                    <a:pt x="268" y="2704"/>
                  </a:moveTo>
                  <a:lnTo>
                    <a:pt x="4336" y="6771"/>
                  </a:lnTo>
                  <a:lnTo>
                    <a:pt x="4336" y="6771"/>
                  </a:lnTo>
                  <a:lnTo>
                    <a:pt x="4336" y="6771"/>
                  </a:lnTo>
                  <a:lnTo>
                    <a:pt x="4652" y="6917"/>
                  </a:lnTo>
                  <a:lnTo>
                    <a:pt x="4993" y="7015"/>
                  </a:lnTo>
                  <a:lnTo>
                    <a:pt x="5310" y="7039"/>
                  </a:lnTo>
                  <a:lnTo>
                    <a:pt x="5651" y="7039"/>
                  </a:lnTo>
                  <a:lnTo>
                    <a:pt x="5992" y="6966"/>
                  </a:lnTo>
                  <a:lnTo>
                    <a:pt x="6308" y="6844"/>
                  </a:lnTo>
                  <a:lnTo>
                    <a:pt x="6454" y="6747"/>
                  </a:lnTo>
                  <a:lnTo>
                    <a:pt x="6601" y="6674"/>
                  </a:lnTo>
                  <a:lnTo>
                    <a:pt x="6747" y="6552"/>
                  </a:lnTo>
                  <a:lnTo>
                    <a:pt x="6893" y="6430"/>
                  </a:lnTo>
                  <a:lnTo>
                    <a:pt x="6893" y="6430"/>
                  </a:lnTo>
                  <a:lnTo>
                    <a:pt x="6942" y="6357"/>
                  </a:lnTo>
                  <a:lnTo>
                    <a:pt x="7015" y="6260"/>
                  </a:lnTo>
                  <a:lnTo>
                    <a:pt x="7039" y="6138"/>
                  </a:lnTo>
                  <a:lnTo>
                    <a:pt x="7039" y="6041"/>
                  </a:lnTo>
                  <a:lnTo>
                    <a:pt x="7039" y="6041"/>
                  </a:lnTo>
                  <a:lnTo>
                    <a:pt x="7039" y="5943"/>
                  </a:lnTo>
                  <a:lnTo>
                    <a:pt x="7015" y="5846"/>
                  </a:lnTo>
                  <a:lnTo>
                    <a:pt x="6942" y="5748"/>
                  </a:lnTo>
                  <a:lnTo>
                    <a:pt x="6893" y="5651"/>
                  </a:lnTo>
                  <a:lnTo>
                    <a:pt x="1389" y="147"/>
                  </a:lnTo>
                  <a:lnTo>
                    <a:pt x="1389" y="147"/>
                  </a:lnTo>
                  <a:lnTo>
                    <a:pt x="1291" y="98"/>
                  </a:lnTo>
                  <a:lnTo>
                    <a:pt x="1194" y="25"/>
                  </a:lnTo>
                  <a:lnTo>
                    <a:pt x="1096" y="0"/>
                  </a:lnTo>
                  <a:lnTo>
                    <a:pt x="999" y="0"/>
                  </a:lnTo>
                  <a:lnTo>
                    <a:pt x="999" y="0"/>
                  </a:lnTo>
                  <a:lnTo>
                    <a:pt x="902" y="0"/>
                  </a:lnTo>
                  <a:lnTo>
                    <a:pt x="780" y="25"/>
                  </a:lnTo>
                  <a:lnTo>
                    <a:pt x="682" y="98"/>
                  </a:lnTo>
                  <a:lnTo>
                    <a:pt x="609" y="147"/>
                  </a:lnTo>
                  <a:lnTo>
                    <a:pt x="609" y="147"/>
                  </a:lnTo>
                  <a:lnTo>
                    <a:pt x="487" y="293"/>
                  </a:lnTo>
                  <a:lnTo>
                    <a:pt x="366" y="439"/>
                  </a:lnTo>
                  <a:lnTo>
                    <a:pt x="293" y="585"/>
                  </a:lnTo>
                  <a:lnTo>
                    <a:pt x="195" y="731"/>
                  </a:lnTo>
                  <a:lnTo>
                    <a:pt x="73" y="1048"/>
                  </a:lnTo>
                  <a:lnTo>
                    <a:pt x="0" y="1389"/>
                  </a:lnTo>
                  <a:lnTo>
                    <a:pt x="0" y="1730"/>
                  </a:lnTo>
                  <a:lnTo>
                    <a:pt x="25" y="2046"/>
                  </a:lnTo>
                  <a:lnTo>
                    <a:pt x="122" y="2387"/>
                  </a:lnTo>
                  <a:lnTo>
                    <a:pt x="268" y="2704"/>
                  </a:lnTo>
                  <a:lnTo>
                    <a:pt x="268" y="2704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" name="Google Shape;129;p17"/>
            <p:cNvSpPr/>
            <p:nvPr/>
          </p:nvSpPr>
          <p:spPr>
            <a:xfrm>
              <a:off x="2662850" y="1699400"/>
              <a:ext cx="303250" cy="303250"/>
            </a:xfrm>
            <a:custGeom>
              <a:avLst/>
              <a:gdLst/>
              <a:ahLst/>
              <a:cxnLst/>
              <a:rect l="l" t="t" r="r" b="b"/>
              <a:pathLst>
                <a:path w="12130" h="12130" fill="none" extrusionOk="0">
                  <a:moveTo>
                    <a:pt x="8038" y="1"/>
                  </a:moveTo>
                  <a:lnTo>
                    <a:pt x="4872" y="3191"/>
                  </a:lnTo>
                  <a:lnTo>
                    <a:pt x="4872" y="3191"/>
                  </a:lnTo>
                  <a:lnTo>
                    <a:pt x="4628" y="3094"/>
                  </a:lnTo>
                  <a:lnTo>
                    <a:pt x="4385" y="2997"/>
                  </a:lnTo>
                  <a:lnTo>
                    <a:pt x="4092" y="2899"/>
                  </a:lnTo>
                  <a:lnTo>
                    <a:pt x="3800" y="2850"/>
                  </a:lnTo>
                  <a:lnTo>
                    <a:pt x="3484" y="2777"/>
                  </a:lnTo>
                  <a:lnTo>
                    <a:pt x="3167" y="2729"/>
                  </a:lnTo>
                  <a:lnTo>
                    <a:pt x="2850" y="2704"/>
                  </a:lnTo>
                  <a:lnTo>
                    <a:pt x="2534" y="2704"/>
                  </a:lnTo>
                  <a:lnTo>
                    <a:pt x="2534" y="2704"/>
                  </a:lnTo>
                  <a:lnTo>
                    <a:pt x="2241" y="2704"/>
                  </a:lnTo>
                  <a:lnTo>
                    <a:pt x="1949" y="2729"/>
                  </a:lnTo>
                  <a:lnTo>
                    <a:pt x="1633" y="2777"/>
                  </a:lnTo>
                  <a:lnTo>
                    <a:pt x="1316" y="2850"/>
                  </a:lnTo>
                  <a:lnTo>
                    <a:pt x="999" y="2972"/>
                  </a:lnTo>
                  <a:lnTo>
                    <a:pt x="707" y="3094"/>
                  </a:lnTo>
                  <a:lnTo>
                    <a:pt x="415" y="3289"/>
                  </a:lnTo>
                  <a:lnTo>
                    <a:pt x="147" y="3508"/>
                  </a:lnTo>
                  <a:lnTo>
                    <a:pt x="147" y="3508"/>
                  </a:lnTo>
                  <a:lnTo>
                    <a:pt x="74" y="3581"/>
                  </a:lnTo>
                  <a:lnTo>
                    <a:pt x="25" y="3678"/>
                  </a:lnTo>
                  <a:lnTo>
                    <a:pt x="1" y="3776"/>
                  </a:lnTo>
                  <a:lnTo>
                    <a:pt x="1" y="3898"/>
                  </a:lnTo>
                  <a:lnTo>
                    <a:pt x="1" y="3898"/>
                  </a:lnTo>
                  <a:lnTo>
                    <a:pt x="1" y="3995"/>
                  </a:lnTo>
                  <a:lnTo>
                    <a:pt x="25" y="4093"/>
                  </a:lnTo>
                  <a:lnTo>
                    <a:pt x="74" y="4190"/>
                  </a:lnTo>
                  <a:lnTo>
                    <a:pt x="147" y="4287"/>
                  </a:lnTo>
                  <a:lnTo>
                    <a:pt x="7843" y="11984"/>
                  </a:lnTo>
                  <a:lnTo>
                    <a:pt x="7843" y="11984"/>
                  </a:lnTo>
                  <a:lnTo>
                    <a:pt x="7941" y="12057"/>
                  </a:lnTo>
                  <a:lnTo>
                    <a:pt x="8038" y="12105"/>
                  </a:lnTo>
                  <a:lnTo>
                    <a:pt x="8135" y="12130"/>
                  </a:lnTo>
                  <a:lnTo>
                    <a:pt x="8233" y="12130"/>
                  </a:lnTo>
                  <a:lnTo>
                    <a:pt x="8233" y="12130"/>
                  </a:lnTo>
                  <a:lnTo>
                    <a:pt x="8355" y="12130"/>
                  </a:lnTo>
                  <a:lnTo>
                    <a:pt x="8452" y="12105"/>
                  </a:lnTo>
                  <a:lnTo>
                    <a:pt x="8549" y="12057"/>
                  </a:lnTo>
                  <a:lnTo>
                    <a:pt x="8622" y="11984"/>
                  </a:lnTo>
                  <a:lnTo>
                    <a:pt x="8622" y="11984"/>
                  </a:lnTo>
                  <a:lnTo>
                    <a:pt x="8842" y="11716"/>
                  </a:lnTo>
                  <a:lnTo>
                    <a:pt x="9036" y="11423"/>
                  </a:lnTo>
                  <a:lnTo>
                    <a:pt x="9158" y="11131"/>
                  </a:lnTo>
                  <a:lnTo>
                    <a:pt x="9280" y="10814"/>
                  </a:lnTo>
                  <a:lnTo>
                    <a:pt x="9353" y="10498"/>
                  </a:lnTo>
                  <a:lnTo>
                    <a:pt x="9402" y="10181"/>
                  </a:lnTo>
                  <a:lnTo>
                    <a:pt x="9426" y="9889"/>
                  </a:lnTo>
                  <a:lnTo>
                    <a:pt x="9426" y="9597"/>
                  </a:lnTo>
                  <a:lnTo>
                    <a:pt x="9426" y="9597"/>
                  </a:lnTo>
                  <a:lnTo>
                    <a:pt x="9426" y="9280"/>
                  </a:lnTo>
                  <a:lnTo>
                    <a:pt x="9402" y="8964"/>
                  </a:lnTo>
                  <a:lnTo>
                    <a:pt x="9353" y="8647"/>
                  </a:lnTo>
                  <a:lnTo>
                    <a:pt x="9280" y="8330"/>
                  </a:lnTo>
                  <a:lnTo>
                    <a:pt x="9231" y="8038"/>
                  </a:lnTo>
                  <a:lnTo>
                    <a:pt x="9134" y="7746"/>
                  </a:lnTo>
                  <a:lnTo>
                    <a:pt x="9036" y="7502"/>
                  </a:lnTo>
                  <a:lnTo>
                    <a:pt x="8939" y="7259"/>
                  </a:lnTo>
                  <a:lnTo>
                    <a:pt x="12130" y="4093"/>
                  </a:lnTo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" name="Google Shape;130;p17"/>
            <p:cNvSpPr/>
            <p:nvPr/>
          </p:nvSpPr>
          <p:spPr>
            <a:xfrm>
              <a:off x="2814912" y="1754062"/>
              <a:ext cx="49950" cy="49950"/>
            </a:xfrm>
            <a:custGeom>
              <a:avLst/>
              <a:gdLst/>
              <a:ahLst/>
              <a:cxnLst/>
              <a:rect l="l" t="t" r="r" b="b"/>
              <a:pathLst>
                <a:path w="1998" h="1998" fill="none" extrusionOk="0">
                  <a:moveTo>
                    <a:pt x="1" y="1997"/>
                  </a:moveTo>
                  <a:lnTo>
                    <a:pt x="1998" y="0"/>
                  </a:lnTo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1" name="Google Shape;131;p17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7</a:t>
            </a:fld>
            <a:endParaRPr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2BC8182-D534-4AE2-8F40-92AC384AC9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93564" y="2400300"/>
            <a:ext cx="901768" cy="901768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767885F8-F75E-4E95-AFAC-FDF143B076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3935810" y="2246775"/>
            <a:ext cx="1066495" cy="1066495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01F8B51D-25BF-420E-BDC9-91419164B05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99935" y="2267656"/>
            <a:ext cx="984278" cy="984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27227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7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7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18"/>
          <p:cNvSpPr txBox="1">
            <a:spLocks noGrp="1"/>
          </p:cNvSpPr>
          <p:nvPr>
            <p:ph type="ctrTitle" idx="4294967295"/>
          </p:nvPr>
        </p:nvSpPr>
        <p:spPr>
          <a:xfrm>
            <a:off x="1951575" y="2878750"/>
            <a:ext cx="5241000" cy="1159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 dirty="0">
                <a:highlight>
                  <a:schemeClr val="accent1"/>
                </a:highlight>
              </a:rPr>
              <a:t>Big concept</a:t>
            </a:r>
            <a:endParaRPr sz="4800" dirty="0">
              <a:highlight>
                <a:schemeClr val="accent1"/>
              </a:highlight>
            </a:endParaRPr>
          </a:p>
        </p:txBody>
      </p:sp>
      <p:cxnSp>
        <p:nvCxnSpPr>
          <p:cNvPr id="138" name="Google Shape;138;p18"/>
          <p:cNvCxnSpPr/>
          <p:nvPr/>
        </p:nvCxnSpPr>
        <p:spPr>
          <a:xfrm>
            <a:off x="-6025" y="1668728"/>
            <a:ext cx="9162000" cy="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9" name="Google Shape;139;p18"/>
          <p:cNvSpPr/>
          <p:nvPr/>
        </p:nvSpPr>
        <p:spPr>
          <a:xfrm>
            <a:off x="3470200" y="566931"/>
            <a:ext cx="2203500" cy="22035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40" name="Google Shape;140;p18"/>
          <p:cNvGrpSpPr/>
          <p:nvPr/>
        </p:nvGrpSpPr>
        <p:grpSpPr>
          <a:xfrm>
            <a:off x="4184367" y="854983"/>
            <a:ext cx="1035173" cy="1035155"/>
            <a:chOff x="6643075" y="3664250"/>
            <a:chExt cx="407950" cy="407975"/>
          </a:xfrm>
        </p:grpSpPr>
        <p:sp>
          <p:nvSpPr>
            <p:cNvPr id="141" name="Google Shape;141;p18"/>
            <p:cNvSpPr/>
            <p:nvPr/>
          </p:nvSpPr>
          <p:spPr>
            <a:xfrm>
              <a:off x="6794075" y="3815250"/>
              <a:ext cx="211300" cy="211300"/>
            </a:xfrm>
            <a:custGeom>
              <a:avLst/>
              <a:gdLst/>
              <a:ahLst/>
              <a:cxnLst/>
              <a:rect l="l" t="t" r="r" b="b"/>
              <a:pathLst>
                <a:path w="8452" h="8452" fill="none" extrusionOk="0">
                  <a:moveTo>
                    <a:pt x="0" y="8135"/>
                  </a:moveTo>
                  <a:lnTo>
                    <a:pt x="0" y="8135"/>
                  </a:lnTo>
                  <a:lnTo>
                    <a:pt x="438" y="8257"/>
                  </a:lnTo>
                  <a:lnTo>
                    <a:pt x="852" y="8354"/>
                  </a:lnTo>
                  <a:lnTo>
                    <a:pt x="1291" y="8403"/>
                  </a:lnTo>
                  <a:lnTo>
                    <a:pt x="1729" y="8452"/>
                  </a:lnTo>
                  <a:lnTo>
                    <a:pt x="2168" y="8452"/>
                  </a:lnTo>
                  <a:lnTo>
                    <a:pt x="2606" y="8427"/>
                  </a:lnTo>
                  <a:lnTo>
                    <a:pt x="3020" y="8378"/>
                  </a:lnTo>
                  <a:lnTo>
                    <a:pt x="3458" y="8281"/>
                  </a:lnTo>
                  <a:lnTo>
                    <a:pt x="3872" y="8184"/>
                  </a:lnTo>
                  <a:lnTo>
                    <a:pt x="4311" y="8037"/>
                  </a:lnTo>
                  <a:lnTo>
                    <a:pt x="4701" y="7867"/>
                  </a:lnTo>
                  <a:lnTo>
                    <a:pt x="5115" y="7672"/>
                  </a:lnTo>
                  <a:lnTo>
                    <a:pt x="5504" y="7429"/>
                  </a:lnTo>
                  <a:lnTo>
                    <a:pt x="5870" y="7185"/>
                  </a:lnTo>
                  <a:lnTo>
                    <a:pt x="6235" y="6893"/>
                  </a:lnTo>
                  <a:lnTo>
                    <a:pt x="6576" y="6576"/>
                  </a:lnTo>
                  <a:lnTo>
                    <a:pt x="6576" y="6576"/>
                  </a:lnTo>
                  <a:lnTo>
                    <a:pt x="6892" y="6235"/>
                  </a:lnTo>
                  <a:lnTo>
                    <a:pt x="7185" y="5870"/>
                  </a:lnTo>
                  <a:lnTo>
                    <a:pt x="7428" y="5505"/>
                  </a:lnTo>
                  <a:lnTo>
                    <a:pt x="7672" y="5115"/>
                  </a:lnTo>
                  <a:lnTo>
                    <a:pt x="7867" y="4701"/>
                  </a:lnTo>
                  <a:lnTo>
                    <a:pt x="8037" y="4311"/>
                  </a:lnTo>
                  <a:lnTo>
                    <a:pt x="8183" y="3873"/>
                  </a:lnTo>
                  <a:lnTo>
                    <a:pt x="8281" y="3459"/>
                  </a:lnTo>
                  <a:lnTo>
                    <a:pt x="8378" y="3020"/>
                  </a:lnTo>
                  <a:lnTo>
                    <a:pt x="8427" y="2606"/>
                  </a:lnTo>
                  <a:lnTo>
                    <a:pt x="8451" y="2168"/>
                  </a:lnTo>
                  <a:lnTo>
                    <a:pt x="8451" y="1730"/>
                  </a:lnTo>
                  <a:lnTo>
                    <a:pt x="8402" y="1291"/>
                  </a:lnTo>
                  <a:lnTo>
                    <a:pt x="8354" y="853"/>
                  </a:lnTo>
                  <a:lnTo>
                    <a:pt x="8256" y="439"/>
                  </a:lnTo>
                  <a:lnTo>
                    <a:pt x="8135" y="0"/>
                  </a:lnTo>
                </a:path>
              </a:pathLst>
            </a:custGeom>
            <a:noFill/>
            <a:ln w="1217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" name="Google Shape;142;p18"/>
            <p:cNvSpPr/>
            <p:nvPr/>
          </p:nvSpPr>
          <p:spPr>
            <a:xfrm>
              <a:off x="6643075" y="3664250"/>
              <a:ext cx="407950" cy="407975"/>
            </a:xfrm>
            <a:custGeom>
              <a:avLst/>
              <a:gdLst/>
              <a:ahLst/>
              <a:cxnLst/>
              <a:rect l="l" t="t" r="r" b="b"/>
              <a:pathLst>
                <a:path w="16318" h="16319" fill="none" extrusionOk="0">
                  <a:moveTo>
                    <a:pt x="16074" y="244"/>
                  </a:moveTo>
                  <a:lnTo>
                    <a:pt x="16074" y="244"/>
                  </a:lnTo>
                  <a:lnTo>
                    <a:pt x="15928" y="122"/>
                  </a:lnTo>
                  <a:lnTo>
                    <a:pt x="15758" y="49"/>
                  </a:lnTo>
                  <a:lnTo>
                    <a:pt x="15538" y="0"/>
                  </a:lnTo>
                  <a:lnTo>
                    <a:pt x="15319" y="0"/>
                  </a:lnTo>
                  <a:lnTo>
                    <a:pt x="15051" y="25"/>
                  </a:lnTo>
                  <a:lnTo>
                    <a:pt x="14759" y="73"/>
                  </a:lnTo>
                  <a:lnTo>
                    <a:pt x="14442" y="171"/>
                  </a:lnTo>
                  <a:lnTo>
                    <a:pt x="14102" y="293"/>
                  </a:lnTo>
                  <a:lnTo>
                    <a:pt x="13736" y="439"/>
                  </a:lnTo>
                  <a:lnTo>
                    <a:pt x="13347" y="609"/>
                  </a:lnTo>
                  <a:lnTo>
                    <a:pt x="12957" y="828"/>
                  </a:lnTo>
                  <a:lnTo>
                    <a:pt x="12543" y="1048"/>
                  </a:lnTo>
                  <a:lnTo>
                    <a:pt x="11666" y="1608"/>
                  </a:lnTo>
                  <a:lnTo>
                    <a:pt x="10716" y="2265"/>
                  </a:lnTo>
                  <a:lnTo>
                    <a:pt x="10716" y="2265"/>
                  </a:lnTo>
                  <a:lnTo>
                    <a:pt x="10278" y="2095"/>
                  </a:lnTo>
                  <a:lnTo>
                    <a:pt x="9815" y="1949"/>
                  </a:lnTo>
                  <a:lnTo>
                    <a:pt x="9352" y="1851"/>
                  </a:lnTo>
                  <a:lnTo>
                    <a:pt x="8890" y="1778"/>
                  </a:lnTo>
                  <a:lnTo>
                    <a:pt x="8427" y="1730"/>
                  </a:lnTo>
                  <a:lnTo>
                    <a:pt x="7940" y="1730"/>
                  </a:lnTo>
                  <a:lnTo>
                    <a:pt x="7477" y="1778"/>
                  </a:lnTo>
                  <a:lnTo>
                    <a:pt x="7014" y="1827"/>
                  </a:lnTo>
                  <a:lnTo>
                    <a:pt x="6551" y="1924"/>
                  </a:lnTo>
                  <a:lnTo>
                    <a:pt x="6089" y="2070"/>
                  </a:lnTo>
                  <a:lnTo>
                    <a:pt x="5650" y="2241"/>
                  </a:lnTo>
                  <a:lnTo>
                    <a:pt x="5212" y="2436"/>
                  </a:lnTo>
                  <a:lnTo>
                    <a:pt x="4774" y="2679"/>
                  </a:lnTo>
                  <a:lnTo>
                    <a:pt x="4384" y="2972"/>
                  </a:lnTo>
                  <a:lnTo>
                    <a:pt x="3994" y="3264"/>
                  </a:lnTo>
                  <a:lnTo>
                    <a:pt x="3605" y="3605"/>
                  </a:lnTo>
                  <a:lnTo>
                    <a:pt x="3605" y="3605"/>
                  </a:lnTo>
                  <a:lnTo>
                    <a:pt x="3264" y="3995"/>
                  </a:lnTo>
                  <a:lnTo>
                    <a:pt x="2971" y="4384"/>
                  </a:lnTo>
                  <a:lnTo>
                    <a:pt x="2679" y="4774"/>
                  </a:lnTo>
                  <a:lnTo>
                    <a:pt x="2436" y="5212"/>
                  </a:lnTo>
                  <a:lnTo>
                    <a:pt x="2241" y="5651"/>
                  </a:lnTo>
                  <a:lnTo>
                    <a:pt x="2070" y="6089"/>
                  </a:lnTo>
                  <a:lnTo>
                    <a:pt x="1924" y="6552"/>
                  </a:lnTo>
                  <a:lnTo>
                    <a:pt x="1827" y="7015"/>
                  </a:lnTo>
                  <a:lnTo>
                    <a:pt x="1778" y="7477"/>
                  </a:lnTo>
                  <a:lnTo>
                    <a:pt x="1729" y="7940"/>
                  </a:lnTo>
                  <a:lnTo>
                    <a:pt x="1729" y="8427"/>
                  </a:lnTo>
                  <a:lnTo>
                    <a:pt x="1778" y="8890"/>
                  </a:lnTo>
                  <a:lnTo>
                    <a:pt x="1851" y="9353"/>
                  </a:lnTo>
                  <a:lnTo>
                    <a:pt x="1948" y="9815"/>
                  </a:lnTo>
                  <a:lnTo>
                    <a:pt x="2095" y="10278"/>
                  </a:lnTo>
                  <a:lnTo>
                    <a:pt x="2265" y="10716"/>
                  </a:lnTo>
                  <a:lnTo>
                    <a:pt x="2265" y="10716"/>
                  </a:lnTo>
                  <a:lnTo>
                    <a:pt x="1607" y="11666"/>
                  </a:lnTo>
                  <a:lnTo>
                    <a:pt x="1047" y="12543"/>
                  </a:lnTo>
                  <a:lnTo>
                    <a:pt x="828" y="12957"/>
                  </a:lnTo>
                  <a:lnTo>
                    <a:pt x="609" y="13347"/>
                  </a:lnTo>
                  <a:lnTo>
                    <a:pt x="438" y="13737"/>
                  </a:lnTo>
                  <a:lnTo>
                    <a:pt x="292" y="14102"/>
                  </a:lnTo>
                  <a:lnTo>
                    <a:pt x="170" y="14443"/>
                  </a:lnTo>
                  <a:lnTo>
                    <a:pt x="73" y="14759"/>
                  </a:lnTo>
                  <a:lnTo>
                    <a:pt x="24" y="15052"/>
                  </a:lnTo>
                  <a:lnTo>
                    <a:pt x="0" y="15320"/>
                  </a:lnTo>
                  <a:lnTo>
                    <a:pt x="0" y="15539"/>
                  </a:lnTo>
                  <a:lnTo>
                    <a:pt x="49" y="15758"/>
                  </a:lnTo>
                  <a:lnTo>
                    <a:pt x="122" y="15928"/>
                  </a:lnTo>
                  <a:lnTo>
                    <a:pt x="244" y="16075"/>
                  </a:lnTo>
                  <a:lnTo>
                    <a:pt x="244" y="16075"/>
                  </a:lnTo>
                  <a:lnTo>
                    <a:pt x="341" y="16172"/>
                  </a:lnTo>
                  <a:lnTo>
                    <a:pt x="487" y="16245"/>
                  </a:lnTo>
                  <a:lnTo>
                    <a:pt x="633" y="16294"/>
                  </a:lnTo>
                  <a:lnTo>
                    <a:pt x="804" y="16318"/>
                  </a:lnTo>
                  <a:lnTo>
                    <a:pt x="974" y="16318"/>
                  </a:lnTo>
                  <a:lnTo>
                    <a:pt x="1169" y="16318"/>
                  </a:lnTo>
                  <a:lnTo>
                    <a:pt x="1388" y="16269"/>
                  </a:lnTo>
                  <a:lnTo>
                    <a:pt x="1632" y="16221"/>
                  </a:lnTo>
                  <a:lnTo>
                    <a:pt x="2143" y="16075"/>
                  </a:lnTo>
                  <a:lnTo>
                    <a:pt x="2703" y="15831"/>
                  </a:lnTo>
                  <a:lnTo>
                    <a:pt x="3312" y="15539"/>
                  </a:lnTo>
                  <a:lnTo>
                    <a:pt x="3946" y="15149"/>
                  </a:lnTo>
                  <a:lnTo>
                    <a:pt x="4652" y="14711"/>
                  </a:lnTo>
                  <a:lnTo>
                    <a:pt x="5358" y="14224"/>
                  </a:lnTo>
                  <a:lnTo>
                    <a:pt x="6113" y="13663"/>
                  </a:lnTo>
                  <a:lnTo>
                    <a:pt x="6892" y="13055"/>
                  </a:lnTo>
                  <a:lnTo>
                    <a:pt x="7696" y="12397"/>
                  </a:lnTo>
                  <a:lnTo>
                    <a:pt x="8500" y="11691"/>
                  </a:lnTo>
                  <a:lnTo>
                    <a:pt x="9304" y="10936"/>
                  </a:lnTo>
                  <a:lnTo>
                    <a:pt x="10132" y="10132"/>
                  </a:lnTo>
                  <a:lnTo>
                    <a:pt x="10132" y="10132"/>
                  </a:lnTo>
                  <a:lnTo>
                    <a:pt x="10935" y="9304"/>
                  </a:lnTo>
                  <a:lnTo>
                    <a:pt x="11690" y="8500"/>
                  </a:lnTo>
                  <a:lnTo>
                    <a:pt x="12397" y="7696"/>
                  </a:lnTo>
                  <a:lnTo>
                    <a:pt x="13054" y="6893"/>
                  </a:lnTo>
                  <a:lnTo>
                    <a:pt x="13663" y="6113"/>
                  </a:lnTo>
                  <a:lnTo>
                    <a:pt x="14223" y="5358"/>
                  </a:lnTo>
                  <a:lnTo>
                    <a:pt x="14710" y="4652"/>
                  </a:lnTo>
                  <a:lnTo>
                    <a:pt x="15149" y="3946"/>
                  </a:lnTo>
                  <a:lnTo>
                    <a:pt x="15538" y="3313"/>
                  </a:lnTo>
                  <a:lnTo>
                    <a:pt x="15831" y="2704"/>
                  </a:lnTo>
                  <a:lnTo>
                    <a:pt x="16074" y="2144"/>
                  </a:lnTo>
                  <a:lnTo>
                    <a:pt x="16220" y="1632"/>
                  </a:lnTo>
                  <a:lnTo>
                    <a:pt x="16269" y="1389"/>
                  </a:lnTo>
                  <a:lnTo>
                    <a:pt x="16318" y="1169"/>
                  </a:lnTo>
                  <a:lnTo>
                    <a:pt x="16318" y="975"/>
                  </a:lnTo>
                  <a:lnTo>
                    <a:pt x="16318" y="804"/>
                  </a:lnTo>
                  <a:lnTo>
                    <a:pt x="16293" y="634"/>
                  </a:lnTo>
                  <a:lnTo>
                    <a:pt x="16245" y="487"/>
                  </a:lnTo>
                  <a:lnTo>
                    <a:pt x="16172" y="341"/>
                  </a:lnTo>
                  <a:lnTo>
                    <a:pt x="16074" y="244"/>
                  </a:lnTo>
                  <a:lnTo>
                    <a:pt x="16074" y="244"/>
                  </a:lnTo>
                  <a:close/>
                  <a:moveTo>
                    <a:pt x="1827" y="13810"/>
                  </a:moveTo>
                  <a:lnTo>
                    <a:pt x="1827" y="13810"/>
                  </a:lnTo>
                  <a:lnTo>
                    <a:pt x="1754" y="13737"/>
                  </a:lnTo>
                  <a:lnTo>
                    <a:pt x="1729" y="13639"/>
                  </a:lnTo>
                  <a:lnTo>
                    <a:pt x="1681" y="13542"/>
                  </a:lnTo>
                  <a:lnTo>
                    <a:pt x="1681" y="13444"/>
                  </a:lnTo>
                  <a:lnTo>
                    <a:pt x="1681" y="13176"/>
                  </a:lnTo>
                  <a:lnTo>
                    <a:pt x="1754" y="12884"/>
                  </a:lnTo>
                  <a:lnTo>
                    <a:pt x="1875" y="12519"/>
                  </a:lnTo>
                  <a:lnTo>
                    <a:pt x="2046" y="12153"/>
                  </a:lnTo>
                  <a:lnTo>
                    <a:pt x="2265" y="11715"/>
                  </a:lnTo>
                  <a:lnTo>
                    <a:pt x="2533" y="11277"/>
                  </a:lnTo>
                  <a:lnTo>
                    <a:pt x="2533" y="11277"/>
                  </a:lnTo>
                  <a:lnTo>
                    <a:pt x="2752" y="11642"/>
                  </a:lnTo>
                  <a:lnTo>
                    <a:pt x="3020" y="12007"/>
                  </a:lnTo>
                  <a:lnTo>
                    <a:pt x="3288" y="12373"/>
                  </a:lnTo>
                  <a:lnTo>
                    <a:pt x="3605" y="12714"/>
                  </a:lnTo>
                  <a:lnTo>
                    <a:pt x="3605" y="12714"/>
                  </a:lnTo>
                  <a:lnTo>
                    <a:pt x="3897" y="12957"/>
                  </a:lnTo>
                  <a:lnTo>
                    <a:pt x="4165" y="13201"/>
                  </a:lnTo>
                  <a:lnTo>
                    <a:pt x="4165" y="13201"/>
                  </a:lnTo>
                  <a:lnTo>
                    <a:pt x="3751" y="13444"/>
                  </a:lnTo>
                  <a:lnTo>
                    <a:pt x="3361" y="13639"/>
                  </a:lnTo>
                  <a:lnTo>
                    <a:pt x="3020" y="13785"/>
                  </a:lnTo>
                  <a:lnTo>
                    <a:pt x="2679" y="13883"/>
                  </a:lnTo>
                  <a:lnTo>
                    <a:pt x="2411" y="13956"/>
                  </a:lnTo>
                  <a:lnTo>
                    <a:pt x="2168" y="13956"/>
                  </a:lnTo>
                  <a:lnTo>
                    <a:pt x="2070" y="13931"/>
                  </a:lnTo>
                  <a:lnTo>
                    <a:pt x="1973" y="13907"/>
                  </a:lnTo>
                  <a:lnTo>
                    <a:pt x="1900" y="13858"/>
                  </a:lnTo>
                  <a:lnTo>
                    <a:pt x="1827" y="13810"/>
                  </a:lnTo>
                  <a:lnTo>
                    <a:pt x="1827" y="13810"/>
                  </a:lnTo>
                  <a:close/>
                  <a:moveTo>
                    <a:pt x="8159" y="4482"/>
                  </a:moveTo>
                  <a:lnTo>
                    <a:pt x="8159" y="4482"/>
                  </a:lnTo>
                  <a:lnTo>
                    <a:pt x="8037" y="4482"/>
                  </a:lnTo>
                  <a:lnTo>
                    <a:pt x="7940" y="4433"/>
                  </a:lnTo>
                  <a:lnTo>
                    <a:pt x="7842" y="4384"/>
                  </a:lnTo>
                  <a:lnTo>
                    <a:pt x="7745" y="4311"/>
                  </a:lnTo>
                  <a:lnTo>
                    <a:pt x="7672" y="4238"/>
                  </a:lnTo>
                  <a:lnTo>
                    <a:pt x="7623" y="4141"/>
                  </a:lnTo>
                  <a:lnTo>
                    <a:pt x="7574" y="4019"/>
                  </a:lnTo>
                  <a:lnTo>
                    <a:pt x="7574" y="3897"/>
                  </a:lnTo>
                  <a:lnTo>
                    <a:pt x="7574" y="3897"/>
                  </a:lnTo>
                  <a:lnTo>
                    <a:pt x="7574" y="3775"/>
                  </a:lnTo>
                  <a:lnTo>
                    <a:pt x="7623" y="3678"/>
                  </a:lnTo>
                  <a:lnTo>
                    <a:pt x="7672" y="3580"/>
                  </a:lnTo>
                  <a:lnTo>
                    <a:pt x="7745" y="3483"/>
                  </a:lnTo>
                  <a:lnTo>
                    <a:pt x="7842" y="3410"/>
                  </a:lnTo>
                  <a:lnTo>
                    <a:pt x="7940" y="3361"/>
                  </a:lnTo>
                  <a:lnTo>
                    <a:pt x="8037" y="3337"/>
                  </a:lnTo>
                  <a:lnTo>
                    <a:pt x="8159" y="3313"/>
                  </a:lnTo>
                  <a:lnTo>
                    <a:pt x="8159" y="3313"/>
                  </a:lnTo>
                  <a:lnTo>
                    <a:pt x="8281" y="3337"/>
                  </a:lnTo>
                  <a:lnTo>
                    <a:pt x="8378" y="3361"/>
                  </a:lnTo>
                  <a:lnTo>
                    <a:pt x="8476" y="3410"/>
                  </a:lnTo>
                  <a:lnTo>
                    <a:pt x="8573" y="3483"/>
                  </a:lnTo>
                  <a:lnTo>
                    <a:pt x="8646" y="3580"/>
                  </a:lnTo>
                  <a:lnTo>
                    <a:pt x="8695" y="3678"/>
                  </a:lnTo>
                  <a:lnTo>
                    <a:pt x="8743" y="3775"/>
                  </a:lnTo>
                  <a:lnTo>
                    <a:pt x="8743" y="3897"/>
                  </a:lnTo>
                  <a:lnTo>
                    <a:pt x="8743" y="3897"/>
                  </a:lnTo>
                  <a:lnTo>
                    <a:pt x="8743" y="4019"/>
                  </a:lnTo>
                  <a:lnTo>
                    <a:pt x="8695" y="4141"/>
                  </a:lnTo>
                  <a:lnTo>
                    <a:pt x="8646" y="4238"/>
                  </a:lnTo>
                  <a:lnTo>
                    <a:pt x="8573" y="4311"/>
                  </a:lnTo>
                  <a:lnTo>
                    <a:pt x="8476" y="4384"/>
                  </a:lnTo>
                  <a:lnTo>
                    <a:pt x="8378" y="4433"/>
                  </a:lnTo>
                  <a:lnTo>
                    <a:pt x="8281" y="4482"/>
                  </a:lnTo>
                  <a:lnTo>
                    <a:pt x="8159" y="4482"/>
                  </a:lnTo>
                  <a:lnTo>
                    <a:pt x="8159" y="4482"/>
                  </a:lnTo>
                  <a:close/>
                  <a:moveTo>
                    <a:pt x="9133" y="5943"/>
                  </a:moveTo>
                  <a:lnTo>
                    <a:pt x="9133" y="5943"/>
                  </a:lnTo>
                  <a:lnTo>
                    <a:pt x="9036" y="5943"/>
                  </a:lnTo>
                  <a:lnTo>
                    <a:pt x="8963" y="5919"/>
                  </a:lnTo>
                  <a:lnTo>
                    <a:pt x="8841" y="5846"/>
                  </a:lnTo>
                  <a:lnTo>
                    <a:pt x="8768" y="5724"/>
                  </a:lnTo>
                  <a:lnTo>
                    <a:pt x="8743" y="5651"/>
                  </a:lnTo>
                  <a:lnTo>
                    <a:pt x="8743" y="5553"/>
                  </a:lnTo>
                  <a:lnTo>
                    <a:pt x="8743" y="5553"/>
                  </a:lnTo>
                  <a:lnTo>
                    <a:pt x="8743" y="5480"/>
                  </a:lnTo>
                  <a:lnTo>
                    <a:pt x="8768" y="5407"/>
                  </a:lnTo>
                  <a:lnTo>
                    <a:pt x="8841" y="5285"/>
                  </a:lnTo>
                  <a:lnTo>
                    <a:pt x="8963" y="5212"/>
                  </a:lnTo>
                  <a:lnTo>
                    <a:pt x="9036" y="5188"/>
                  </a:lnTo>
                  <a:lnTo>
                    <a:pt x="9133" y="5164"/>
                  </a:lnTo>
                  <a:lnTo>
                    <a:pt x="9133" y="5164"/>
                  </a:lnTo>
                  <a:lnTo>
                    <a:pt x="9206" y="5188"/>
                  </a:lnTo>
                  <a:lnTo>
                    <a:pt x="9279" y="5212"/>
                  </a:lnTo>
                  <a:lnTo>
                    <a:pt x="9401" y="5285"/>
                  </a:lnTo>
                  <a:lnTo>
                    <a:pt x="9474" y="5407"/>
                  </a:lnTo>
                  <a:lnTo>
                    <a:pt x="9498" y="5480"/>
                  </a:lnTo>
                  <a:lnTo>
                    <a:pt x="9523" y="5553"/>
                  </a:lnTo>
                  <a:lnTo>
                    <a:pt x="9523" y="5553"/>
                  </a:lnTo>
                  <a:lnTo>
                    <a:pt x="9498" y="5651"/>
                  </a:lnTo>
                  <a:lnTo>
                    <a:pt x="9474" y="5724"/>
                  </a:lnTo>
                  <a:lnTo>
                    <a:pt x="9401" y="5846"/>
                  </a:lnTo>
                  <a:lnTo>
                    <a:pt x="9279" y="5919"/>
                  </a:lnTo>
                  <a:lnTo>
                    <a:pt x="9206" y="5943"/>
                  </a:lnTo>
                  <a:lnTo>
                    <a:pt x="9133" y="5943"/>
                  </a:lnTo>
                  <a:lnTo>
                    <a:pt x="9133" y="5943"/>
                  </a:lnTo>
                  <a:close/>
                  <a:moveTo>
                    <a:pt x="9986" y="4409"/>
                  </a:moveTo>
                  <a:lnTo>
                    <a:pt x="9986" y="4409"/>
                  </a:lnTo>
                  <a:lnTo>
                    <a:pt x="9888" y="4409"/>
                  </a:lnTo>
                  <a:lnTo>
                    <a:pt x="9815" y="4384"/>
                  </a:lnTo>
                  <a:lnTo>
                    <a:pt x="9693" y="4287"/>
                  </a:lnTo>
                  <a:lnTo>
                    <a:pt x="9620" y="4165"/>
                  </a:lnTo>
                  <a:lnTo>
                    <a:pt x="9596" y="4092"/>
                  </a:lnTo>
                  <a:lnTo>
                    <a:pt x="9596" y="4019"/>
                  </a:lnTo>
                  <a:lnTo>
                    <a:pt x="9596" y="4019"/>
                  </a:lnTo>
                  <a:lnTo>
                    <a:pt x="9596" y="3946"/>
                  </a:lnTo>
                  <a:lnTo>
                    <a:pt x="9620" y="3873"/>
                  </a:lnTo>
                  <a:lnTo>
                    <a:pt x="9693" y="3751"/>
                  </a:lnTo>
                  <a:lnTo>
                    <a:pt x="9815" y="3654"/>
                  </a:lnTo>
                  <a:lnTo>
                    <a:pt x="9888" y="3629"/>
                  </a:lnTo>
                  <a:lnTo>
                    <a:pt x="9986" y="3629"/>
                  </a:lnTo>
                  <a:lnTo>
                    <a:pt x="9986" y="3629"/>
                  </a:lnTo>
                  <a:lnTo>
                    <a:pt x="10059" y="3629"/>
                  </a:lnTo>
                  <a:lnTo>
                    <a:pt x="10132" y="3654"/>
                  </a:lnTo>
                  <a:lnTo>
                    <a:pt x="10253" y="3751"/>
                  </a:lnTo>
                  <a:lnTo>
                    <a:pt x="10327" y="3873"/>
                  </a:lnTo>
                  <a:lnTo>
                    <a:pt x="10351" y="3946"/>
                  </a:lnTo>
                  <a:lnTo>
                    <a:pt x="10375" y="4019"/>
                  </a:lnTo>
                  <a:lnTo>
                    <a:pt x="10375" y="4019"/>
                  </a:lnTo>
                  <a:lnTo>
                    <a:pt x="10351" y="4092"/>
                  </a:lnTo>
                  <a:lnTo>
                    <a:pt x="10327" y="4165"/>
                  </a:lnTo>
                  <a:lnTo>
                    <a:pt x="10253" y="4287"/>
                  </a:lnTo>
                  <a:lnTo>
                    <a:pt x="10132" y="4384"/>
                  </a:lnTo>
                  <a:lnTo>
                    <a:pt x="10059" y="4409"/>
                  </a:lnTo>
                  <a:lnTo>
                    <a:pt x="9986" y="4409"/>
                  </a:lnTo>
                  <a:lnTo>
                    <a:pt x="9986" y="4409"/>
                  </a:lnTo>
                  <a:close/>
                  <a:moveTo>
                    <a:pt x="13200" y="4165"/>
                  </a:moveTo>
                  <a:lnTo>
                    <a:pt x="13200" y="4165"/>
                  </a:lnTo>
                  <a:lnTo>
                    <a:pt x="12957" y="3897"/>
                  </a:lnTo>
                  <a:lnTo>
                    <a:pt x="12713" y="3605"/>
                  </a:lnTo>
                  <a:lnTo>
                    <a:pt x="12713" y="3605"/>
                  </a:lnTo>
                  <a:lnTo>
                    <a:pt x="12372" y="3288"/>
                  </a:lnTo>
                  <a:lnTo>
                    <a:pt x="12007" y="3020"/>
                  </a:lnTo>
                  <a:lnTo>
                    <a:pt x="11642" y="2752"/>
                  </a:lnTo>
                  <a:lnTo>
                    <a:pt x="11276" y="2533"/>
                  </a:lnTo>
                  <a:lnTo>
                    <a:pt x="11276" y="2533"/>
                  </a:lnTo>
                  <a:lnTo>
                    <a:pt x="11715" y="2265"/>
                  </a:lnTo>
                  <a:lnTo>
                    <a:pt x="12153" y="2046"/>
                  </a:lnTo>
                  <a:lnTo>
                    <a:pt x="12518" y="1876"/>
                  </a:lnTo>
                  <a:lnTo>
                    <a:pt x="12884" y="1754"/>
                  </a:lnTo>
                  <a:lnTo>
                    <a:pt x="13176" y="1681"/>
                  </a:lnTo>
                  <a:lnTo>
                    <a:pt x="13444" y="1681"/>
                  </a:lnTo>
                  <a:lnTo>
                    <a:pt x="13541" y="1681"/>
                  </a:lnTo>
                  <a:lnTo>
                    <a:pt x="13639" y="1730"/>
                  </a:lnTo>
                  <a:lnTo>
                    <a:pt x="13736" y="1754"/>
                  </a:lnTo>
                  <a:lnTo>
                    <a:pt x="13809" y="1827"/>
                  </a:lnTo>
                  <a:lnTo>
                    <a:pt x="13809" y="1827"/>
                  </a:lnTo>
                  <a:lnTo>
                    <a:pt x="13858" y="1900"/>
                  </a:lnTo>
                  <a:lnTo>
                    <a:pt x="13907" y="1973"/>
                  </a:lnTo>
                  <a:lnTo>
                    <a:pt x="13931" y="2070"/>
                  </a:lnTo>
                  <a:lnTo>
                    <a:pt x="13955" y="2168"/>
                  </a:lnTo>
                  <a:lnTo>
                    <a:pt x="13955" y="2411"/>
                  </a:lnTo>
                  <a:lnTo>
                    <a:pt x="13882" y="2679"/>
                  </a:lnTo>
                  <a:lnTo>
                    <a:pt x="13785" y="3020"/>
                  </a:lnTo>
                  <a:lnTo>
                    <a:pt x="13639" y="3361"/>
                  </a:lnTo>
                  <a:lnTo>
                    <a:pt x="13444" y="3751"/>
                  </a:lnTo>
                  <a:lnTo>
                    <a:pt x="13200" y="4165"/>
                  </a:lnTo>
                  <a:lnTo>
                    <a:pt x="13200" y="4165"/>
                  </a:lnTo>
                  <a:close/>
                </a:path>
              </a:pathLst>
            </a:custGeom>
            <a:noFill/>
            <a:ln w="1217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3" name="Google Shape;143;p18"/>
          <p:cNvGrpSpPr/>
          <p:nvPr/>
        </p:nvGrpSpPr>
        <p:grpSpPr>
          <a:xfrm rot="-587406">
            <a:off x="4123593" y="2025001"/>
            <a:ext cx="425594" cy="425570"/>
            <a:chOff x="576250" y="4319400"/>
            <a:chExt cx="442075" cy="442050"/>
          </a:xfrm>
        </p:grpSpPr>
        <p:sp>
          <p:nvSpPr>
            <p:cNvPr id="144" name="Google Shape;144;p18"/>
            <p:cNvSpPr/>
            <p:nvPr/>
          </p:nvSpPr>
          <p:spPr>
            <a:xfrm>
              <a:off x="576250" y="4319400"/>
              <a:ext cx="442075" cy="442050"/>
            </a:xfrm>
            <a:custGeom>
              <a:avLst/>
              <a:gdLst/>
              <a:ahLst/>
              <a:cxnLst/>
              <a:rect l="l" t="t" r="r" b="b"/>
              <a:pathLst>
                <a:path w="17683" h="17682" fill="none" extrusionOk="0">
                  <a:moveTo>
                    <a:pt x="11472" y="17292"/>
                  </a:moveTo>
                  <a:lnTo>
                    <a:pt x="11472" y="12153"/>
                  </a:lnTo>
                  <a:lnTo>
                    <a:pt x="16416" y="7209"/>
                  </a:lnTo>
                  <a:lnTo>
                    <a:pt x="16416" y="7209"/>
                  </a:lnTo>
                  <a:lnTo>
                    <a:pt x="16562" y="7063"/>
                  </a:lnTo>
                  <a:lnTo>
                    <a:pt x="16684" y="6868"/>
                  </a:lnTo>
                  <a:lnTo>
                    <a:pt x="16830" y="6674"/>
                  </a:lnTo>
                  <a:lnTo>
                    <a:pt x="16927" y="6479"/>
                  </a:lnTo>
                  <a:lnTo>
                    <a:pt x="17146" y="6040"/>
                  </a:lnTo>
                  <a:lnTo>
                    <a:pt x="17317" y="5553"/>
                  </a:lnTo>
                  <a:lnTo>
                    <a:pt x="17439" y="5042"/>
                  </a:lnTo>
                  <a:lnTo>
                    <a:pt x="17560" y="4506"/>
                  </a:lnTo>
                  <a:lnTo>
                    <a:pt x="17633" y="3970"/>
                  </a:lnTo>
                  <a:lnTo>
                    <a:pt x="17658" y="3434"/>
                  </a:lnTo>
                  <a:lnTo>
                    <a:pt x="17682" y="2898"/>
                  </a:lnTo>
                  <a:lnTo>
                    <a:pt x="17682" y="2411"/>
                  </a:lnTo>
                  <a:lnTo>
                    <a:pt x="17658" y="1949"/>
                  </a:lnTo>
                  <a:lnTo>
                    <a:pt x="17609" y="1510"/>
                  </a:lnTo>
                  <a:lnTo>
                    <a:pt x="17536" y="1145"/>
                  </a:lnTo>
                  <a:lnTo>
                    <a:pt x="17463" y="828"/>
                  </a:lnTo>
                  <a:lnTo>
                    <a:pt x="17366" y="585"/>
                  </a:lnTo>
                  <a:lnTo>
                    <a:pt x="17292" y="487"/>
                  </a:lnTo>
                  <a:lnTo>
                    <a:pt x="17244" y="439"/>
                  </a:lnTo>
                  <a:lnTo>
                    <a:pt x="17244" y="439"/>
                  </a:lnTo>
                  <a:lnTo>
                    <a:pt x="17195" y="390"/>
                  </a:lnTo>
                  <a:lnTo>
                    <a:pt x="17098" y="317"/>
                  </a:lnTo>
                  <a:lnTo>
                    <a:pt x="16854" y="219"/>
                  </a:lnTo>
                  <a:lnTo>
                    <a:pt x="16537" y="146"/>
                  </a:lnTo>
                  <a:lnTo>
                    <a:pt x="16172" y="73"/>
                  </a:lnTo>
                  <a:lnTo>
                    <a:pt x="15734" y="25"/>
                  </a:lnTo>
                  <a:lnTo>
                    <a:pt x="15271" y="0"/>
                  </a:lnTo>
                  <a:lnTo>
                    <a:pt x="14784" y="0"/>
                  </a:lnTo>
                  <a:lnTo>
                    <a:pt x="14248" y="25"/>
                  </a:lnTo>
                  <a:lnTo>
                    <a:pt x="13712" y="49"/>
                  </a:lnTo>
                  <a:lnTo>
                    <a:pt x="13176" y="122"/>
                  </a:lnTo>
                  <a:lnTo>
                    <a:pt x="12641" y="244"/>
                  </a:lnTo>
                  <a:lnTo>
                    <a:pt x="12129" y="366"/>
                  </a:lnTo>
                  <a:lnTo>
                    <a:pt x="11642" y="536"/>
                  </a:lnTo>
                  <a:lnTo>
                    <a:pt x="11204" y="755"/>
                  </a:lnTo>
                  <a:lnTo>
                    <a:pt x="10985" y="853"/>
                  </a:lnTo>
                  <a:lnTo>
                    <a:pt x="10814" y="999"/>
                  </a:lnTo>
                  <a:lnTo>
                    <a:pt x="10619" y="1121"/>
                  </a:lnTo>
                  <a:lnTo>
                    <a:pt x="10473" y="1267"/>
                  </a:lnTo>
                  <a:lnTo>
                    <a:pt x="5529" y="6211"/>
                  </a:lnTo>
                  <a:lnTo>
                    <a:pt x="390" y="6211"/>
                  </a:lnTo>
                  <a:lnTo>
                    <a:pt x="390" y="6211"/>
                  </a:lnTo>
                  <a:lnTo>
                    <a:pt x="244" y="6235"/>
                  </a:lnTo>
                  <a:lnTo>
                    <a:pt x="147" y="6259"/>
                  </a:lnTo>
                  <a:lnTo>
                    <a:pt x="49" y="6308"/>
                  </a:lnTo>
                  <a:lnTo>
                    <a:pt x="0" y="6381"/>
                  </a:lnTo>
                  <a:lnTo>
                    <a:pt x="0" y="6454"/>
                  </a:lnTo>
                  <a:lnTo>
                    <a:pt x="25" y="6552"/>
                  </a:lnTo>
                  <a:lnTo>
                    <a:pt x="74" y="6649"/>
                  </a:lnTo>
                  <a:lnTo>
                    <a:pt x="171" y="6771"/>
                  </a:lnTo>
                  <a:lnTo>
                    <a:pt x="2582" y="9158"/>
                  </a:lnTo>
                  <a:lnTo>
                    <a:pt x="2265" y="9474"/>
                  </a:lnTo>
                  <a:lnTo>
                    <a:pt x="950" y="9718"/>
                  </a:lnTo>
                  <a:lnTo>
                    <a:pt x="950" y="9718"/>
                  </a:lnTo>
                  <a:lnTo>
                    <a:pt x="804" y="9767"/>
                  </a:lnTo>
                  <a:lnTo>
                    <a:pt x="682" y="9815"/>
                  </a:lnTo>
                  <a:lnTo>
                    <a:pt x="609" y="9913"/>
                  </a:lnTo>
                  <a:lnTo>
                    <a:pt x="561" y="9986"/>
                  </a:lnTo>
                  <a:lnTo>
                    <a:pt x="561" y="10083"/>
                  </a:lnTo>
                  <a:lnTo>
                    <a:pt x="585" y="10205"/>
                  </a:lnTo>
                  <a:lnTo>
                    <a:pt x="634" y="10302"/>
                  </a:lnTo>
                  <a:lnTo>
                    <a:pt x="731" y="10424"/>
                  </a:lnTo>
                  <a:lnTo>
                    <a:pt x="7258" y="16951"/>
                  </a:lnTo>
                  <a:lnTo>
                    <a:pt x="7258" y="16951"/>
                  </a:lnTo>
                  <a:lnTo>
                    <a:pt x="7380" y="17049"/>
                  </a:lnTo>
                  <a:lnTo>
                    <a:pt x="7477" y="17097"/>
                  </a:lnTo>
                  <a:lnTo>
                    <a:pt x="7599" y="17122"/>
                  </a:lnTo>
                  <a:lnTo>
                    <a:pt x="7697" y="17122"/>
                  </a:lnTo>
                  <a:lnTo>
                    <a:pt x="7770" y="17073"/>
                  </a:lnTo>
                  <a:lnTo>
                    <a:pt x="7867" y="17000"/>
                  </a:lnTo>
                  <a:lnTo>
                    <a:pt x="7916" y="16878"/>
                  </a:lnTo>
                  <a:lnTo>
                    <a:pt x="7965" y="16732"/>
                  </a:lnTo>
                  <a:lnTo>
                    <a:pt x="8208" y="15417"/>
                  </a:lnTo>
                  <a:lnTo>
                    <a:pt x="8525" y="15100"/>
                  </a:lnTo>
                  <a:lnTo>
                    <a:pt x="10911" y="17511"/>
                  </a:lnTo>
                  <a:lnTo>
                    <a:pt x="10911" y="17511"/>
                  </a:lnTo>
                  <a:lnTo>
                    <a:pt x="11033" y="17609"/>
                  </a:lnTo>
                  <a:lnTo>
                    <a:pt x="11131" y="17658"/>
                  </a:lnTo>
                  <a:lnTo>
                    <a:pt x="11228" y="17682"/>
                  </a:lnTo>
                  <a:lnTo>
                    <a:pt x="11301" y="17682"/>
                  </a:lnTo>
                  <a:lnTo>
                    <a:pt x="11374" y="17633"/>
                  </a:lnTo>
                  <a:lnTo>
                    <a:pt x="11423" y="17536"/>
                  </a:lnTo>
                  <a:lnTo>
                    <a:pt x="11447" y="17438"/>
                  </a:lnTo>
                  <a:lnTo>
                    <a:pt x="11472" y="17292"/>
                  </a:lnTo>
                  <a:lnTo>
                    <a:pt x="11472" y="17292"/>
                  </a:lnTo>
                  <a:close/>
                  <a:moveTo>
                    <a:pt x="6162" y="12202"/>
                  </a:moveTo>
                  <a:lnTo>
                    <a:pt x="6162" y="12202"/>
                  </a:lnTo>
                  <a:lnTo>
                    <a:pt x="6089" y="12275"/>
                  </a:lnTo>
                  <a:lnTo>
                    <a:pt x="6016" y="12324"/>
                  </a:lnTo>
                  <a:lnTo>
                    <a:pt x="5919" y="12348"/>
                  </a:lnTo>
                  <a:lnTo>
                    <a:pt x="5821" y="12348"/>
                  </a:lnTo>
                  <a:lnTo>
                    <a:pt x="5724" y="12348"/>
                  </a:lnTo>
                  <a:lnTo>
                    <a:pt x="5626" y="12324"/>
                  </a:lnTo>
                  <a:lnTo>
                    <a:pt x="5553" y="12275"/>
                  </a:lnTo>
                  <a:lnTo>
                    <a:pt x="5480" y="12202"/>
                  </a:lnTo>
                  <a:lnTo>
                    <a:pt x="5480" y="12202"/>
                  </a:lnTo>
                  <a:lnTo>
                    <a:pt x="5407" y="12129"/>
                  </a:lnTo>
                  <a:lnTo>
                    <a:pt x="5359" y="12056"/>
                  </a:lnTo>
                  <a:lnTo>
                    <a:pt x="5334" y="11959"/>
                  </a:lnTo>
                  <a:lnTo>
                    <a:pt x="5334" y="11861"/>
                  </a:lnTo>
                  <a:lnTo>
                    <a:pt x="5334" y="11764"/>
                  </a:lnTo>
                  <a:lnTo>
                    <a:pt x="5359" y="11666"/>
                  </a:lnTo>
                  <a:lnTo>
                    <a:pt x="5407" y="11593"/>
                  </a:lnTo>
                  <a:lnTo>
                    <a:pt x="5480" y="11520"/>
                  </a:lnTo>
                  <a:lnTo>
                    <a:pt x="8013" y="8987"/>
                  </a:lnTo>
                  <a:lnTo>
                    <a:pt x="8013" y="8987"/>
                  </a:lnTo>
                  <a:lnTo>
                    <a:pt x="8086" y="8939"/>
                  </a:lnTo>
                  <a:lnTo>
                    <a:pt x="8159" y="8890"/>
                  </a:lnTo>
                  <a:lnTo>
                    <a:pt x="8257" y="8865"/>
                  </a:lnTo>
                  <a:lnTo>
                    <a:pt x="8354" y="8841"/>
                  </a:lnTo>
                  <a:lnTo>
                    <a:pt x="8452" y="8865"/>
                  </a:lnTo>
                  <a:lnTo>
                    <a:pt x="8525" y="8890"/>
                  </a:lnTo>
                  <a:lnTo>
                    <a:pt x="8622" y="8939"/>
                  </a:lnTo>
                  <a:lnTo>
                    <a:pt x="8695" y="8987"/>
                  </a:lnTo>
                  <a:lnTo>
                    <a:pt x="8695" y="8987"/>
                  </a:lnTo>
                  <a:lnTo>
                    <a:pt x="8744" y="9060"/>
                  </a:lnTo>
                  <a:lnTo>
                    <a:pt x="8793" y="9158"/>
                  </a:lnTo>
                  <a:lnTo>
                    <a:pt x="8817" y="9231"/>
                  </a:lnTo>
                  <a:lnTo>
                    <a:pt x="8841" y="9328"/>
                  </a:lnTo>
                  <a:lnTo>
                    <a:pt x="8817" y="9426"/>
                  </a:lnTo>
                  <a:lnTo>
                    <a:pt x="8793" y="9523"/>
                  </a:lnTo>
                  <a:lnTo>
                    <a:pt x="8744" y="9596"/>
                  </a:lnTo>
                  <a:lnTo>
                    <a:pt x="8695" y="9669"/>
                  </a:lnTo>
                  <a:lnTo>
                    <a:pt x="6162" y="12202"/>
                  </a:lnTo>
                  <a:close/>
                  <a:moveTo>
                    <a:pt x="13396" y="7307"/>
                  </a:moveTo>
                  <a:lnTo>
                    <a:pt x="13396" y="7307"/>
                  </a:lnTo>
                  <a:lnTo>
                    <a:pt x="13274" y="7404"/>
                  </a:lnTo>
                  <a:lnTo>
                    <a:pt x="13152" y="7477"/>
                  </a:lnTo>
                  <a:lnTo>
                    <a:pt x="13006" y="7526"/>
                  </a:lnTo>
                  <a:lnTo>
                    <a:pt x="12836" y="7550"/>
                  </a:lnTo>
                  <a:lnTo>
                    <a:pt x="12689" y="7526"/>
                  </a:lnTo>
                  <a:lnTo>
                    <a:pt x="12543" y="7477"/>
                  </a:lnTo>
                  <a:lnTo>
                    <a:pt x="12421" y="7404"/>
                  </a:lnTo>
                  <a:lnTo>
                    <a:pt x="12300" y="7307"/>
                  </a:lnTo>
                  <a:lnTo>
                    <a:pt x="10376" y="5383"/>
                  </a:lnTo>
                  <a:lnTo>
                    <a:pt x="10376" y="5383"/>
                  </a:lnTo>
                  <a:lnTo>
                    <a:pt x="10278" y="5261"/>
                  </a:lnTo>
                  <a:lnTo>
                    <a:pt x="10205" y="5139"/>
                  </a:lnTo>
                  <a:lnTo>
                    <a:pt x="10156" y="4993"/>
                  </a:lnTo>
                  <a:lnTo>
                    <a:pt x="10132" y="4847"/>
                  </a:lnTo>
                  <a:lnTo>
                    <a:pt x="10156" y="4676"/>
                  </a:lnTo>
                  <a:lnTo>
                    <a:pt x="10205" y="4530"/>
                  </a:lnTo>
                  <a:lnTo>
                    <a:pt x="10278" y="4408"/>
                  </a:lnTo>
                  <a:lnTo>
                    <a:pt x="10376" y="4287"/>
                  </a:lnTo>
                  <a:lnTo>
                    <a:pt x="10376" y="4287"/>
                  </a:lnTo>
                  <a:lnTo>
                    <a:pt x="11326" y="3313"/>
                  </a:lnTo>
                  <a:lnTo>
                    <a:pt x="11326" y="3313"/>
                  </a:lnTo>
                  <a:lnTo>
                    <a:pt x="11496" y="3166"/>
                  </a:lnTo>
                  <a:lnTo>
                    <a:pt x="11666" y="3045"/>
                  </a:lnTo>
                  <a:lnTo>
                    <a:pt x="11861" y="2947"/>
                  </a:lnTo>
                  <a:lnTo>
                    <a:pt x="12032" y="2850"/>
                  </a:lnTo>
                  <a:lnTo>
                    <a:pt x="12227" y="2777"/>
                  </a:lnTo>
                  <a:lnTo>
                    <a:pt x="12446" y="2728"/>
                  </a:lnTo>
                  <a:lnTo>
                    <a:pt x="12641" y="2704"/>
                  </a:lnTo>
                  <a:lnTo>
                    <a:pt x="12836" y="2704"/>
                  </a:lnTo>
                  <a:lnTo>
                    <a:pt x="13055" y="2704"/>
                  </a:lnTo>
                  <a:lnTo>
                    <a:pt x="13250" y="2728"/>
                  </a:lnTo>
                  <a:lnTo>
                    <a:pt x="13469" y="2777"/>
                  </a:lnTo>
                  <a:lnTo>
                    <a:pt x="13664" y="2850"/>
                  </a:lnTo>
                  <a:lnTo>
                    <a:pt x="13834" y="2947"/>
                  </a:lnTo>
                  <a:lnTo>
                    <a:pt x="14029" y="3045"/>
                  </a:lnTo>
                  <a:lnTo>
                    <a:pt x="14199" y="3166"/>
                  </a:lnTo>
                  <a:lnTo>
                    <a:pt x="14370" y="3313"/>
                  </a:lnTo>
                  <a:lnTo>
                    <a:pt x="14370" y="3313"/>
                  </a:lnTo>
                  <a:lnTo>
                    <a:pt x="14516" y="3483"/>
                  </a:lnTo>
                  <a:lnTo>
                    <a:pt x="14638" y="3653"/>
                  </a:lnTo>
                  <a:lnTo>
                    <a:pt x="14735" y="3848"/>
                  </a:lnTo>
                  <a:lnTo>
                    <a:pt x="14833" y="4019"/>
                  </a:lnTo>
                  <a:lnTo>
                    <a:pt x="14906" y="4214"/>
                  </a:lnTo>
                  <a:lnTo>
                    <a:pt x="14954" y="4433"/>
                  </a:lnTo>
                  <a:lnTo>
                    <a:pt x="14979" y="4628"/>
                  </a:lnTo>
                  <a:lnTo>
                    <a:pt x="14979" y="4847"/>
                  </a:lnTo>
                  <a:lnTo>
                    <a:pt x="14979" y="5042"/>
                  </a:lnTo>
                  <a:lnTo>
                    <a:pt x="14954" y="5237"/>
                  </a:lnTo>
                  <a:lnTo>
                    <a:pt x="14906" y="5456"/>
                  </a:lnTo>
                  <a:lnTo>
                    <a:pt x="14833" y="5651"/>
                  </a:lnTo>
                  <a:lnTo>
                    <a:pt x="14735" y="5821"/>
                  </a:lnTo>
                  <a:lnTo>
                    <a:pt x="14638" y="6016"/>
                  </a:lnTo>
                  <a:lnTo>
                    <a:pt x="14516" y="6186"/>
                  </a:lnTo>
                  <a:lnTo>
                    <a:pt x="14370" y="6357"/>
                  </a:lnTo>
                  <a:lnTo>
                    <a:pt x="14370" y="6357"/>
                  </a:lnTo>
                  <a:lnTo>
                    <a:pt x="13396" y="7307"/>
                  </a:lnTo>
                  <a:lnTo>
                    <a:pt x="13396" y="7307"/>
                  </a:lnTo>
                  <a:close/>
                </a:path>
              </a:pathLst>
            </a:custGeom>
            <a:noFill/>
            <a:ln w="1217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" name="Google Shape;145;p18"/>
            <p:cNvSpPr/>
            <p:nvPr/>
          </p:nvSpPr>
          <p:spPr>
            <a:xfrm>
              <a:off x="595725" y="4668875"/>
              <a:ext cx="73100" cy="73100"/>
            </a:xfrm>
            <a:custGeom>
              <a:avLst/>
              <a:gdLst/>
              <a:ahLst/>
              <a:cxnLst/>
              <a:rect l="l" t="t" r="r" b="b"/>
              <a:pathLst>
                <a:path w="2924" h="2924" fill="none" extrusionOk="0">
                  <a:moveTo>
                    <a:pt x="2656" y="269"/>
                  </a:moveTo>
                  <a:lnTo>
                    <a:pt x="2656" y="269"/>
                  </a:lnTo>
                  <a:lnTo>
                    <a:pt x="2509" y="147"/>
                  </a:lnTo>
                  <a:lnTo>
                    <a:pt x="2363" y="74"/>
                  </a:lnTo>
                  <a:lnTo>
                    <a:pt x="2193" y="25"/>
                  </a:lnTo>
                  <a:lnTo>
                    <a:pt x="2022" y="1"/>
                  </a:lnTo>
                  <a:lnTo>
                    <a:pt x="1852" y="25"/>
                  </a:lnTo>
                  <a:lnTo>
                    <a:pt x="1681" y="74"/>
                  </a:lnTo>
                  <a:lnTo>
                    <a:pt x="1511" y="147"/>
                  </a:lnTo>
                  <a:lnTo>
                    <a:pt x="1365" y="269"/>
                  </a:lnTo>
                  <a:lnTo>
                    <a:pt x="1365" y="269"/>
                  </a:lnTo>
                  <a:lnTo>
                    <a:pt x="1219" y="488"/>
                  </a:lnTo>
                  <a:lnTo>
                    <a:pt x="999" y="829"/>
                  </a:lnTo>
                  <a:lnTo>
                    <a:pt x="561" y="1730"/>
                  </a:lnTo>
                  <a:lnTo>
                    <a:pt x="171" y="2558"/>
                  </a:lnTo>
                  <a:lnTo>
                    <a:pt x="1" y="2924"/>
                  </a:lnTo>
                  <a:lnTo>
                    <a:pt x="1" y="2924"/>
                  </a:lnTo>
                  <a:lnTo>
                    <a:pt x="366" y="2753"/>
                  </a:lnTo>
                  <a:lnTo>
                    <a:pt x="1194" y="2363"/>
                  </a:lnTo>
                  <a:lnTo>
                    <a:pt x="2095" y="1925"/>
                  </a:lnTo>
                  <a:lnTo>
                    <a:pt x="2436" y="1706"/>
                  </a:lnTo>
                  <a:lnTo>
                    <a:pt x="2656" y="1560"/>
                  </a:lnTo>
                  <a:lnTo>
                    <a:pt x="2656" y="1560"/>
                  </a:lnTo>
                  <a:lnTo>
                    <a:pt x="2777" y="1414"/>
                  </a:lnTo>
                  <a:lnTo>
                    <a:pt x="2850" y="1243"/>
                  </a:lnTo>
                  <a:lnTo>
                    <a:pt x="2899" y="1073"/>
                  </a:lnTo>
                  <a:lnTo>
                    <a:pt x="2923" y="902"/>
                  </a:lnTo>
                  <a:lnTo>
                    <a:pt x="2899" y="732"/>
                  </a:lnTo>
                  <a:lnTo>
                    <a:pt x="2850" y="561"/>
                  </a:lnTo>
                  <a:lnTo>
                    <a:pt x="2777" y="415"/>
                  </a:lnTo>
                  <a:lnTo>
                    <a:pt x="2656" y="269"/>
                  </a:lnTo>
                  <a:lnTo>
                    <a:pt x="2656" y="269"/>
                  </a:lnTo>
                  <a:close/>
                </a:path>
              </a:pathLst>
            </a:custGeom>
            <a:noFill/>
            <a:ln w="1217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" name="Google Shape;146;p18"/>
            <p:cNvSpPr/>
            <p:nvPr/>
          </p:nvSpPr>
          <p:spPr>
            <a:xfrm>
              <a:off x="652350" y="4711500"/>
              <a:ext cx="46925" cy="46925"/>
            </a:xfrm>
            <a:custGeom>
              <a:avLst/>
              <a:gdLst/>
              <a:ahLst/>
              <a:cxnLst/>
              <a:rect l="l" t="t" r="r" b="b"/>
              <a:pathLst>
                <a:path w="1877" h="1877" fill="none" extrusionOk="0">
                  <a:moveTo>
                    <a:pt x="1657" y="244"/>
                  </a:moveTo>
                  <a:lnTo>
                    <a:pt x="1657" y="244"/>
                  </a:lnTo>
                  <a:lnTo>
                    <a:pt x="1535" y="147"/>
                  </a:lnTo>
                  <a:lnTo>
                    <a:pt x="1413" y="74"/>
                  </a:lnTo>
                  <a:lnTo>
                    <a:pt x="1267" y="25"/>
                  </a:lnTo>
                  <a:lnTo>
                    <a:pt x="1121" y="1"/>
                  </a:lnTo>
                  <a:lnTo>
                    <a:pt x="975" y="25"/>
                  </a:lnTo>
                  <a:lnTo>
                    <a:pt x="829" y="74"/>
                  </a:lnTo>
                  <a:lnTo>
                    <a:pt x="707" y="147"/>
                  </a:lnTo>
                  <a:lnTo>
                    <a:pt x="585" y="244"/>
                  </a:lnTo>
                  <a:lnTo>
                    <a:pt x="585" y="244"/>
                  </a:lnTo>
                  <a:lnTo>
                    <a:pt x="464" y="391"/>
                  </a:lnTo>
                  <a:lnTo>
                    <a:pt x="366" y="610"/>
                  </a:lnTo>
                  <a:lnTo>
                    <a:pt x="269" y="878"/>
                  </a:lnTo>
                  <a:lnTo>
                    <a:pt x="171" y="1170"/>
                  </a:lnTo>
                  <a:lnTo>
                    <a:pt x="50" y="1681"/>
                  </a:lnTo>
                  <a:lnTo>
                    <a:pt x="1" y="1876"/>
                  </a:lnTo>
                  <a:lnTo>
                    <a:pt x="1" y="1876"/>
                  </a:lnTo>
                  <a:lnTo>
                    <a:pt x="220" y="1852"/>
                  </a:lnTo>
                  <a:lnTo>
                    <a:pt x="731" y="1706"/>
                  </a:lnTo>
                  <a:lnTo>
                    <a:pt x="999" y="1633"/>
                  </a:lnTo>
                  <a:lnTo>
                    <a:pt x="1267" y="1535"/>
                  </a:lnTo>
                  <a:lnTo>
                    <a:pt x="1511" y="1413"/>
                  </a:lnTo>
                  <a:lnTo>
                    <a:pt x="1657" y="1316"/>
                  </a:lnTo>
                  <a:lnTo>
                    <a:pt x="1657" y="1316"/>
                  </a:lnTo>
                  <a:lnTo>
                    <a:pt x="1754" y="1194"/>
                  </a:lnTo>
                  <a:lnTo>
                    <a:pt x="1827" y="1048"/>
                  </a:lnTo>
                  <a:lnTo>
                    <a:pt x="1876" y="926"/>
                  </a:lnTo>
                  <a:lnTo>
                    <a:pt x="1876" y="780"/>
                  </a:lnTo>
                  <a:lnTo>
                    <a:pt x="1876" y="634"/>
                  </a:lnTo>
                  <a:lnTo>
                    <a:pt x="1827" y="488"/>
                  </a:lnTo>
                  <a:lnTo>
                    <a:pt x="1754" y="366"/>
                  </a:lnTo>
                  <a:lnTo>
                    <a:pt x="1657" y="244"/>
                  </a:lnTo>
                  <a:lnTo>
                    <a:pt x="1657" y="244"/>
                  </a:lnTo>
                  <a:close/>
                </a:path>
              </a:pathLst>
            </a:custGeom>
            <a:noFill/>
            <a:ln w="1217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" name="Google Shape;147;p18"/>
            <p:cNvSpPr/>
            <p:nvPr/>
          </p:nvSpPr>
          <p:spPr>
            <a:xfrm>
              <a:off x="579300" y="4638450"/>
              <a:ext cx="46900" cy="46900"/>
            </a:xfrm>
            <a:custGeom>
              <a:avLst/>
              <a:gdLst/>
              <a:ahLst/>
              <a:cxnLst/>
              <a:rect l="l" t="t" r="r" b="b"/>
              <a:pathLst>
                <a:path w="1876" h="1876" fill="none" extrusionOk="0">
                  <a:moveTo>
                    <a:pt x="1632" y="219"/>
                  </a:moveTo>
                  <a:lnTo>
                    <a:pt x="1632" y="219"/>
                  </a:lnTo>
                  <a:lnTo>
                    <a:pt x="1510" y="122"/>
                  </a:lnTo>
                  <a:lnTo>
                    <a:pt x="1388" y="49"/>
                  </a:lnTo>
                  <a:lnTo>
                    <a:pt x="1242" y="0"/>
                  </a:lnTo>
                  <a:lnTo>
                    <a:pt x="1096" y="0"/>
                  </a:lnTo>
                  <a:lnTo>
                    <a:pt x="950" y="0"/>
                  </a:lnTo>
                  <a:lnTo>
                    <a:pt x="828" y="49"/>
                  </a:lnTo>
                  <a:lnTo>
                    <a:pt x="682" y="122"/>
                  </a:lnTo>
                  <a:lnTo>
                    <a:pt x="560" y="219"/>
                  </a:lnTo>
                  <a:lnTo>
                    <a:pt x="560" y="219"/>
                  </a:lnTo>
                  <a:lnTo>
                    <a:pt x="463" y="366"/>
                  </a:lnTo>
                  <a:lnTo>
                    <a:pt x="341" y="609"/>
                  </a:lnTo>
                  <a:lnTo>
                    <a:pt x="244" y="877"/>
                  </a:lnTo>
                  <a:lnTo>
                    <a:pt x="171" y="1145"/>
                  </a:lnTo>
                  <a:lnTo>
                    <a:pt x="25" y="1656"/>
                  </a:lnTo>
                  <a:lnTo>
                    <a:pt x="0" y="1876"/>
                  </a:lnTo>
                  <a:lnTo>
                    <a:pt x="0" y="1876"/>
                  </a:lnTo>
                  <a:lnTo>
                    <a:pt x="195" y="1827"/>
                  </a:lnTo>
                  <a:lnTo>
                    <a:pt x="707" y="1705"/>
                  </a:lnTo>
                  <a:lnTo>
                    <a:pt x="999" y="1608"/>
                  </a:lnTo>
                  <a:lnTo>
                    <a:pt x="1267" y="1510"/>
                  </a:lnTo>
                  <a:lnTo>
                    <a:pt x="1486" y="1413"/>
                  </a:lnTo>
                  <a:lnTo>
                    <a:pt x="1632" y="1291"/>
                  </a:lnTo>
                  <a:lnTo>
                    <a:pt x="1632" y="1291"/>
                  </a:lnTo>
                  <a:lnTo>
                    <a:pt x="1729" y="1169"/>
                  </a:lnTo>
                  <a:lnTo>
                    <a:pt x="1802" y="1048"/>
                  </a:lnTo>
                  <a:lnTo>
                    <a:pt x="1851" y="901"/>
                  </a:lnTo>
                  <a:lnTo>
                    <a:pt x="1876" y="755"/>
                  </a:lnTo>
                  <a:lnTo>
                    <a:pt x="1851" y="609"/>
                  </a:lnTo>
                  <a:lnTo>
                    <a:pt x="1802" y="463"/>
                  </a:lnTo>
                  <a:lnTo>
                    <a:pt x="1729" y="341"/>
                  </a:lnTo>
                  <a:lnTo>
                    <a:pt x="1632" y="219"/>
                  </a:lnTo>
                  <a:lnTo>
                    <a:pt x="1632" y="219"/>
                  </a:lnTo>
                  <a:close/>
                </a:path>
              </a:pathLst>
            </a:custGeom>
            <a:noFill/>
            <a:ln w="1217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48" name="Google Shape;148;p18"/>
          <p:cNvSpPr/>
          <p:nvPr/>
        </p:nvSpPr>
        <p:spPr>
          <a:xfrm>
            <a:off x="3936800" y="1094079"/>
            <a:ext cx="161807" cy="154500"/>
          </a:xfrm>
          <a:custGeom>
            <a:avLst/>
            <a:gdLst/>
            <a:ahLst/>
            <a:cxnLst/>
            <a:rect l="l" t="t" r="r" b="b"/>
            <a:pathLst>
              <a:path w="15101" h="14419" fill="none" extrusionOk="0">
                <a:moveTo>
                  <a:pt x="7234" y="293"/>
                </a:moveTo>
                <a:lnTo>
                  <a:pt x="7234" y="293"/>
                </a:lnTo>
                <a:lnTo>
                  <a:pt x="7307" y="171"/>
                </a:lnTo>
                <a:lnTo>
                  <a:pt x="7380" y="74"/>
                </a:lnTo>
                <a:lnTo>
                  <a:pt x="7477" y="25"/>
                </a:lnTo>
                <a:lnTo>
                  <a:pt x="7550" y="1"/>
                </a:lnTo>
                <a:lnTo>
                  <a:pt x="7623" y="25"/>
                </a:lnTo>
                <a:lnTo>
                  <a:pt x="7721" y="74"/>
                </a:lnTo>
                <a:lnTo>
                  <a:pt x="7794" y="171"/>
                </a:lnTo>
                <a:lnTo>
                  <a:pt x="7867" y="293"/>
                </a:lnTo>
                <a:lnTo>
                  <a:pt x="9523" y="4092"/>
                </a:lnTo>
                <a:lnTo>
                  <a:pt x="9523" y="4092"/>
                </a:lnTo>
                <a:lnTo>
                  <a:pt x="9596" y="4214"/>
                </a:lnTo>
                <a:lnTo>
                  <a:pt x="9718" y="4360"/>
                </a:lnTo>
                <a:lnTo>
                  <a:pt x="9840" y="4482"/>
                </a:lnTo>
                <a:lnTo>
                  <a:pt x="9986" y="4604"/>
                </a:lnTo>
                <a:lnTo>
                  <a:pt x="10132" y="4701"/>
                </a:lnTo>
                <a:lnTo>
                  <a:pt x="10302" y="4774"/>
                </a:lnTo>
                <a:lnTo>
                  <a:pt x="10449" y="4847"/>
                </a:lnTo>
                <a:lnTo>
                  <a:pt x="10619" y="4872"/>
                </a:lnTo>
                <a:lnTo>
                  <a:pt x="14711" y="5286"/>
                </a:lnTo>
                <a:lnTo>
                  <a:pt x="14711" y="5286"/>
                </a:lnTo>
                <a:lnTo>
                  <a:pt x="14857" y="5310"/>
                </a:lnTo>
                <a:lnTo>
                  <a:pt x="14979" y="5359"/>
                </a:lnTo>
                <a:lnTo>
                  <a:pt x="15052" y="5407"/>
                </a:lnTo>
                <a:lnTo>
                  <a:pt x="15100" y="5505"/>
                </a:lnTo>
                <a:lnTo>
                  <a:pt x="15100" y="5578"/>
                </a:lnTo>
                <a:lnTo>
                  <a:pt x="15076" y="5675"/>
                </a:lnTo>
                <a:lnTo>
                  <a:pt x="15027" y="5773"/>
                </a:lnTo>
                <a:lnTo>
                  <a:pt x="14906" y="5895"/>
                </a:lnTo>
                <a:lnTo>
                  <a:pt x="11837" y="8622"/>
                </a:lnTo>
                <a:lnTo>
                  <a:pt x="11837" y="8622"/>
                </a:lnTo>
                <a:lnTo>
                  <a:pt x="11715" y="8744"/>
                </a:lnTo>
                <a:lnTo>
                  <a:pt x="11618" y="8890"/>
                </a:lnTo>
                <a:lnTo>
                  <a:pt x="11545" y="9061"/>
                </a:lnTo>
                <a:lnTo>
                  <a:pt x="11472" y="9231"/>
                </a:lnTo>
                <a:lnTo>
                  <a:pt x="11423" y="9402"/>
                </a:lnTo>
                <a:lnTo>
                  <a:pt x="11398" y="9572"/>
                </a:lnTo>
                <a:lnTo>
                  <a:pt x="11398" y="9743"/>
                </a:lnTo>
                <a:lnTo>
                  <a:pt x="11423" y="9913"/>
                </a:lnTo>
                <a:lnTo>
                  <a:pt x="12300" y="13956"/>
                </a:lnTo>
                <a:lnTo>
                  <a:pt x="12300" y="13956"/>
                </a:lnTo>
                <a:lnTo>
                  <a:pt x="12324" y="14102"/>
                </a:lnTo>
                <a:lnTo>
                  <a:pt x="12300" y="14200"/>
                </a:lnTo>
                <a:lnTo>
                  <a:pt x="12275" y="14297"/>
                </a:lnTo>
                <a:lnTo>
                  <a:pt x="12227" y="14370"/>
                </a:lnTo>
                <a:lnTo>
                  <a:pt x="12129" y="14394"/>
                </a:lnTo>
                <a:lnTo>
                  <a:pt x="12032" y="14419"/>
                </a:lnTo>
                <a:lnTo>
                  <a:pt x="11910" y="14370"/>
                </a:lnTo>
                <a:lnTo>
                  <a:pt x="11788" y="14321"/>
                </a:lnTo>
                <a:lnTo>
                  <a:pt x="8232" y="12227"/>
                </a:lnTo>
                <a:lnTo>
                  <a:pt x="8232" y="12227"/>
                </a:lnTo>
                <a:lnTo>
                  <a:pt x="8086" y="12154"/>
                </a:lnTo>
                <a:lnTo>
                  <a:pt x="7916" y="12105"/>
                </a:lnTo>
                <a:lnTo>
                  <a:pt x="7721" y="12081"/>
                </a:lnTo>
                <a:lnTo>
                  <a:pt x="7550" y="12081"/>
                </a:lnTo>
                <a:lnTo>
                  <a:pt x="7380" y="12081"/>
                </a:lnTo>
                <a:lnTo>
                  <a:pt x="7185" y="12105"/>
                </a:lnTo>
                <a:lnTo>
                  <a:pt x="7015" y="12154"/>
                </a:lnTo>
                <a:lnTo>
                  <a:pt x="6868" y="12227"/>
                </a:lnTo>
                <a:lnTo>
                  <a:pt x="3313" y="14321"/>
                </a:lnTo>
                <a:lnTo>
                  <a:pt x="3313" y="14321"/>
                </a:lnTo>
                <a:lnTo>
                  <a:pt x="3191" y="14370"/>
                </a:lnTo>
                <a:lnTo>
                  <a:pt x="3069" y="14419"/>
                </a:lnTo>
                <a:lnTo>
                  <a:pt x="2972" y="14394"/>
                </a:lnTo>
                <a:lnTo>
                  <a:pt x="2874" y="14370"/>
                </a:lnTo>
                <a:lnTo>
                  <a:pt x="2826" y="14297"/>
                </a:lnTo>
                <a:lnTo>
                  <a:pt x="2801" y="14200"/>
                </a:lnTo>
                <a:lnTo>
                  <a:pt x="2777" y="14102"/>
                </a:lnTo>
                <a:lnTo>
                  <a:pt x="2801" y="13956"/>
                </a:lnTo>
                <a:lnTo>
                  <a:pt x="3678" y="9913"/>
                </a:lnTo>
                <a:lnTo>
                  <a:pt x="3678" y="9913"/>
                </a:lnTo>
                <a:lnTo>
                  <a:pt x="3702" y="9743"/>
                </a:lnTo>
                <a:lnTo>
                  <a:pt x="3702" y="9572"/>
                </a:lnTo>
                <a:lnTo>
                  <a:pt x="3678" y="9402"/>
                </a:lnTo>
                <a:lnTo>
                  <a:pt x="3629" y="9231"/>
                </a:lnTo>
                <a:lnTo>
                  <a:pt x="3556" y="9061"/>
                </a:lnTo>
                <a:lnTo>
                  <a:pt x="3483" y="8890"/>
                </a:lnTo>
                <a:lnTo>
                  <a:pt x="3386" y="8744"/>
                </a:lnTo>
                <a:lnTo>
                  <a:pt x="3264" y="8622"/>
                </a:lnTo>
                <a:lnTo>
                  <a:pt x="195" y="5895"/>
                </a:lnTo>
                <a:lnTo>
                  <a:pt x="195" y="5895"/>
                </a:lnTo>
                <a:lnTo>
                  <a:pt x="73" y="5773"/>
                </a:lnTo>
                <a:lnTo>
                  <a:pt x="25" y="5675"/>
                </a:lnTo>
                <a:lnTo>
                  <a:pt x="0" y="5578"/>
                </a:lnTo>
                <a:lnTo>
                  <a:pt x="0" y="5505"/>
                </a:lnTo>
                <a:lnTo>
                  <a:pt x="49" y="5407"/>
                </a:lnTo>
                <a:lnTo>
                  <a:pt x="122" y="5359"/>
                </a:lnTo>
                <a:lnTo>
                  <a:pt x="244" y="5310"/>
                </a:lnTo>
                <a:lnTo>
                  <a:pt x="390" y="5286"/>
                </a:lnTo>
                <a:lnTo>
                  <a:pt x="4482" y="4872"/>
                </a:lnTo>
                <a:lnTo>
                  <a:pt x="4482" y="4872"/>
                </a:lnTo>
                <a:lnTo>
                  <a:pt x="4652" y="4847"/>
                </a:lnTo>
                <a:lnTo>
                  <a:pt x="4798" y="4774"/>
                </a:lnTo>
                <a:lnTo>
                  <a:pt x="4969" y="4701"/>
                </a:lnTo>
                <a:lnTo>
                  <a:pt x="5115" y="4604"/>
                </a:lnTo>
                <a:lnTo>
                  <a:pt x="5261" y="4482"/>
                </a:lnTo>
                <a:lnTo>
                  <a:pt x="5383" y="4360"/>
                </a:lnTo>
                <a:lnTo>
                  <a:pt x="5505" y="4214"/>
                </a:lnTo>
                <a:lnTo>
                  <a:pt x="5578" y="4092"/>
                </a:lnTo>
                <a:lnTo>
                  <a:pt x="7234" y="293"/>
                </a:lnTo>
                <a:close/>
              </a:path>
            </a:pathLst>
          </a:custGeom>
          <a:noFill/>
          <a:ln w="12175" cap="rnd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" name="Google Shape;149;p18"/>
          <p:cNvSpPr/>
          <p:nvPr/>
        </p:nvSpPr>
        <p:spPr>
          <a:xfrm rot="2697385">
            <a:off x="5003062" y="1885038"/>
            <a:ext cx="245621" cy="234528"/>
          </a:xfrm>
          <a:custGeom>
            <a:avLst/>
            <a:gdLst/>
            <a:ahLst/>
            <a:cxnLst/>
            <a:rect l="l" t="t" r="r" b="b"/>
            <a:pathLst>
              <a:path w="15101" h="14419" fill="none" extrusionOk="0">
                <a:moveTo>
                  <a:pt x="7234" y="293"/>
                </a:moveTo>
                <a:lnTo>
                  <a:pt x="7234" y="293"/>
                </a:lnTo>
                <a:lnTo>
                  <a:pt x="7307" y="171"/>
                </a:lnTo>
                <a:lnTo>
                  <a:pt x="7380" y="74"/>
                </a:lnTo>
                <a:lnTo>
                  <a:pt x="7477" y="25"/>
                </a:lnTo>
                <a:lnTo>
                  <a:pt x="7550" y="1"/>
                </a:lnTo>
                <a:lnTo>
                  <a:pt x="7623" y="25"/>
                </a:lnTo>
                <a:lnTo>
                  <a:pt x="7721" y="74"/>
                </a:lnTo>
                <a:lnTo>
                  <a:pt x="7794" y="171"/>
                </a:lnTo>
                <a:lnTo>
                  <a:pt x="7867" y="293"/>
                </a:lnTo>
                <a:lnTo>
                  <a:pt x="9523" y="4092"/>
                </a:lnTo>
                <a:lnTo>
                  <a:pt x="9523" y="4092"/>
                </a:lnTo>
                <a:lnTo>
                  <a:pt x="9596" y="4214"/>
                </a:lnTo>
                <a:lnTo>
                  <a:pt x="9718" y="4360"/>
                </a:lnTo>
                <a:lnTo>
                  <a:pt x="9840" y="4482"/>
                </a:lnTo>
                <a:lnTo>
                  <a:pt x="9986" y="4604"/>
                </a:lnTo>
                <a:lnTo>
                  <a:pt x="10132" y="4701"/>
                </a:lnTo>
                <a:lnTo>
                  <a:pt x="10302" y="4774"/>
                </a:lnTo>
                <a:lnTo>
                  <a:pt x="10449" y="4847"/>
                </a:lnTo>
                <a:lnTo>
                  <a:pt x="10619" y="4872"/>
                </a:lnTo>
                <a:lnTo>
                  <a:pt x="14711" y="5286"/>
                </a:lnTo>
                <a:lnTo>
                  <a:pt x="14711" y="5286"/>
                </a:lnTo>
                <a:lnTo>
                  <a:pt x="14857" y="5310"/>
                </a:lnTo>
                <a:lnTo>
                  <a:pt x="14979" y="5359"/>
                </a:lnTo>
                <a:lnTo>
                  <a:pt x="15052" y="5407"/>
                </a:lnTo>
                <a:lnTo>
                  <a:pt x="15100" y="5505"/>
                </a:lnTo>
                <a:lnTo>
                  <a:pt x="15100" y="5578"/>
                </a:lnTo>
                <a:lnTo>
                  <a:pt x="15076" y="5675"/>
                </a:lnTo>
                <a:lnTo>
                  <a:pt x="15027" y="5773"/>
                </a:lnTo>
                <a:lnTo>
                  <a:pt x="14906" y="5895"/>
                </a:lnTo>
                <a:lnTo>
                  <a:pt x="11837" y="8622"/>
                </a:lnTo>
                <a:lnTo>
                  <a:pt x="11837" y="8622"/>
                </a:lnTo>
                <a:lnTo>
                  <a:pt x="11715" y="8744"/>
                </a:lnTo>
                <a:lnTo>
                  <a:pt x="11618" y="8890"/>
                </a:lnTo>
                <a:lnTo>
                  <a:pt x="11545" y="9061"/>
                </a:lnTo>
                <a:lnTo>
                  <a:pt x="11472" y="9231"/>
                </a:lnTo>
                <a:lnTo>
                  <a:pt x="11423" y="9402"/>
                </a:lnTo>
                <a:lnTo>
                  <a:pt x="11398" y="9572"/>
                </a:lnTo>
                <a:lnTo>
                  <a:pt x="11398" y="9743"/>
                </a:lnTo>
                <a:lnTo>
                  <a:pt x="11423" y="9913"/>
                </a:lnTo>
                <a:lnTo>
                  <a:pt x="12300" y="13956"/>
                </a:lnTo>
                <a:lnTo>
                  <a:pt x="12300" y="13956"/>
                </a:lnTo>
                <a:lnTo>
                  <a:pt x="12324" y="14102"/>
                </a:lnTo>
                <a:lnTo>
                  <a:pt x="12300" y="14200"/>
                </a:lnTo>
                <a:lnTo>
                  <a:pt x="12275" y="14297"/>
                </a:lnTo>
                <a:lnTo>
                  <a:pt x="12227" y="14370"/>
                </a:lnTo>
                <a:lnTo>
                  <a:pt x="12129" y="14394"/>
                </a:lnTo>
                <a:lnTo>
                  <a:pt x="12032" y="14419"/>
                </a:lnTo>
                <a:lnTo>
                  <a:pt x="11910" y="14370"/>
                </a:lnTo>
                <a:lnTo>
                  <a:pt x="11788" y="14321"/>
                </a:lnTo>
                <a:lnTo>
                  <a:pt x="8232" y="12227"/>
                </a:lnTo>
                <a:lnTo>
                  <a:pt x="8232" y="12227"/>
                </a:lnTo>
                <a:lnTo>
                  <a:pt x="8086" y="12154"/>
                </a:lnTo>
                <a:lnTo>
                  <a:pt x="7916" y="12105"/>
                </a:lnTo>
                <a:lnTo>
                  <a:pt x="7721" y="12081"/>
                </a:lnTo>
                <a:lnTo>
                  <a:pt x="7550" y="12081"/>
                </a:lnTo>
                <a:lnTo>
                  <a:pt x="7380" y="12081"/>
                </a:lnTo>
                <a:lnTo>
                  <a:pt x="7185" y="12105"/>
                </a:lnTo>
                <a:lnTo>
                  <a:pt x="7015" y="12154"/>
                </a:lnTo>
                <a:lnTo>
                  <a:pt x="6868" y="12227"/>
                </a:lnTo>
                <a:lnTo>
                  <a:pt x="3313" y="14321"/>
                </a:lnTo>
                <a:lnTo>
                  <a:pt x="3313" y="14321"/>
                </a:lnTo>
                <a:lnTo>
                  <a:pt x="3191" y="14370"/>
                </a:lnTo>
                <a:lnTo>
                  <a:pt x="3069" y="14419"/>
                </a:lnTo>
                <a:lnTo>
                  <a:pt x="2972" y="14394"/>
                </a:lnTo>
                <a:lnTo>
                  <a:pt x="2874" y="14370"/>
                </a:lnTo>
                <a:lnTo>
                  <a:pt x="2826" y="14297"/>
                </a:lnTo>
                <a:lnTo>
                  <a:pt x="2801" y="14200"/>
                </a:lnTo>
                <a:lnTo>
                  <a:pt x="2777" y="14102"/>
                </a:lnTo>
                <a:lnTo>
                  <a:pt x="2801" y="13956"/>
                </a:lnTo>
                <a:lnTo>
                  <a:pt x="3678" y="9913"/>
                </a:lnTo>
                <a:lnTo>
                  <a:pt x="3678" y="9913"/>
                </a:lnTo>
                <a:lnTo>
                  <a:pt x="3702" y="9743"/>
                </a:lnTo>
                <a:lnTo>
                  <a:pt x="3702" y="9572"/>
                </a:lnTo>
                <a:lnTo>
                  <a:pt x="3678" y="9402"/>
                </a:lnTo>
                <a:lnTo>
                  <a:pt x="3629" y="9231"/>
                </a:lnTo>
                <a:lnTo>
                  <a:pt x="3556" y="9061"/>
                </a:lnTo>
                <a:lnTo>
                  <a:pt x="3483" y="8890"/>
                </a:lnTo>
                <a:lnTo>
                  <a:pt x="3386" y="8744"/>
                </a:lnTo>
                <a:lnTo>
                  <a:pt x="3264" y="8622"/>
                </a:lnTo>
                <a:lnTo>
                  <a:pt x="195" y="5895"/>
                </a:lnTo>
                <a:lnTo>
                  <a:pt x="195" y="5895"/>
                </a:lnTo>
                <a:lnTo>
                  <a:pt x="73" y="5773"/>
                </a:lnTo>
                <a:lnTo>
                  <a:pt x="25" y="5675"/>
                </a:lnTo>
                <a:lnTo>
                  <a:pt x="0" y="5578"/>
                </a:lnTo>
                <a:lnTo>
                  <a:pt x="0" y="5505"/>
                </a:lnTo>
                <a:lnTo>
                  <a:pt x="49" y="5407"/>
                </a:lnTo>
                <a:lnTo>
                  <a:pt x="122" y="5359"/>
                </a:lnTo>
                <a:lnTo>
                  <a:pt x="244" y="5310"/>
                </a:lnTo>
                <a:lnTo>
                  <a:pt x="390" y="5286"/>
                </a:lnTo>
                <a:lnTo>
                  <a:pt x="4482" y="4872"/>
                </a:lnTo>
                <a:lnTo>
                  <a:pt x="4482" y="4872"/>
                </a:lnTo>
                <a:lnTo>
                  <a:pt x="4652" y="4847"/>
                </a:lnTo>
                <a:lnTo>
                  <a:pt x="4798" y="4774"/>
                </a:lnTo>
                <a:lnTo>
                  <a:pt x="4969" y="4701"/>
                </a:lnTo>
                <a:lnTo>
                  <a:pt x="5115" y="4604"/>
                </a:lnTo>
                <a:lnTo>
                  <a:pt x="5261" y="4482"/>
                </a:lnTo>
                <a:lnTo>
                  <a:pt x="5383" y="4360"/>
                </a:lnTo>
                <a:lnTo>
                  <a:pt x="5505" y="4214"/>
                </a:lnTo>
                <a:lnTo>
                  <a:pt x="5578" y="4092"/>
                </a:lnTo>
                <a:lnTo>
                  <a:pt x="7234" y="293"/>
                </a:lnTo>
                <a:close/>
              </a:path>
            </a:pathLst>
          </a:custGeom>
          <a:noFill/>
          <a:ln w="12175" cap="rnd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p18"/>
          <p:cNvSpPr/>
          <p:nvPr/>
        </p:nvSpPr>
        <p:spPr>
          <a:xfrm>
            <a:off x="5197375" y="1751151"/>
            <a:ext cx="98383" cy="93976"/>
          </a:xfrm>
          <a:custGeom>
            <a:avLst/>
            <a:gdLst/>
            <a:ahLst/>
            <a:cxnLst/>
            <a:rect l="l" t="t" r="r" b="b"/>
            <a:pathLst>
              <a:path w="15101" h="14419" fill="none" extrusionOk="0">
                <a:moveTo>
                  <a:pt x="7234" y="293"/>
                </a:moveTo>
                <a:lnTo>
                  <a:pt x="7234" y="293"/>
                </a:lnTo>
                <a:lnTo>
                  <a:pt x="7307" y="171"/>
                </a:lnTo>
                <a:lnTo>
                  <a:pt x="7380" y="74"/>
                </a:lnTo>
                <a:lnTo>
                  <a:pt x="7477" y="25"/>
                </a:lnTo>
                <a:lnTo>
                  <a:pt x="7550" y="1"/>
                </a:lnTo>
                <a:lnTo>
                  <a:pt x="7623" y="25"/>
                </a:lnTo>
                <a:lnTo>
                  <a:pt x="7721" y="74"/>
                </a:lnTo>
                <a:lnTo>
                  <a:pt x="7794" y="171"/>
                </a:lnTo>
                <a:lnTo>
                  <a:pt x="7867" y="293"/>
                </a:lnTo>
                <a:lnTo>
                  <a:pt x="9523" y="4092"/>
                </a:lnTo>
                <a:lnTo>
                  <a:pt x="9523" y="4092"/>
                </a:lnTo>
                <a:lnTo>
                  <a:pt x="9596" y="4214"/>
                </a:lnTo>
                <a:lnTo>
                  <a:pt x="9718" y="4360"/>
                </a:lnTo>
                <a:lnTo>
                  <a:pt x="9840" y="4482"/>
                </a:lnTo>
                <a:lnTo>
                  <a:pt x="9986" y="4604"/>
                </a:lnTo>
                <a:lnTo>
                  <a:pt x="10132" y="4701"/>
                </a:lnTo>
                <a:lnTo>
                  <a:pt x="10302" y="4774"/>
                </a:lnTo>
                <a:lnTo>
                  <a:pt x="10449" y="4847"/>
                </a:lnTo>
                <a:lnTo>
                  <a:pt x="10619" y="4872"/>
                </a:lnTo>
                <a:lnTo>
                  <a:pt x="14711" y="5286"/>
                </a:lnTo>
                <a:lnTo>
                  <a:pt x="14711" y="5286"/>
                </a:lnTo>
                <a:lnTo>
                  <a:pt x="14857" y="5310"/>
                </a:lnTo>
                <a:lnTo>
                  <a:pt x="14979" y="5359"/>
                </a:lnTo>
                <a:lnTo>
                  <a:pt x="15052" y="5407"/>
                </a:lnTo>
                <a:lnTo>
                  <a:pt x="15100" y="5505"/>
                </a:lnTo>
                <a:lnTo>
                  <a:pt x="15100" y="5578"/>
                </a:lnTo>
                <a:lnTo>
                  <a:pt x="15076" y="5675"/>
                </a:lnTo>
                <a:lnTo>
                  <a:pt x="15027" y="5773"/>
                </a:lnTo>
                <a:lnTo>
                  <a:pt x="14906" y="5895"/>
                </a:lnTo>
                <a:lnTo>
                  <a:pt x="11837" y="8622"/>
                </a:lnTo>
                <a:lnTo>
                  <a:pt x="11837" y="8622"/>
                </a:lnTo>
                <a:lnTo>
                  <a:pt x="11715" y="8744"/>
                </a:lnTo>
                <a:lnTo>
                  <a:pt x="11618" y="8890"/>
                </a:lnTo>
                <a:lnTo>
                  <a:pt x="11545" y="9061"/>
                </a:lnTo>
                <a:lnTo>
                  <a:pt x="11472" y="9231"/>
                </a:lnTo>
                <a:lnTo>
                  <a:pt x="11423" y="9402"/>
                </a:lnTo>
                <a:lnTo>
                  <a:pt x="11398" y="9572"/>
                </a:lnTo>
                <a:lnTo>
                  <a:pt x="11398" y="9743"/>
                </a:lnTo>
                <a:lnTo>
                  <a:pt x="11423" y="9913"/>
                </a:lnTo>
                <a:lnTo>
                  <a:pt x="12300" y="13956"/>
                </a:lnTo>
                <a:lnTo>
                  <a:pt x="12300" y="13956"/>
                </a:lnTo>
                <a:lnTo>
                  <a:pt x="12324" y="14102"/>
                </a:lnTo>
                <a:lnTo>
                  <a:pt x="12300" y="14200"/>
                </a:lnTo>
                <a:lnTo>
                  <a:pt x="12275" y="14297"/>
                </a:lnTo>
                <a:lnTo>
                  <a:pt x="12227" y="14370"/>
                </a:lnTo>
                <a:lnTo>
                  <a:pt x="12129" y="14394"/>
                </a:lnTo>
                <a:lnTo>
                  <a:pt x="12032" y="14419"/>
                </a:lnTo>
                <a:lnTo>
                  <a:pt x="11910" y="14370"/>
                </a:lnTo>
                <a:lnTo>
                  <a:pt x="11788" y="14321"/>
                </a:lnTo>
                <a:lnTo>
                  <a:pt x="8232" y="12227"/>
                </a:lnTo>
                <a:lnTo>
                  <a:pt x="8232" y="12227"/>
                </a:lnTo>
                <a:lnTo>
                  <a:pt x="8086" y="12154"/>
                </a:lnTo>
                <a:lnTo>
                  <a:pt x="7916" y="12105"/>
                </a:lnTo>
                <a:lnTo>
                  <a:pt x="7721" y="12081"/>
                </a:lnTo>
                <a:lnTo>
                  <a:pt x="7550" y="12081"/>
                </a:lnTo>
                <a:lnTo>
                  <a:pt x="7380" y="12081"/>
                </a:lnTo>
                <a:lnTo>
                  <a:pt x="7185" y="12105"/>
                </a:lnTo>
                <a:lnTo>
                  <a:pt x="7015" y="12154"/>
                </a:lnTo>
                <a:lnTo>
                  <a:pt x="6868" y="12227"/>
                </a:lnTo>
                <a:lnTo>
                  <a:pt x="3313" y="14321"/>
                </a:lnTo>
                <a:lnTo>
                  <a:pt x="3313" y="14321"/>
                </a:lnTo>
                <a:lnTo>
                  <a:pt x="3191" y="14370"/>
                </a:lnTo>
                <a:lnTo>
                  <a:pt x="3069" y="14419"/>
                </a:lnTo>
                <a:lnTo>
                  <a:pt x="2972" y="14394"/>
                </a:lnTo>
                <a:lnTo>
                  <a:pt x="2874" y="14370"/>
                </a:lnTo>
                <a:lnTo>
                  <a:pt x="2826" y="14297"/>
                </a:lnTo>
                <a:lnTo>
                  <a:pt x="2801" y="14200"/>
                </a:lnTo>
                <a:lnTo>
                  <a:pt x="2777" y="14102"/>
                </a:lnTo>
                <a:lnTo>
                  <a:pt x="2801" y="13956"/>
                </a:lnTo>
                <a:lnTo>
                  <a:pt x="3678" y="9913"/>
                </a:lnTo>
                <a:lnTo>
                  <a:pt x="3678" y="9913"/>
                </a:lnTo>
                <a:lnTo>
                  <a:pt x="3702" y="9743"/>
                </a:lnTo>
                <a:lnTo>
                  <a:pt x="3702" y="9572"/>
                </a:lnTo>
                <a:lnTo>
                  <a:pt x="3678" y="9402"/>
                </a:lnTo>
                <a:lnTo>
                  <a:pt x="3629" y="9231"/>
                </a:lnTo>
                <a:lnTo>
                  <a:pt x="3556" y="9061"/>
                </a:lnTo>
                <a:lnTo>
                  <a:pt x="3483" y="8890"/>
                </a:lnTo>
                <a:lnTo>
                  <a:pt x="3386" y="8744"/>
                </a:lnTo>
                <a:lnTo>
                  <a:pt x="3264" y="8622"/>
                </a:lnTo>
                <a:lnTo>
                  <a:pt x="195" y="5895"/>
                </a:lnTo>
                <a:lnTo>
                  <a:pt x="195" y="5895"/>
                </a:lnTo>
                <a:lnTo>
                  <a:pt x="73" y="5773"/>
                </a:lnTo>
                <a:lnTo>
                  <a:pt x="25" y="5675"/>
                </a:lnTo>
                <a:lnTo>
                  <a:pt x="0" y="5578"/>
                </a:lnTo>
                <a:lnTo>
                  <a:pt x="0" y="5505"/>
                </a:lnTo>
                <a:lnTo>
                  <a:pt x="49" y="5407"/>
                </a:lnTo>
                <a:lnTo>
                  <a:pt x="122" y="5359"/>
                </a:lnTo>
                <a:lnTo>
                  <a:pt x="244" y="5310"/>
                </a:lnTo>
                <a:lnTo>
                  <a:pt x="390" y="5286"/>
                </a:lnTo>
                <a:lnTo>
                  <a:pt x="4482" y="4872"/>
                </a:lnTo>
                <a:lnTo>
                  <a:pt x="4482" y="4872"/>
                </a:lnTo>
                <a:lnTo>
                  <a:pt x="4652" y="4847"/>
                </a:lnTo>
                <a:lnTo>
                  <a:pt x="4798" y="4774"/>
                </a:lnTo>
                <a:lnTo>
                  <a:pt x="4969" y="4701"/>
                </a:lnTo>
                <a:lnTo>
                  <a:pt x="5115" y="4604"/>
                </a:lnTo>
                <a:lnTo>
                  <a:pt x="5261" y="4482"/>
                </a:lnTo>
                <a:lnTo>
                  <a:pt x="5383" y="4360"/>
                </a:lnTo>
                <a:lnTo>
                  <a:pt x="5505" y="4214"/>
                </a:lnTo>
                <a:lnTo>
                  <a:pt x="5578" y="4092"/>
                </a:lnTo>
                <a:lnTo>
                  <a:pt x="7234" y="293"/>
                </a:lnTo>
                <a:close/>
              </a:path>
            </a:pathLst>
          </a:custGeom>
          <a:noFill/>
          <a:ln w="12175" cap="rnd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" name="Google Shape;151;p18"/>
          <p:cNvSpPr/>
          <p:nvPr/>
        </p:nvSpPr>
        <p:spPr>
          <a:xfrm rot="1280154">
            <a:off x="3824697" y="1560092"/>
            <a:ext cx="98367" cy="93971"/>
          </a:xfrm>
          <a:custGeom>
            <a:avLst/>
            <a:gdLst/>
            <a:ahLst/>
            <a:cxnLst/>
            <a:rect l="l" t="t" r="r" b="b"/>
            <a:pathLst>
              <a:path w="15101" h="14419" fill="none" extrusionOk="0">
                <a:moveTo>
                  <a:pt x="7234" y="293"/>
                </a:moveTo>
                <a:lnTo>
                  <a:pt x="7234" y="293"/>
                </a:lnTo>
                <a:lnTo>
                  <a:pt x="7307" y="171"/>
                </a:lnTo>
                <a:lnTo>
                  <a:pt x="7380" y="74"/>
                </a:lnTo>
                <a:lnTo>
                  <a:pt x="7477" y="25"/>
                </a:lnTo>
                <a:lnTo>
                  <a:pt x="7550" y="1"/>
                </a:lnTo>
                <a:lnTo>
                  <a:pt x="7623" y="25"/>
                </a:lnTo>
                <a:lnTo>
                  <a:pt x="7721" y="74"/>
                </a:lnTo>
                <a:lnTo>
                  <a:pt x="7794" y="171"/>
                </a:lnTo>
                <a:lnTo>
                  <a:pt x="7867" y="293"/>
                </a:lnTo>
                <a:lnTo>
                  <a:pt x="9523" y="4092"/>
                </a:lnTo>
                <a:lnTo>
                  <a:pt x="9523" y="4092"/>
                </a:lnTo>
                <a:lnTo>
                  <a:pt x="9596" y="4214"/>
                </a:lnTo>
                <a:lnTo>
                  <a:pt x="9718" y="4360"/>
                </a:lnTo>
                <a:lnTo>
                  <a:pt x="9840" y="4482"/>
                </a:lnTo>
                <a:lnTo>
                  <a:pt x="9986" y="4604"/>
                </a:lnTo>
                <a:lnTo>
                  <a:pt x="10132" y="4701"/>
                </a:lnTo>
                <a:lnTo>
                  <a:pt x="10302" y="4774"/>
                </a:lnTo>
                <a:lnTo>
                  <a:pt x="10449" y="4847"/>
                </a:lnTo>
                <a:lnTo>
                  <a:pt x="10619" y="4872"/>
                </a:lnTo>
                <a:lnTo>
                  <a:pt x="14711" y="5286"/>
                </a:lnTo>
                <a:lnTo>
                  <a:pt x="14711" y="5286"/>
                </a:lnTo>
                <a:lnTo>
                  <a:pt x="14857" y="5310"/>
                </a:lnTo>
                <a:lnTo>
                  <a:pt x="14979" y="5359"/>
                </a:lnTo>
                <a:lnTo>
                  <a:pt x="15052" y="5407"/>
                </a:lnTo>
                <a:lnTo>
                  <a:pt x="15100" y="5505"/>
                </a:lnTo>
                <a:lnTo>
                  <a:pt x="15100" y="5578"/>
                </a:lnTo>
                <a:lnTo>
                  <a:pt x="15076" y="5675"/>
                </a:lnTo>
                <a:lnTo>
                  <a:pt x="15027" y="5773"/>
                </a:lnTo>
                <a:lnTo>
                  <a:pt x="14906" y="5895"/>
                </a:lnTo>
                <a:lnTo>
                  <a:pt x="11837" y="8622"/>
                </a:lnTo>
                <a:lnTo>
                  <a:pt x="11837" y="8622"/>
                </a:lnTo>
                <a:lnTo>
                  <a:pt x="11715" y="8744"/>
                </a:lnTo>
                <a:lnTo>
                  <a:pt x="11618" y="8890"/>
                </a:lnTo>
                <a:lnTo>
                  <a:pt x="11545" y="9061"/>
                </a:lnTo>
                <a:lnTo>
                  <a:pt x="11472" y="9231"/>
                </a:lnTo>
                <a:lnTo>
                  <a:pt x="11423" y="9402"/>
                </a:lnTo>
                <a:lnTo>
                  <a:pt x="11398" y="9572"/>
                </a:lnTo>
                <a:lnTo>
                  <a:pt x="11398" y="9743"/>
                </a:lnTo>
                <a:lnTo>
                  <a:pt x="11423" y="9913"/>
                </a:lnTo>
                <a:lnTo>
                  <a:pt x="12300" y="13956"/>
                </a:lnTo>
                <a:lnTo>
                  <a:pt x="12300" y="13956"/>
                </a:lnTo>
                <a:lnTo>
                  <a:pt x="12324" y="14102"/>
                </a:lnTo>
                <a:lnTo>
                  <a:pt x="12300" y="14200"/>
                </a:lnTo>
                <a:lnTo>
                  <a:pt x="12275" y="14297"/>
                </a:lnTo>
                <a:lnTo>
                  <a:pt x="12227" y="14370"/>
                </a:lnTo>
                <a:lnTo>
                  <a:pt x="12129" y="14394"/>
                </a:lnTo>
                <a:lnTo>
                  <a:pt x="12032" y="14419"/>
                </a:lnTo>
                <a:lnTo>
                  <a:pt x="11910" y="14370"/>
                </a:lnTo>
                <a:lnTo>
                  <a:pt x="11788" y="14321"/>
                </a:lnTo>
                <a:lnTo>
                  <a:pt x="8232" y="12227"/>
                </a:lnTo>
                <a:lnTo>
                  <a:pt x="8232" y="12227"/>
                </a:lnTo>
                <a:lnTo>
                  <a:pt x="8086" y="12154"/>
                </a:lnTo>
                <a:lnTo>
                  <a:pt x="7916" y="12105"/>
                </a:lnTo>
                <a:lnTo>
                  <a:pt x="7721" y="12081"/>
                </a:lnTo>
                <a:lnTo>
                  <a:pt x="7550" y="12081"/>
                </a:lnTo>
                <a:lnTo>
                  <a:pt x="7380" y="12081"/>
                </a:lnTo>
                <a:lnTo>
                  <a:pt x="7185" y="12105"/>
                </a:lnTo>
                <a:lnTo>
                  <a:pt x="7015" y="12154"/>
                </a:lnTo>
                <a:lnTo>
                  <a:pt x="6868" y="12227"/>
                </a:lnTo>
                <a:lnTo>
                  <a:pt x="3313" y="14321"/>
                </a:lnTo>
                <a:lnTo>
                  <a:pt x="3313" y="14321"/>
                </a:lnTo>
                <a:lnTo>
                  <a:pt x="3191" y="14370"/>
                </a:lnTo>
                <a:lnTo>
                  <a:pt x="3069" y="14419"/>
                </a:lnTo>
                <a:lnTo>
                  <a:pt x="2972" y="14394"/>
                </a:lnTo>
                <a:lnTo>
                  <a:pt x="2874" y="14370"/>
                </a:lnTo>
                <a:lnTo>
                  <a:pt x="2826" y="14297"/>
                </a:lnTo>
                <a:lnTo>
                  <a:pt x="2801" y="14200"/>
                </a:lnTo>
                <a:lnTo>
                  <a:pt x="2777" y="14102"/>
                </a:lnTo>
                <a:lnTo>
                  <a:pt x="2801" y="13956"/>
                </a:lnTo>
                <a:lnTo>
                  <a:pt x="3678" y="9913"/>
                </a:lnTo>
                <a:lnTo>
                  <a:pt x="3678" y="9913"/>
                </a:lnTo>
                <a:lnTo>
                  <a:pt x="3702" y="9743"/>
                </a:lnTo>
                <a:lnTo>
                  <a:pt x="3702" y="9572"/>
                </a:lnTo>
                <a:lnTo>
                  <a:pt x="3678" y="9402"/>
                </a:lnTo>
                <a:lnTo>
                  <a:pt x="3629" y="9231"/>
                </a:lnTo>
                <a:lnTo>
                  <a:pt x="3556" y="9061"/>
                </a:lnTo>
                <a:lnTo>
                  <a:pt x="3483" y="8890"/>
                </a:lnTo>
                <a:lnTo>
                  <a:pt x="3386" y="8744"/>
                </a:lnTo>
                <a:lnTo>
                  <a:pt x="3264" y="8622"/>
                </a:lnTo>
                <a:lnTo>
                  <a:pt x="195" y="5895"/>
                </a:lnTo>
                <a:lnTo>
                  <a:pt x="195" y="5895"/>
                </a:lnTo>
                <a:lnTo>
                  <a:pt x="73" y="5773"/>
                </a:lnTo>
                <a:lnTo>
                  <a:pt x="25" y="5675"/>
                </a:lnTo>
                <a:lnTo>
                  <a:pt x="0" y="5578"/>
                </a:lnTo>
                <a:lnTo>
                  <a:pt x="0" y="5505"/>
                </a:lnTo>
                <a:lnTo>
                  <a:pt x="49" y="5407"/>
                </a:lnTo>
                <a:lnTo>
                  <a:pt x="122" y="5359"/>
                </a:lnTo>
                <a:lnTo>
                  <a:pt x="244" y="5310"/>
                </a:lnTo>
                <a:lnTo>
                  <a:pt x="390" y="5286"/>
                </a:lnTo>
                <a:lnTo>
                  <a:pt x="4482" y="4872"/>
                </a:lnTo>
                <a:lnTo>
                  <a:pt x="4482" y="4872"/>
                </a:lnTo>
                <a:lnTo>
                  <a:pt x="4652" y="4847"/>
                </a:lnTo>
                <a:lnTo>
                  <a:pt x="4798" y="4774"/>
                </a:lnTo>
                <a:lnTo>
                  <a:pt x="4969" y="4701"/>
                </a:lnTo>
                <a:lnTo>
                  <a:pt x="5115" y="4604"/>
                </a:lnTo>
                <a:lnTo>
                  <a:pt x="5261" y="4482"/>
                </a:lnTo>
                <a:lnTo>
                  <a:pt x="5383" y="4360"/>
                </a:lnTo>
                <a:lnTo>
                  <a:pt x="5505" y="4214"/>
                </a:lnTo>
                <a:lnTo>
                  <a:pt x="5578" y="4092"/>
                </a:lnTo>
                <a:lnTo>
                  <a:pt x="7234" y="293"/>
                </a:lnTo>
                <a:close/>
              </a:path>
            </a:pathLst>
          </a:custGeom>
          <a:noFill/>
          <a:ln w="12175" cap="rnd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" name="Google Shape;152;p18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8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18"/>
          <p:cNvSpPr txBox="1">
            <a:spLocks noGrp="1"/>
          </p:cNvSpPr>
          <p:nvPr>
            <p:ph type="ctrTitle" idx="4294967295"/>
          </p:nvPr>
        </p:nvSpPr>
        <p:spPr>
          <a:xfrm>
            <a:off x="1951575" y="2878750"/>
            <a:ext cx="5241000" cy="1159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 dirty="0">
                <a:highlight>
                  <a:schemeClr val="accent1"/>
                </a:highlight>
              </a:rPr>
              <a:t>Big concept</a:t>
            </a:r>
            <a:endParaRPr sz="4800" dirty="0">
              <a:highlight>
                <a:schemeClr val="accent1"/>
              </a:highlight>
            </a:endParaRPr>
          </a:p>
        </p:txBody>
      </p:sp>
      <p:cxnSp>
        <p:nvCxnSpPr>
          <p:cNvPr id="138" name="Google Shape;138;p18"/>
          <p:cNvCxnSpPr/>
          <p:nvPr/>
        </p:nvCxnSpPr>
        <p:spPr>
          <a:xfrm>
            <a:off x="-6025" y="1668728"/>
            <a:ext cx="9162000" cy="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140" name="Google Shape;140;p18"/>
          <p:cNvGrpSpPr/>
          <p:nvPr/>
        </p:nvGrpSpPr>
        <p:grpSpPr>
          <a:xfrm>
            <a:off x="4184367" y="854983"/>
            <a:ext cx="1035173" cy="1035155"/>
            <a:chOff x="6643075" y="3664250"/>
            <a:chExt cx="407950" cy="407975"/>
          </a:xfrm>
        </p:grpSpPr>
        <p:sp>
          <p:nvSpPr>
            <p:cNvPr id="141" name="Google Shape;141;p18"/>
            <p:cNvSpPr/>
            <p:nvPr/>
          </p:nvSpPr>
          <p:spPr>
            <a:xfrm>
              <a:off x="6794075" y="3815250"/>
              <a:ext cx="211300" cy="211300"/>
            </a:xfrm>
            <a:custGeom>
              <a:avLst/>
              <a:gdLst/>
              <a:ahLst/>
              <a:cxnLst/>
              <a:rect l="l" t="t" r="r" b="b"/>
              <a:pathLst>
                <a:path w="8452" h="8452" fill="none" extrusionOk="0">
                  <a:moveTo>
                    <a:pt x="0" y="8135"/>
                  </a:moveTo>
                  <a:lnTo>
                    <a:pt x="0" y="8135"/>
                  </a:lnTo>
                  <a:lnTo>
                    <a:pt x="438" y="8257"/>
                  </a:lnTo>
                  <a:lnTo>
                    <a:pt x="852" y="8354"/>
                  </a:lnTo>
                  <a:lnTo>
                    <a:pt x="1291" y="8403"/>
                  </a:lnTo>
                  <a:lnTo>
                    <a:pt x="1729" y="8452"/>
                  </a:lnTo>
                  <a:lnTo>
                    <a:pt x="2168" y="8452"/>
                  </a:lnTo>
                  <a:lnTo>
                    <a:pt x="2606" y="8427"/>
                  </a:lnTo>
                  <a:lnTo>
                    <a:pt x="3020" y="8378"/>
                  </a:lnTo>
                  <a:lnTo>
                    <a:pt x="3458" y="8281"/>
                  </a:lnTo>
                  <a:lnTo>
                    <a:pt x="3872" y="8184"/>
                  </a:lnTo>
                  <a:lnTo>
                    <a:pt x="4311" y="8037"/>
                  </a:lnTo>
                  <a:lnTo>
                    <a:pt x="4701" y="7867"/>
                  </a:lnTo>
                  <a:lnTo>
                    <a:pt x="5115" y="7672"/>
                  </a:lnTo>
                  <a:lnTo>
                    <a:pt x="5504" y="7429"/>
                  </a:lnTo>
                  <a:lnTo>
                    <a:pt x="5870" y="7185"/>
                  </a:lnTo>
                  <a:lnTo>
                    <a:pt x="6235" y="6893"/>
                  </a:lnTo>
                  <a:lnTo>
                    <a:pt x="6576" y="6576"/>
                  </a:lnTo>
                  <a:lnTo>
                    <a:pt x="6576" y="6576"/>
                  </a:lnTo>
                  <a:lnTo>
                    <a:pt x="6892" y="6235"/>
                  </a:lnTo>
                  <a:lnTo>
                    <a:pt x="7185" y="5870"/>
                  </a:lnTo>
                  <a:lnTo>
                    <a:pt x="7428" y="5505"/>
                  </a:lnTo>
                  <a:lnTo>
                    <a:pt x="7672" y="5115"/>
                  </a:lnTo>
                  <a:lnTo>
                    <a:pt x="7867" y="4701"/>
                  </a:lnTo>
                  <a:lnTo>
                    <a:pt x="8037" y="4311"/>
                  </a:lnTo>
                  <a:lnTo>
                    <a:pt x="8183" y="3873"/>
                  </a:lnTo>
                  <a:lnTo>
                    <a:pt x="8281" y="3459"/>
                  </a:lnTo>
                  <a:lnTo>
                    <a:pt x="8378" y="3020"/>
                  </a:lnTo>
                  <a:lnTo>
                    <a:pt x="8427" y="2606"/>
                  </a:lnTo>
                  <a:lnTo>
                    <a:pt x="8451" y="2168"/>
                  </a:lnTo>
                  <a:lnTo>
                    <a:pt x="8451" y="1730"/>
                  </a:lnTo>
                  <a:lnTo>
                    <a:pt x="8402" y="1291"/>
                  </a:lnTo>
                  <a:lnTo>
                    <a:pt x="8354" y="853"/>
                  </a:lnTo>
                  <a:lnTo>
                    <a:pt x="8256" y="439"/>
                  </a:lnTo>
                  <a:lnTo>
                    <a:pt x="8135" y="0"/>
                  </a:lnTo>
                </a:path>
              </a:pathLst>
            </a:custGeom>
            <a:noFill/>
            <a:ln w="1217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" name="Google Shape;142;p18"/>
            <p:cNvSpPr/>
            <p:nvPr/>
          </p:nvSpPr>
          <p:spPr>
            <a:xfrm>
              <a:off x="6643075" y="3664250"/>
              <a:ext cx="407950" cy="407975"/>
            </a:xfrm>
            <a:custGeom>
              <a:avLst/>
              <a:gdLst/>
              <a:ahLst/>
              <a:cxnLst/>
              <a:rect l="l" t="t" r="r" b="b"/>
              <a:pathLst>
                <a:path w="16318" h="16319" fill="none" extrusionOk="0">
                  <a:moveTo>
                    <a:pt x="16074" y="244"/>
                  </a:moveTo>
                  <a:lnTo>
                    <a:pt x="16074" y="244"/>
                  </a:lnTo>
                  <a:lnTo>
                    <a:pt x="15928" y="122"/>
                  </a:lnTo>
                  <a:lnTo>
                    <a:pt x="15758" y="49"/>
                  </a:lnTo>
                  <a:lnTo>
                    <a:pt x="15538" y="0"/>
                  </a:lnTo>
                  <a:lnTo>
                    <a:pt x="15319" y="0"/>
                  </a:lnTo>
                  <a:lnTo>
                    <a:pt x="15051" y="25"/>
                  </a:lnTo>
                  <a:lnTo>
                    <a:pt x="14759" y="73"/>
                  </a:lnTo>
                  <a:lnTo>
                    <a:pt x="14442" y="171"/>
                  </a:lnTo>
                  <a:lnTo>
                    <a:pt x="14102" y="293"/>
                  </a:lnTo>
                  <a:lnTo>
                    <a:pt x="13736" y="439"/>
                  </a:lnTo>
                  <a:lnTo>
                    <a:pt x="13347" y="609"/>
                  </a:lnTo>
                  <a:lnTo>
                    <a:pt x="12957" y="828"/>
                  </a:lnTo>
                  <a:lnTo>
                    <a:pt x="12543" y="1048"/>
                  </a:lnTo>
                  <a:lnTo>
                    <a:pt x="11666" y="1608"/>
                  </a:lnTo>
                  <a:lnTo>
                    <a:pt x="10716" y="2265"/>
                  </a:lnTo>
                  <a:lnTo>
                    <a:pt x="10716" y="2265"/>
                  </a:lnTo>
                  <a:lnTo>
                    <a:pt x="10278" y="2095"/>
                  </a:lnTo>
                  <a:lnTo>
                    <a:pt x="9815" y="1949"/>
                  </a:lnTo>
                  <a:lnTo>
                    <a:pt x="9352" y="1851"/>
                  </a:lnTo>
                  <a:lnTo>
                    <a:pt x="8890" y="1778"/>
                  </a:lnTo>
                  <a:lnTo>
                    <a:pt x="8427" y="1730"/>
                  </a:lnTo>
                  <a:lnTo>
                    <a:pt x="7940" y="1730"/>
                  </a:lnTo>
                  <a:lnTo>
                    <a:pt x="7477" y="1778"/>
                  </a:lnTo>
                  <a:lnTo>
                    <a:pt x="7014" y="1827"/>
                  </a:lnTo>
                  <a:lnTo>
                    <a:pt x="6551" y="1924"/>
                  </a:lnTo>
                  <a:lnTo>
                    <a:pt x="6089" y="2070"/>
                  </a:lnTo>
                  <a:lnTo>
                    <a:pt x="5650" y="2241"/>
                  </a:lnTo>
                  <a:lnTo>
                    <a:pt x="5212" y="2436"/>
                  </a:lnTo>
                  <a:lnTo>
                    <a:pt x="4774" y="2679"/>
                  </a:lnTo>
                  <a:lnTo>
                    <a:pt x="4384" y="2972"/>
                  </a:lnTo>
                  <a:lnTo>
                    <a:pt x="3994" y="3264"/>
                  </a:lnTo>
                  <a:lnTo>
                    <a:pt x="3605" y="3605"/>
                  </a:lnTo>
                  <a:lnTo>
                    <a:pt x="3605" y="3605"/>
                  </a:lnTo>
                  <a:lnTo>
                    <a:pt x="3264" y="3995"/>
                  </a:lnTo>
                  <a:lnTo>
                    <a:pt x="2971" y="4384"/>
                  </a:lnTo>
                  <a:lnTo>
                    <a:pt x="2679" y="4774"/>
                  </a:lnTo>
                  <a:lnTo>
                    <a:pt x="2436" y="5212"/>
                  </a:lnTo>
                  <a:lnTo>
                    <a:pt x="2241" y="5651"/>
                  </a:lnTo>
                  <a:lnTo>
                    <a:pt x="2070" y="6089"/>
                  </a:lnTo>
                  <a:lnTo>
                    <a:pt x="1924" y="6552"/>
                  </a:lnTo>
                  <a:lnTo>
                    <a:pt x="1827" y="7015"/>
                  </a:lnTo>
                  <a:lnTo>
                    <a:pt x="1778" y="7477"/>
                  </a:lnTo>
                  <a:lnTo>
                    <a:pt x="1729" y="7940"/>
                  </a:lnTo>
                  <a:lnTo>
                    <a:pt x="1729" y="8427"/>
                  </a:lnTo>
                  <a:lnTo>
                    <a:pt x="1778" y="8890"/>
                  </a:lnTo>
                  <a:lnTo>
                    <a:pt x="1851" y="9353"/>
                  </a:lnTo>
                  <a:lnTo>
                    <a:pt x="1948" y="9815"/>
                  </a:lnTo>
                  <a:lnTo>
                    <a:pt x="2095" y="10278"/>
                  </a:lnTo>
                  <a:lnTo>
                    <a:pt x="2265" y="10716"/>
                  </a:lnTo>
                  <a:lnTo>
                    <a:pt x="2265" y="10716"/>
                  </a:lnTo>
                  <a:lnTo>
                    <a:pt x="1607" y="11666"/>
                  </a:lnTo>
                  <a:lnTo>
                    <a:pt x="1047" y="12543"/>
                  </a:lnTo>
                  <a:lnTo>
                    <a:pt x="828" y="12957"/>
                  </a:lnTo>
                  <a:lnTo>
                    <a:pt x="609" y="13347"/>
                  </a:lnTo>
                  <a:lnTo>
                    <a:pt x="438" y="13737"/>
                  </a:lnTo>
                  <a:lnTo>
                    <a:pt x="292" y="14102"/>
                  </a:lnTo>
                  <a:lnTo>
                    <a:pt x="170" y="14443"/>
                  </a:lnTo>
                  <a:lnTo>
                    <a:pt x="73" y="14759"/>
                  </a:lnTo>
                  <a:lnTo>
                    <a:pt x="24" y="15052"/>
                  </a:lnTo>
                  <a:lnTo>
                    <a:pt x="0" y="15320"/>
                  </a:lnTo>
                  <a:lnTo>
                    <a:pt x="0" y="15539"/>
                  </a:lnTo>
                  <a:lnTo>
                    <a:pt x="49" y="15758"/>
                  </a:lnTo>
                  <a:lnTo>
                    <a:pt x="122" y="15928"/>
                  </a:lnTo>
                  <a:lnTo>
                    <a:pt x="244" y="16075"/>
                  </a:lnTo>
                  <a:lnTo>
                    <a:pt x="244" y="16075"/>
                  </a:lnTo>
                  <a:lnTo>
                    <a:pt x="341" y="16172"/>
                  </a:lnTo>
                  <a:lnTo>
                    <a:pt x="487" y="16245"/>
                  </a:lnTo>
                  <a:lnTo>
                    <a:pt x="633" y="16294"/>
                  </a:lnTo>
                  <a:lnTo>
                    <a:pt x="804" y="16318"/>
                  </a:lnTo>
                  <a:lnTo>
                    <a:pt x="974" y="16318"/>
                  </a:lnTo>
                  <a:lnTo>
                    <a:pt x="1169" y="16318"/>
                  </a:lnTo>
                  <a:lnTo>
                    <a:pt x="1388" y="16269"/>
                  </a:lnTo>
                  <a:lnTo>
                    <a:pt x="1632" y="16221"/>
                  </a:lnTo>
                  <a:lnTo>
                    <a:pt x="2143" y="16075"/>
                  </a:lnTo>
                  <a:lnTo>
                    <a:pt x="2703" y="15831"/>
                  </a:lnTo>
                  <a:lnTo>
                    <a:pt x="3312" y="15539"/>
                  </a:lnTo>
                  <a:lnTo>
                    <a:pt x="3946" y="15149"/>
                  </a:lnTo>
                  <a:lnTo>
                    <a:pt x="4652" y="14711"/>
                  </a:lnTo>
                  <a:lnTo>
                    <a:pt x="5358" y="14224"/>
                  </a:lnTo>
                  <a:lnTo>
                    <a:pt x="6113" y="13663"/>
                  </a:lnTo>
                  <a:lnTo>
                    <a:pt x="6892" y="13055"/>
                  </a:lnTo>
                  <a:lnTo>
                    <a:pt x="7696" y="12397"/>
                  </a:lnTo>
                  <a:lnTo>
                    <a:pt x="8500" y="11691"/>
                  </a:lnTo>
                  <a:lnTo>
                    <a:pt x="9304" y="10936"/>
                  </a:lnTo>
                  <a:lnTo>
                    <a:pt x="10132" y="10132"/>
                  </a:lnTo>
                  <a:lnTo>
                    <a:pt x="10132" y="10132"/>
                  </a:lnTo>
                  <a:lnTo>
                    <a:pt x="10935" y="9304"/>
                  </a:lnTo>
                  <a:lnTo>
                    <a:pt x="11690" y="8500"/>
                  </a:lnTo>
                  <a:lnTo>
                    <a:pt x="12397" y="7696"/>
                  </a:lnTo>
                  <a:lnTo>
                    <a:pt x="13054" y="6893"/>
                  </a:lnTo>
                  <a:lnTo>
                    <a:pt x="13663" y="6113"/>
                  </a:lnTo>
                  <a:lnTo>
                    <a:pt x="14223" y="5358"/>
                  </a:lnTo>
                  <a:lnTo>
                    <a:pt x="14710" y="4652"/>
                  </a:lnTo>
                  <a:lnTo>
                    <a:pt x="15149" y="3946"/>
                  </a:lnTo>
                  <a:lnTo>
                    <a:pt x="15538" y="3313"/>
                  </a:lnTo>
                  <a:lnTo>
                    <a:pt x="15831" y="2704"/>
                  </a:lnTo>
                  <a:lnTo>
                    <a:pt x="16074" y="2144"/>
                  </a:lnTo>
                  <a:lnTo>
                    <a:pt x="16220" y="1632"/>
                  </a:lnTo>
                  <a:lnTo>
                    <a:pt x="16269" y="1389"/>
                  </a:lnTo>
                  <a:lnTo>
                    <a:pt x="16318" y="1169"/>
                  </a:lnTo>
                  <a:lnTo>
                    <a:pt x="16318" y="975"/>
                  </a:lnTo>
                  <a:lnTo>
                    <a:pt x="16318" y="804"/>
                  </a:lnTo>
                  <a:lnTo>
                    <a:pt x="16293" y="634"/>
                  </a:lnTo>
                  <a:lnTo>
                    <a:pt x="16245" y="487"/>
                  </a:lnTo>
                  <a:lnTo>
                    <a:pt x="16172" y="341"/>
                  </a:lnTo>
                  <a:lnTo>
                    <a:pt x="16074" y="244"/>
                  </a:lnTo>
                  <a:lnTo>
                    <a:pt x="16074" y="244"/>
                  </a:lnTo>
                  <a:close/>
                  <a:moveTo>
                    <a:pt x="1827" y="13810"/>
                  </a:moveTo>
                  <a:lnTo>
                    <a:pt x="1827" y="13810"/>
                  </a:lnTo>
                  <a:lnTo>
                    <a:pt x="1754" y="13737"/>
                  </a:lnTo>
                  <a:lnTo>
                    <a:pt x="1729" y="13639"/>
                  </a:lnTo>
                  <a:lnTo>
                    <a:pt x="1681" y="13542"/>
                  </a:lnTo>
                  <a:lnTo>
                    <a:pt x="1681" y="13444"/>
                  </a:lnTo>
                  <a:lnTo>
                    <a:pt x="1681" y="13176"/>
                  </a:lnTo>
                  <a:lnTo>
                    <a:pt x="1754" y="12884"/>
                  </a:lnTo>
                  <a:lnTo>
                    <a:pt x="1875" y="12519"/>
                  </a:lnTo>
                  <a:lnTo>
                    <a:pt x="2046" y="12153"/>
                  </a:lnTo>
                  <a:lnTo>
                    <a:pt x="2265" y="11715"/>
                  </a:lnTo>
                  <a:lnTo>
                    <a:pt x="2533" y="11277"/>
                  </a:lnTo>
                  <a:lnTo>
                    <a:pt x="2533" y="11277"/>
                  </a:lnTo>
                  <a:lnTo>
                    <a:pt x="2752" y="11642"/>
                  </a:lnTo>
                  <a:lnTo>
                    <a:pt x="3020" y="12007"/>
                  </a:lnTo>
                  <a:lnTo>
                    <a:pt x="3288" y="12373"/>
                  </a:lnTo>
                  <a:lnTo>
                    <a:pt x="3605" y="12714"/>
                  </a:lnTo>
                  <a:lnTo>
                    <a:pt x="3605" y="12714"/>
                  </a:lnTo>
                  <a:lnTo>
                    <a:pt x="3897" y="12957"/>
                  </a:lnTo>
                  <a:lnTo>
                    <a:pt x="4165" y="13201"/>
                  </a:lnTo>
                  <a:lnTo>
                    <a:pt x="4165" y="13201"/>
                  </a:lnTo>
                  <a:lnTo>
                    <a:pt x="3751" y="13444"/>
                  </a:lnTo>
                  <a:lnTo>
                    <a:pt x="3361" y="13639"/>
                  </a:lnTo>
                  <a:lnTo>
                    <a:pt x="3020" y="13785"/>
                  </a:lnTo>
                  <a:lnTo>
                    <a:pt x="2679" y="13883"/>
                  </a:lnTo>
                  <a:lnTo>
                    <a:pt x="2411" y="13956"/>
                  </a:lnTo>
                  <a:lnTo>
                    <a:pt x="2168" y="13956"/>
                  </a:lnTo>
                  <a:lnTo>
                    <a:pt x="2070" y="13931"/>
                  </a:lnTo>
                  <a:lnTo>
                    <a:pt x="1973" y="13907"/>
                  </a:lnTo>
                  <a:lnTo>
                    <a:pt x="1900" y="13858"/>
                  </a:lnTo>
                  <a:lnTo>
                    <a:pt x="1827" y="13810"/>
                  </a:lnTo>
                  <a:lnTo>
                    <a:pt x="1827" y="13810"/>
                  </a:lnTo>
                  <a:close/>
                  <a:moveTo>
                    <a:pt x="8159" y="4482"/>
                  </a:moveTo>
                  <a:lnTo>
                    <a:pt x="8159" y="4482"/>
                  </a:lnTo>
                  <a:lnTo>
                    <a:pt x="8037" y="4482"/>
                  </a:lnTo>
                  <a:lnTo>
                    <a:pt x="7940" y="4433"/>
                  </a:lnTo>
                  <a:lnTo>
                    <a:pt x="7842" y="4384"/>
                  </a:lnTo>
                  <a:lnTo>
                    <a:pt x="7745" y="4311"/>
                  </a:lnTo>
                  <a:lnTo>
                    <a:pt x="7672" y="4238"/>
                  </a:lnTo>
                  <a:lnTo>
                    <a:pt x="7623" y="4141"/>
                  </a:lnTo>
                  <a:lnTo>
                    <a:pt x="7574" y="4019"/>
                  </a:lnTo>
                  <a:lnTo>
                    <a:pt x="7574" y="3897"/>
                  </a:lnTo>
                  <a:lnTo>
                    <a:pt x="7574" y="3897"/>
                  </a:lnTo>
                  <a:lnTo>
                    <a:pt x="7574" y="3775"/>
                  </a:lnTo>
                  <a:lnTo>
                    <a:pt x="7623" y="3678"/>
                  </a:lnTo>
                  <a:lnTo>
                    <a:pt x="7672" y="3580"/>
                  </a:lnTo>
                  <a:lnTo>
                    <a:pt x="7745" y="3483"/>
                  </a:lnTo>
                  <a:lnTo>
                    <a:pt x="7842" y="3410"/>
                  </a:lnTo>
                  <a:lnTo>
                    <a:pt x="7940" y="3361"/>
                  </a:lnTo>
                  <a:lnTo>
                    <a:pt x="8037" y="3337"/>
                  </a:lnTo>
                  <a:lnTo>
                    <a:pt x="8159" y="3313"/>
                  </a:lnTo>
                  <a:lnTo>
                    <a:pt x="8159" y="3313"/>
                  </a:lnTo>
                  <a:lnTo>
                    <a:pt x="8281" y="3337"/>
                  </a:lnTo>
                  <a:lnTo>
                    <a:pt x="8378" y="3361"/>
                  </a:lnTo>
                  <a:lnTo>
                    <a:pt x="8476" y="3410"/>
                  </a:lnTo>
                  <a:lnTo>
                    <a:pt x="8573" y="3483"/>
                  </a:lnTo>
                  <a:lnTo>
                    <a:pt x="8646" y="3580"/>
                  </a:lnTo>
                  <a:lnTo>
                    <a:pt x="8695" y="3678"/>
                  </a:lnTo>
                  <a:lnTo>
                    <a:pt x="8743" y="3775"/>
                  </a:lnTo>
                  <a:lnTo>
                    <a:pt x="8743" y="3897"/>
                  </a:lnTo>
                  <a:lnTo>
                    <a:pt x="8743" y="3897"/>
                  </a:lnTo>
                  <a:lnTo>
                    <a:pt x="8743" y="4019"/>
                  </a:lnTo>
                  <a:lnTo>
                    <a:pt x="8695" y="4141"/>
                  </a:lnTo>
                  <a:lnTo>
                    <a:pt x="8646" y="4238"/>
                  </a:lnTo>
                  <a:lnTo>
                    <a:pt x="8573" y="4311"/>
                  </a:lnTo>
                  <a:lnTo>
                    <a:pt x="8476" y="4384"/>
                  </a:lnTo>
                  <a:lnTo>
                    <a:pt x="8378" y="4433"/>
                  </a:lnTo>
                  <a:lnTo>
                    <a:pt x="8281" y="4482"/>
                  </a:lnTo>
                  <a:lnTo>
                    <a:pt x="8159" y="4482"/>
                  </a:lnTo>
                  <a:lnTo>
                    <a:pt x="8159" y="4482"/>
                  </a:lnTo>
                  <a:close/>
                  <a:moveTo>
                    <a:pt x="9133" y="5943"/>
                  </a:moveTo>
                  <a:lnTo>
                    <a:pt x="9133" y="5943"/>
                  </a:lnTo>
                  <a:lnTo>
                    <a:pt x="9036" y="5943"/>
                  </a:lnTo>
                  <a:lnTo>
                    <a:pt x="8963" y="5919"/>
                  </a:lnTo>
                  <a:lnTo>
                    <a:pt x="8841" y="5846"/>
                  </a:lnTo>
                  <a:lnTo>
                    <a:pt x="8768" y="5724"/>
                  </a:lnTo>
                  <a:lnTo>
                    <a:pt x="8743" y="5651"/>
                  </a:lnTo>
                  <a:lnTo>
                    <a:pt x="8743" y="5553"/>
                  </a:lnTo>
                  <a:lnTo>
                    <a:pt x="8743" y="5553"/>
                  </a:lnTo>
                  <a:lnTo>
                    <a:pt x="8743" y="5480"/>
                  </a:lnTo>
                  <a:lnTo>
                    <a:pt x="8768" y="5407"/>
                  </a:lnTo>
                  <a:lnTo>
                    <a:pt x="8841" y="5285"/>
                  </a:lnTo>
                  <a:lnTo>
                    <a:pt x="8963" y="5212"/>
                  </a:lnTo>
                  <a:lnTo>
                    <a:pt x="9036" y="5188"/>
                  </a:lnTo>
                  <a:lnTo>
                    <a:pt x="9133" y="5164"/>
                  </a:lnTo>
                  <a:lnTo>
                    <a:pt x="9133" y="5164"/>
                  </a:lnTo>
                  <a:lnTo>
                    <a:pt x="9206" y="5188"/>
                  </a:lnTo>
                  <a:lnTo>
                    <a:pt x="9279" y="5212"/>
                  </a:lnTo>
                  <a:lnTo>
                    <a:pt x="9401" y="5285"/>
                  </a:lnTo>
                  <a:lnTo>
                    <a:pt x="9474" y="5407"/>
                  </a:lnTo>
                  <a:lnTo>
                    <a:pt x="9498" y="5480"/>
                  </a:lnTo>
                  <a:lnTo>
                    <a:pt x="9523" y="5553"/>
                  </a:lnTo>
                  <a:lnTo>
                    <a:pt x="9523" y="5553"/>
                  </a:lnTo>
                  <a:lnTo>
                    <a:pt x="9498" y="5651"/>
                  </a:lnTo>
                  <a:lnTo>
                    <a:pt x="9474" y="5724"/>
                  </a:lnTo>
                  <a:lnTo>
                    <a:pt x="9401" y="5846"/>
                  </a:lnTo>
                  <a:lnTo>
                    <a:pt x="9279" y="5919"/>
                  </a:lnTo>
                  <a:lnTo>
                    <a:pt x="9206" y="5943"/>
                  </a:lnTo>
                  <a:lnTo>
                    <a:pt x="9133" y="5943"/>
                  </a:lnTo>
                  <a:lnTo>
                    <a:pt x="9133" y="5943"/>
                  </a:lnTo>
                  <a:close/>
                  <a:moveTo>
                    <a:pt x="9986" y="4409"/>
                  </a:moveTo>
                  <a:lnTo>
                    <a:pt x="9986" y="4409"/>
                  </a:lnTo>
                  <a:lnTo>
                    <a:pt x="9888" y="4409"/>
                  </a:lnTo>
                  <a:lnTo>
                    <a:pt x="9815" y="4384"/>
                  </a:lnTo>
                  <a:lnTo>
                    <a:pt x="9693" y="4287"/>
                  </a:lnTo>
                  <a:lnTo>
                    <a:pt x="9620" y="4165"/>
                  </a:lnTo>
                  <a:lnTo>
                    <a:pt x="9596" y="4092"/>
                  </a:lnTo>
                  <a:lnTo>
                    <a:pt x="9596" y="4019"/>
                  </a:lnTo>
                  <a:lnTo>
                    <a:pt x="9596" y="4019"/>
                  </a:lnTo>
                  <a:lnTo>
                    <a:pt x="9596" y="3946"/>
                  </a:lnTo>
                  <a:lnTo>
                    <a:pt x="9620" y="3873"/>
                  </a:lnTo>
                  <a:lnTo>
                    <a:pt x="9693" y="3751"/>
                  </a:lnTo>
                  <a:lnTo>
                    <a:pt x="9815" y="3654"/>
                  </a:lnTo>
                  <a:lnTo>
                    <a:pt x="9888" y="3629"/>
                  </a:lnTo>
                  <a:lnTo>
                    <a:pt x="9986" y="3629"/>
                  </a:lnTo>
                  <a:lnTo>
                    <a:pt x="9986" y="3629"/>
                  </a:lnTo>
                  <a:lnTo>
                    <a:pt x="10059" y="3629"/>
                  </a:lnTo>
                  <a:lnTo>
                    <a:pt x="10132" y="3654"/>
                  </a:lnTo>
                  <a:lnTo>
                    <a:pt x="10253" y="3751"/>
                  </a:lnTo>
                  <a:lnTo>
                    <a:pt x="10327" y="3873"/>
                  </a:lnTo>
                  <a:lnTo>
                    <a:pt x="10351" y="3946"/>
                  </a:lnTo>
                  <a:lnTo>
                    <a:pt x="10375" y="4019"/>
                  </a:lnTo>
                  <a:lnTo>
                    <a:pt x="10375" y="4019"/>
                  </a:lnTo>
                  <a:lnTo>
                    <a:pt x="10351" y="4092"/>
                  </a:lnTo>
                  <a:lnTo>
                    <a:pt x="10327" y="4165"/>
                  </a:lnTo>
                  <a:lnTo>
                    <a:pt x="10253" y="4287"/>
                  </a:lnTo>
                  <a:lnTo>
                    <a:pt x="10132" y="4384"/>
                  </a:lnTo>
                  <a:lnTo>
                    <a:pt x="10059" y="4409"/>
                  </a:lnTo>
                  <a:lnTo>
                    <a:pt x="9986" y="4409"/>
                  </a:lnTo>
                  <a:lnTo>
                    <a:pt x="9986" y="4409"/>
                  </a:lnTo>
                  <a:close/>
                  <a:moveTo>
                    <a:pt x="13200" y="4165"/>
                  </a:moveTo>
                  <a:lnTo>
                    <a:pt x="13200" y="4165"/>
                  </a:lnTo>
                  <a:lnTo>
                    <a:pt x="12957" y="3897"/>
                  </a:lnTo>
                  <a:lnTo>
                    <a:pt x="12713" y="3605"/>
                  </a:lnTo>
                  <a:lnTo>
                    <a:pt x="12713" y="3605"/>
                  </a:lnTo>
                  <a:lnTo>
                    <a:pt x="12372" y="3288"/>
                  </a:lnTo>
                  <a:lnTo>
                    <a:pt x="12007" y="3020"/>
                  </a:lnTo>
                  <a:lnTo>
                    <a:pt x="11642" y="2752"/>
                  </a:lnTo>
                  <a:lnTo>
                    <a:pt x="11276" y="2533"/>
                  </a:lnTo>
                  <a:lnTo>
                    <a:pt x="11276" y="2533"/>
                  </a:lnTo>
                  <a:lnTo>
                    <a:pt x="11715" y="2265"/>
                  </a:lnTo>
                  <a:lnTo>
                    <a:pt x="12153" y="2046"/>
                  </a:lnTo>
                  <a:lnTo>
                    <a:pt x="12518" y="1876"/>
                  </a:lnTo>
                  <a:lnTo>
                    <a:pt x="12884" y="1754"/>
                  </a:lnTo>
                  <a:lnTo>
                    <a:pt x="13176" y="1681"/>
                  </a:lnTo>
                  <a:lnTo>
                    <a:pt x="13444" y="1681"/>
                  </a:lnTo>
                  <a:lnTo>
                    <a:pt x="13541" y="1681"/>
                  </a:lnTo>
                  <a:lnTo>
                    <a:pt x="13639" y="1730"/>
                  </a:lnTo>
                  <a:lnTo>
                    <a:pt x="13736" y="1754"/>
                  </a:lnTo>
                  <a:lnTo>
                    <a:pt x="13809" y="1827"/>
                  </a:lnTo>
                  <a:lnTo>
                    <a:pt x="13809" y="1827"/>
                  </a:lnTo>
                  <a:lnTo>
                    <a:pt x="13858" y="1900"/>
                  </a:lnTo>
                  <a:lnTo>
                    <a:pt x="13907" y="1973"/>
                  </a:lnTo>
                  <a:lnTo>
                    <a:pt x="13931" y="2070"/>
                  </a:lnTo>
                  <a:lnTo>
                    <a:pt x="13955" y="2168"/>
                  </a:lnTo>
                  <a:lnTo>
                    <a:pt x="13955" y="2411"/>
                  </a:lnTo>
                  <a:lnTo>
                    <a:pt x="13882" y="2679"/>
                  </a:lnTo>
                  <a:lnTo>
                    <a:pt x="13785" y="3020"/>
                  </a:lnTo>
                  <a:lnTo>
                    <a:pt x="13639" y="3361"/>
                  </a:lnTo>
                  <a:lnTo>
                    <a:pt x="13444" y="3751"/>
                  </a:lnTo>
                  <a:lnTo>
                    <a:pt x="13200" y="4165"/>
                  </a:lnTo>
                  <a:lnTo>
                    <a:pt x="13200" y="4165"/>
                  </a:lnTo>
                  <a:close/>
                </a:path>
              </a:pathLst>
            </a:custGeom>
            <a:noFill/>
            <a:ln w="1217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3" name="Google Shape;143;p18"/>
          <p:cNvGrpSpPr/>
          <p:nvPr/>
        </p:nvGrpSpPr>
        <p:grpSpPr>
          <a:xfrm rot="-587406">
            <a:off x="4123593" y="2025001"/>
            <a:ext cx="425594" cy="425570"/>
            <a:chOff x="576250" y="4319400"/>
            <a:chExt cx="442075" cy="442050"/>
          </a:xfrm>
        </p:grpSpPr>
        <p:sp>
          <p:nvSpPr>
            <p:cNvPr id="144" name="Google Shape;144;p18"/>
            <p:cNvSpPr/>
            <p:nvPr/>
          </p:nvSpPr>
          <p:spPr>
            <a:xfrm>
              <a:off x="576250" y="4319400"/>
              <a:ext cx="442075" cy="442050"/>
            </a:xfrm>
            <a:custGeom>
              <a:avLst/>
              <a:gdLst/>
              <a:ahLst/>
              <a:cxnLst/>
              <a:rect l="l" t="t" r="r" b="b"/>
              <a:pathLst>
                <a:path w="17683" h="17682" fill="none" extrusionOk="0">
                  <a:moveTo>
                    <a:pt x="11472" y="17292"/>
                  </a:moveTo>
                  <a:lnTo>
                    <a:pt x="11472" y="12153"/>
                  </a:lnTo>
                  <a:lnTo>
                    <a:pt x="16416" y="7209"/>
                  </a:lnTo>
                  <a:lnTo>
                    <a:pt x="16416" y="7209"/>
                  </a:lnTo>
                  <a:lnTo>
                    <a:pt x="16562" y="7063"/>
                  </a:lnTo>
                  <a:lnTo>
                    <a:pt x="16684" y="6868"/>
                  </a:lnTo>
                  <a:lnTo>
                    <a:pt x="16830" y="6674"/>
                  </a:lnTo>
                  <a:lnTo>
                    <a:pt x="16927" y="6479"/>
                  </a:lnTo>
                  <a:lnTo>
                    <a:pt x="17146" y="6040"/>
                  </a:lnTo>
                  <a:lnTo>
                    <a:pt x="17317" y="5553"/>
                  </a:lnTo>
                  <a:lnTo>
                    <a:pt x="17439" y="5042"/>
                  </a:lnTo>
                  <a:lnTo>
                    <a:pt x="17560" y="4506"/>
                  </a:lnTo>
                  <a:lnTo>
                    <a:pt x="17633" y="3970"/>
                  </a:lnTo>
                  <a:lnTo>
                    <a:pt x="17658" y="3434"/>
                  </a:lnTo>
                  <a:lnTo>
                    <a:pt x="17682" y="2898"/>
                  </a:lnTo>
                  <a:lnTo>
                    <a:pt x="17682" y="2411"/>
                  </a:lnTo>
                  <a:lnTo>
                    <a:pt x="17658" y="1949"/>
                  </a:lnTo>
                  <a:lnTo>
                    <a:pt x="17609" y="1510"/>
                  </a:lnTo>
                  <a:lnTo>
                    <a:pt x="17536" y="1145"/>
                  </a:lnTo>
                  <a:lnTo>
                    <a:pt x="17463" y="828"/>
                  </a:lnTo>
                  <a:lnTo>
                    <a:pt x="17366" y="585"/>
                  </a:lnTo>
                  <a:lnTo>
                    <a:pt x="17292" y="487"/>
                  </a:lnTo>
                  <a:lnTo>
                    <a:pt x="17244" y="439"/>
                  </a:lnTo>
                  <a:lnTo>
                    <a:pt x="17244" y="439"/>
                  </a:lnTo>
                  <a:lnTo>
                    <a:pt x="17195" y="390"/>
                  </a:lnTo>
                  <a:lnTo>
                    <a:pt x="17098" y="317"/>
                  </a:lnTo>
                  <a:lnTo>
                    <a:pt x="16854" y="219"/>
                  </a:lnTo>
                  <a:lnTo>
                    <a:pt x="16537" y="146"/>
                  </a:lnTo>
                  <a:lnTo>
                    <a:pt x="16172" y="73"/>
                  </a:lnTo>
                  <a:lnTo>
                    <a:pt x="15734" y="25"/>
                  </a:lnTo>
                  <a:lnTo>
                    <a:pt x="15271" y="0"/>
                  </a:lnTo>
                  <a:lnTo>
                    <a:pt x="14784" y="0"/>
                  </a:lnTo>
                  <a:lnTo>
                    <a:pt x="14248" y="25"/>
                  </a:lnTo>
                  <a:lnTo>
                    <a:pt x="13712" y="49"/>
                  </a:lnTo>
                  <a:lnTo>
                    <a:pt x="13176" y="122"/>
                  </a:lnTo>
                  <a:lnTo>
                    <a:pt x="12641" y="244"/>
                  </a:lnTo>
                  <a:lnTo>
                    <a:pt x="12129" y="366"/>
                  </a:lnTo>
                  <a:lnTo>
                    <a:pt x="11642" y="536"/>
                  </a:lnTo>
                  <a:lnTo>
                    <a:pt x="11204" y="755"/>
                  </a:lnTo>
                  <a:lnTo>
                    <a:pt x="10985" y="853"/>
                  </a:lnTo>
                  <a:lnTo>
                    <a:pt x="10814" y="999"/>
                  </a:lnTo>
                  <a:lnTo>
                    <a:pt x="10619" y="1121"/>
                  </a:lnTo>
                  <a:lnTo>
                    <a:pt x="10473" y="1267"/>
                  </a:lnTo>
                  <a:lnTo>
                    <a:pt x="5529" y="6211"/>
                  </a:lnTo>
                  <a:lnTo>
                    <a:pt x="390" y="6211"/>
                  </a:lnTo>
                  <a:lnTo>
                    <a:pt x="390" y="6211"/>
                  </a:lnTo>
                  <a:lnTo>
                    <a:pt x="244" y="6235"/>
                  </a:lnTo>
                  <a:lnTo>
                    <a:pt x="147" y="6259"/>
                  </a:lnTo>
                  <a:lnTo>
                    <a:pt x="49" y="6308"/>
                  </a:lnTo>
                  <a:lnTo>
                    <a:pt x="0" y="6381"/>
                  </a:lnTo>
                  <a:lnTo>
                    <a:pt x="0" y="6454"/>
                  </a:lnTo>
                  <a:lnTo>
                    <a:pt x="25" y="6552"/>
                  </a:lnTo>
                  <a:lnTo>
                    <a:pt x="74" y="6649"/>
                  </a:lnTo>
                  <a:lnTo>
                    <a:pt x="171" y="6771"/>
                  </a:lnTo>
                  <a:lnTo>
                    <a:pt x="2582" y="9158"/>
                  </a:lnTo>
                  <a:lnTo>
                    <a:pt x="2265" y="9474"/>
                  </a:lnTo>
                  <a:lnTo>
                    <a:pt x="950" y="9718"/>
                  </a:lnTo>
                  <a:lnTo>
                    <a:pt x="950" y="9718"/>
                  </a:lnTo>
                  <a:lnTo>
                    <a:pt x="804" y="9767"/>
                  </a:lnTo>
                  <a:lnTo>
                    <a:pt x="682" y="9815"/>
                  </a:lnTo>
                  <a:lnTo>
                    <a:pt x="609" y="9913"/>
                  </a:lnTo>
                  <a:lnTo>
                    <a:pt x="561" y="9986"/>
                  </a:lnTo>
                  <a:lnTo>
                    <a:pt x="561" y="10083"/>
                  </a:lnTo>
                  <a:lnTo>
                    <a:pt x="585" y="10205"/>
                  </a:lnTo>
                  <a:lnTo>
                    <a:pt x="634" y="10302"/>
                  </a:lnTo>
                  <a:lnTo>
                    <a:pt x="731" y="10424"/>
                  </a:lnTo>
                  <a:lnTo>
                    <a:pt x="7258" y="16951"/>
                  </a:lnTo>
                  <a:lnTo>
                    <a:pt x="7258" y="16951"/>
                  </a:lnTo>
                  <a:lnTo>
                    <a:pt x="7380" y="17049"/>
                  </a:lnTo>
                  <a:lnTo>
                    <a:pt x="7477" y="17097"/>
                  </a:lnTo>
                  <a:lnTo>
                    <a:pt x="7599" y="17122"/>
                  </a:lnTo>
                  <a:lnTo>
                    <a:pt x="7697" y="17122"/>
                  </a:lnTo>
                  <a:lnTo>
                    <a:pt x="7770" y="17073"/>
                  </a:lnTo>
                  <a:lnTo>
                    <a:pt x="7867" y="17000"/>
                  </a:lnTo>
                  <a:lnTo>
                    <a:pt x="7916" y="16878"/>
                  </a:lnTo>
                  <a:lnTo>
                    <a:pt x="7965" y="16732"/>
                  </a:lnTo>
                  <a:lnTo>
                    <a:pt x="8208" y="15417"/>
                  </a:lnTo>
                  <a:lnTo>
                    <a:pt x="8525" y="15100"/>
                  </a:lnTo>
                  <a:lnTo>
                    <a:pt x="10911" y="17511"/>
                  </a:lnTo>
                  <a:lnTo>
                    <a:pt x="10911" y="17511"/>
                  </a:lnTo>
                  <a:lnTo>
                    <a:pt x="11033" y="17609"/>
                  </a:lnTo>
                  <a:lnTo>
                    <a:pt x="11131" y="17658"/>
                  </a:lnTo>
                  <a:lnTo>
                    <a:pt x="11228" y="17682"/>
                  </a:lnTo>
                  <a:lnTo>
                    <a:pt x="11301" y="17682"/>
                  </a:lnTo>
                  <a:lnTo>
                    <a:pt x="11374" y="17633"/>
                  </a:lnTo>
                  <a:lnTo>
                    <a:pt x="11423" y="17536"/>
                  </a:lnTo>
                  <a:lnTo>
                    <a:pt x="11447" y="17438"/>
                  </a:lnTo>
                  <a:lnTo>
                    <a:pt x="11472" y="17292"/>
                  </a:lnTo>
                  <a:lnTo>
                    <a:pt x="11472" y="17292"/>
                  </a:lnTo>
                  <a:close/>
                  <a:moveTo>
                    <a:pt x="6162" y="12202"/>
                  </a:moveTo>
                  <a:lnTo>
                    <a:pt x="6162" y="12202"/>
                  </a:lnTo>
                  <a:lnTo>
                    <a:pt x="6089" y="12275"/>
                  </a:lnTo>
                  <a:lnTo>
                    <a:pt x="6016" y="12324"/>
                  </a:lnTo>
                  <a:lnTo>
                    <a:pt x="5919" y="12348"/>
                  </a:lnTo>
                  <a:lnTo>
                    <a:pt x="5821" y="12348"/>
                  </a:lnTo>
                  <a:lnTo>
                    <a:pt x="5724" y="12348"/>
                  </a:lnTo>
                  <a:lnTo>
                    <a:pt x="5626" y="12324"/>
                  </a:lnTo>
                  <a:lnTo>
                    <a:pt x="5553" y="12275"/>
                  </a:lnTo>
                  <a:lnTo>
                    <a:pt x="5480" y="12202"/>
                  </a:lnTo>
                  <a:lnTo>
                    <a:pt x="5480" y="12202"/>
                  </a:lnTo>
                  <a:lnTo>
                    <a:pt x="5407" y="12129"/>
                  </a:lnTo>
                  <a:lnTo>
                    <a:pt x="5359" y="12056"/>
                  </a:lnTo>
                  <a:lnTo>
                    <a:pt x="5334" y="11959"/>
                  </a:lnTo>
                  <a:lnTo>
                    <a:pt x="5334" y="11861"/>
                  </a:lnTo>
                  <a:lnTo>
                    <a:pt x="5334" y="11764"/>
                  </a:lnTo>
                  <a:lnTo>
                    <a:pt x="5359" y="11666"/>
                  </a:lnTo>
                  <a:lnTo>
                    <a:pt x="5407" y="11593"/>
                  </a:lnTo>
                  <a:lnTo>
                    <a:pt x="5480" y="11520"/>
                  </a:lnTo>
                  <a:lnTo>
                    <a:pt x="8013" y="8987"/>
                  </a:lnTo>
                  <a:lnTo>
                    <a:pt x="8013" y="8987"/>
                  </a:lnTo>
                  <a:lnTo>
                    <a:pt x="8086" y="8939"/>
                  </a:lnTo>
                  <a:lnTo>
                    <a:pt x="8159" y="8890"/>
                  </a:lnTo>
                  <a:lnTo>
                    <a:pt x="8257" y="8865"/>
                  </a:lnTo>
                  <a:lnTo>
                    <a:pt x="8354" y="8841"/>
                  </a:lnTo>
                  <a:lnTo>
                    <a:pt x="8452" y="8865"/>
                  </a:lnTo>
                  <a:lnTo>
                    <a:pt x="8525" y="8890"/>
                  </a:lnTo>
                  <a:lnTo>
                    <a:pt x="8622" y="8939"/>
                  </a:lnTo>
                  <a:lnTo>
                    <a:pt x="8695" y="8987"/>
                  </a:lnTo>
                  <a:lnTo>
                    <a:pt x="8695" y="8987"/>
                  </a:lnTo>
                  <a:lnTo>
                    <a:pt x="8744" y="9060"/>
                  </a:lnTo>
                  <a:lnTo>
                    <a:pt x="8793" y="9158"/>
                  </a:lnTo>
                  <a:lnTo>
                    <a:pt x="8817" y="9231"/>
                  </a:lnTo>
                  <a:lnTo>
                    <a:pt x="8841" y="9328"/>
                  </a:lnTo>
                  <a:lnTo>
                    <a:pt x="8817" y="9426"/>
                  </a:lnTo>
                  <a:lnTo>
                    <a:pt x="8793" y="9523"/>
                  </a:lnTo>
                  <a:lnTo>
                    <a:pt x="8744" y="9596"/>
                  </a:lnTo>
                  <a:lnTo>
                    <a:pt x="8695" y="9669"/>
                  </a:lnTo>
                  <a:lnTo>
                    <a:pt x="6162" y="12202"/>
                  </a:lnTo>
                  <a:close/>
                  <a:moveTo>
                    <a:pt x="13396" y="7307"/>
                  </a:moveTo>
                  <a:lnTo>
                    <a:pt x="13396" y="7307"/>
                  </a:lnTo>
                  <a:lnTo>
                    <a:pt x="13274" y="7404"/>
                  </a:lnTo>
                  <a:lnTo>
                    <a:pt x="13152" y="7477"/>
                  </a:lnTo>
                  <a:lnTo>
                    <a:pt x="13006" y="7526"/>
                  </a:lnTo>
                  <a:lnTo>
                    <a:pt x="12836" y="7550"/>
                  </a:lnTo>
                  <a:lnTo>
                    <a:pt x="12689" y="7526"/>
                  </a:lnTo>
                  <a:lnTo>
                    <a:pt x="12543" y="7477"/>
                  </a:lnTo>
                  <a:lnTo>
                    <a:pt x="12421" y="7404"/>
                  </a:lnTo>
                  <a:lnTo>
                    <a:pt x="12300" y="7307"/>
                  </a:lnTo>
                  <a:lnTo>
                    <a:pt x="10376" y="5383"/>
                  </a:lnTo>
                  <a:lnTo>
                    <a:pt x="10376" y="5383"/>
                  </a:lnTo>
                  <a:lnTo>
                    <a:pt x="10278" y="5261"/>
                  </a:lnTo>
                  <a:lnTo>
                    <a:pt x="10205" y="5139"/>
                  </a:lnTo>
                  <a:lnTo>
                    <a:pt x="10156" y="4993"/>
                  </a:lnTo>
                  <a:lnTo>
                    <a:pt x="10132" y="4847"/>
                  </a:lnTo>
                  <a:lnTo>
                    <a:pt x="10156" y="4676"/>
                  </a:lnTo>
                  <a:lnTo>
                    <a:pt x="10205" y="4530"/>
                  </a:lnTo>
                  <a:lnTo>
                    <a:pt x="10278" y="4408"/>
                  </a:lnTo>
                  <a:lnTo>
                    <a:pt x="10376" y="4287"/>
                  </a:lnTo>
                  <a:lnTo>
                    <a:pt x="10376" y="4287"/>
                  </a:lnTo>
                  <a:lnTo>
                    <a:pt x="11326" y="3313"/>
                  </a:lnTo>
                  <a:lnTo>
                    <a:pt x="11326" y="3313"/>
                  </a:lnTo>
                  <a:lnTo>
                    <a:pt x="11496" y="3166"/>
                  </a:lnTo>
                  <a:lnTo>
                    <a:pt x="11666" y="3045"/>
                  </a:lnTo>
                  <a:lnTo>
                    <a:pt x="11861" y="2947"/>
                  </a:lnTo>
                  <a:lnTo>
                    <a:pt x="12032" y="2850"/>
                  </a:lnTo>
                  <a:lnTo>
                    <a:pt x="12227" y="2777"/>
                  </a:lnTo>
                  <a:lnTo>
                    <a:pt x="12446" y="2728"/>
                  </a:lnTo>
                  <a:lnTo>
                    <a:pt x="12641" y="2704"/>
                  </a:lnTo>
                  <a:lnTo>
                    <a:pt x="12836" y="2704"/>
                  </a:lnTo>
                  <a:lnTo>
                    <a:pt x="13055" y="2704"/>
                  </a:lnTo>
                  <a:lnTo>
                    <a:pt x="13250" y="2728"/>
                  </a:lnTo>
                  <a:lnTo>
                    <a:pt x="13469" y="2777"/>
                  </a:lnTo>
                  <a:lnTo>
                    <a:pt x="13664" y="2850"/>
                  </a:lnTo>
                  <a:lnTo>
                    <a:pt x="13834" y="2947"/>
                  </a:lnTo>
                  <a:lnTo>
                    <a:pt x="14029" y="3045"/>
                  </a:lnTo>
                  <a:lnTo>
                    <a:pt x="14199" y="3166"/>
                  </a:lnTo>
                  <a:lnTo>
                    <a:pt x="14370" y="3313"/>
                  </a:lnTo>
                  <a:lnTo>
                    <a:pt x="14370" y="3313"/>
                  </a:lnTo>
                  <a:lnTo>
                    <a:pt x="14516" y="3483"/>
                  </a:lnTo>
                  <a:lnTo>
                    <a:pt x="14638" y="3653"/>
                  </a:lnTo>
                  <a:lnTo>
                    <a:pt x="14735" y="3848"/>
                  </a:lnTo>
                  <a:lnTo>
                    <a:pt x="14833" y="4019"/>
                  </a:lnTo>
                  <a:lnTo>
                    <a:pt x="14906" y="4214"/>
                  </a:lnTo>
                  <a:lnTo>
                    <a:pt x="14954" y="4433"/>
                  </a:lnTo>
                  <a:lnTo>
                    <a:pt x="14979" y="4628"/>
                  </a:lnTo>
                  <a:lnTo>
                    <a:pt x="14979" y="4847"/>
                  </a:lnTo>
                  <a:lnTo>
                    <a:pt x="14979" y="5042"/>
                  </a:lnTo>
                  <a:lnTo>
                    <a:pt x="14954" y="5237"/>
                  </a:lnTo>
                  <a:lnTo>
                    <a:pt x="14906" y="5456"/>
                  </a:lnTo>
                  <a:lnTo>
                    <a:pt x="14833" y="5651"/>
                  </a:lnTo>
                  <a:lnTo>
                    <a:pt x="14735" y="5821"/>
                  </a:lnTo>
                  <a:lnTo>
                    <a:pt x="14638" y="6016"/>
                  </a:lnTo>
                  <a:lnTo>
                    <a:pt x="14516" y="6186"/>
                  </a:lnTo>
                  <a:lnTo>
                    <a:pt x="14370" y="6357"/>
                  </a:lnTo>
                  <a:lnTo>
                    <a:pt x="14370" y="6357"/>
                  </a:lnTo>
                  <a:lnTo>
                    <a:pt x="13396" y="7307"/>
                  </a:lnTo>
                  <a:lnTo>
                    <a:pt x="13396" y="7307"/>
                  </a:lnTo>
                  <a:close/>
                </a:path>
              </a:pathLst>
            </a:custGeom>
            <a:noFill/>
            <a:ln w="1217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" name="Google Shape;145;p18"/>
            <p:cNvSpPr/>
            <p:nvPr/>
          </p:nvSpPr>
          <p:spPr>
            <a:xfrm>
              <a:off x="595725" y="4668875"/>
              <a:ext cx="73100" cy="73100"/>
            </a:xfrm>
            <a:custGeom>
              <a:avLst/>
              <a:gdLst/>
              <a:ahLst/>
              <a:cxnLst/>
              <a:rect l="l" t="t" r="r" b="b"/>
              <a:pathLst>
                <a:path w="2924" h="2924" fill="none" extrusionOk="0">
                  <a:moveTo>
                    <a:pt x="2656" y="269"/>
                  </a:moveTo>
                  <a:lnTo>
                    <a:pt x="2656" y="269"/>
                  </a:lnTo>
                  <a:lnTo>
                    <a:pt x="2509" y="147"/>
                  </a:lnTo>
                  <a:lnTo>
                    <a:pt x="2363" y="74"/>
                  </a:lnTo>
                  <a:lnTo>
                    <a:pt x="2193" y="25"/>
                  </a:lnTo>
                  <a:lnTo>
                    <a:pt x="2022" y="1"/>
                  </a:lnTo>
                  <a:lnTo>
                    <a:pt x="1852" y="25"/>
                  </a:lnTo>
                  <a:lnTo>
                    <a:pt x="1681" y="74"/>
                  </a:lnTo>
                  <a:lnTo>
                    <a:pt x="1511" y="147"/>
                  </a:lnTo>
                  <a:lnTo>
                    <a:pt x="1365" y="269"/>
                  </a:lnTo>
                  <a:lnTo>
                    <a:pt x="1365" y="269"/>
                  </a:lnTo>
                  <a:lnTo>
                    <a:pt x="1219" y="488"/>
                  </a:lnTo>
                  <a:lnTo>
                    <a:pt x="999" y="829"/>
                  </a:lnTo>
                  <a:lnTo>
                    <a:pt x="561" y="1730"/>
                  </a:lnTo>
                  <a:lnTo>
                    <a:pt x="171" y="2558"/>
                  </a:lnTo>
                  <a:lnTo>
                    <a:pt x="1" y="2924"/>
                  </a:lnTo>
                  <a:lnTo>
                    <a:pt x="1" y="2924"/>
                  </a:lnTo>
                  <a:lnTo>
                    <a:pt x="366" y="2753"/>
                  </a:lnTo>
                  <a:lnTo>
                    <a:pt x="1194" y="2363"/>
                  </a:lnTo>
                  <a:lnTo>
                    <a:pt x="2095" y="1925"/>
                  </a:lnTo>
                  <a:lnTo>
                    <a:pt x="2436" y="1706"/>
                  </a:lnTo>
                  <a:lnTo>
                    <a:pt x="2656" y="1560"/>
                  </a:lnTo>
                  <a:lnTo>
                    <a:pt x="2656" y="1560"/>
                  </a:lnTo>
                  <a:lnTo>
                    <a:pt x="2777" y="1414"/>
                  </a:lnTo>
                  <a:lnTo>
                    <a:pt x="2850" y="1243"/>
                  </a:lnTo>
                  <a:lnTo>
                    <a:pt x="2899" y="1073"/>
                  </a:lnTo>
                  <a:lnTo>
                    <a:pt x="2923" y="902"/>
                  </a:lnTo>
                  <a:lnTo>
                    <a:pt x="2899" y="732"/>
                  </a:lnTo>
                  <a:lnTo>
                    <a:pt x="2850" y="561"/>
                  </a:lnTo>
                  <a:lnTo>
                    <a:pt x="2777" y="415"/>
                  </a:lnTo>
                  <a:lnTo>
                    <a:pt x="2656" y="269"/>
                  </a:lnTo>
                  <a:lnTo>
                    <a:pt x="2656" y="269"/>
                  </a:lnTo>
                  <a:close/>
                </a:path>
              </a:pathLst>
            </a:custGeom>
            <a:noFill/>
            <a:ln w="1217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" name="Google Shape;146;p18"/>
            <p:cNvSpPr/>
            <p:nvPr/>
          </p:nvSpPr>
          <p:spPr>
            <a:xfrm>
              <a:off x="652350" y="4711500"/>
              <a:ext cx="46925" cy="46925"/>
            </a:xfrm>
            <a:custGeom>
              <a:avLst/>
              <a:gdLst/>
              <a:ahLst/>
              <a:cxnLst/>
              <a:rect l="l" t="t" r="r" b="b"/>
              <a:pathLst>
                <a:path w="1877" h="1877" fill="none" extrusionOk="0">
                  <a:moveTo>
                    <a:pt x="1657" y="244"/>
                  </a:moveTo>
                  <a:lnTo>
                    <a:pt x="1657" y="244"/>
                  </a:lnTo>
                  <a:lnTo>
                    <a:pt x="1535" y="147"/>
                  </a:lnTo>
                  <a:lnTo>
                    <a:pt x="1413" y="74"/>
                  </a:lnTo>
                  <a:lnTo>
                    <a:pt x="1267" y="25"/>
                  </a:lnTo>
                  <a:lnTo>
                    <a:pt x="1121" y="1"/>
                  </a:lnTo>
                  <a:lnTo>
                    <a:pt x="975" y="25"/>
                  </a:lnTo>
                  <a:lnTo>
                    <a:pt x="829" y="74"/>
                  </a:lnTo>
                  <a:lnTo>
                    <a:pt x="707" y="147"/>
                  </a:lnTo>
                  <a:lnTo>
                    <a:pt x="585" y="244"/>
                  </a:lnTo>
                  <a:lnTo>
                    <a:pt x="585" y="244"/>
                  </a:lnTo>
                  <a:lnTo>
                    <a:pt x="464" y="391"/>
                  </a:lnTo>
                  <a:lnTo>
                    <a:pt x="366" y="610"/>
                  </a:lnTo>
                  <a:lnTo>
                    <a:pt x="269" y="878"/>
                  </a:lnTo>
                  <a:lnTo>
                    <a:pt x="171" y="1170"/>
                  </a:lnTo>
                  <a:lnTo>
                    <a:pt x="50" y="1681"/>
                  </a:lnTo>
                  <a:lnTo>
                    <a:pt x="1" y="1876"/>
                  </a:lnTo>
                  <a:lnTo>
                    <a:pt x="1" y="1876"/>
                  </a:lnTo>
                  <a:lnTo>
                    <a:pt x="220" y="1852"/>
                  </a:lnTo>
                  <a:lnTo>
                    <a:pt x="731" y="1706"/>
                  </a:lnTo>
                  <a:lnTo>
                    <a:pt x="999" y="1633"/>
                  </a:lnTo>
                  <a:lnTo>
                    <a:pt x="1267" y="1535"/>
                  </a:lnTo>
                  <a:lnTo>
                    <a:pt x="1511" y="1413"/>
                  </a:lnTo>
                  <a:lnTo>
                    <a:pt x="1657" y="1316"/>
                  </a:lnTo>
                  <a:lnTo>
                    <a:pt x="1657" y="1316"/>
                  </a:lnTo>
                  <a:lnTo>
                    <a:pt x="1754" y="1194"/>
                  </a:lnTo>
                  <a:lnTo>
                    <a:pt x="1827" y="1048"/>
                  </a:lnTo>
                  <a:lnTo>
                    <a:pt x="1876" y="926"/>
                  </a:lnTo>
                  <a:lnTo>
                    <a:pt x="1876" y="780"/>
                  </a:lnTo>
                  <a:lnTo>
                    <a:pt x="1876" y="634"/>
                  </a:lnTo>
                  <a:lnTo>
                    <a:pt x="1827" y="488"/>
                  </a:lnTo>
                  <a:lnTo>
                    <a:pt x="1754" y="366"/>
                  </a:lnTo>
                  <a:lnTo>
                    <a:pt x="1657" y="244"/>
                  </a:lnTo>
                  <a:lnTo>
                    <a:pt x="1657" y="244"/>
                  </a:lnTo>
                  <a:close/>
                </a:path>
              </a:pathLst>
            </a:custGeom>
            <a:noFill/>
            <a:ln w="1217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" name="Google Shape;147;p18"/>
            <p:cNvSpPr/>
            <p:nvPr/>
          </p:nvSpPr>
          <p:spPr>
            <a:xfrm>
              <a:off x="579300" y="4638450"/>
              <a:ext cx="46900" cy="46900"/>
            </a:xfrm>
            <a:custGeom>
              <a:avLst/>
              <a:gdLst/>
              <a:ahLst/>
              <a:cxnLst/>
              <a:rect l="l" t="t" r="r" b="b"/>
              <a:pathLst>
                <a:path w="1876" h="1876" fill="none" extrusionOk="0">
                  <a:moveTo>
                    <a:pt x="1632" y="219"/>
                  </a:moveTo>
                  <a:lnTo>
                    <a:pt x="1632" y="219"/>
                  </a:lnTo>
                  <a:lnTo>
                    <a:pt x="1510" y="122"/>
                  </a:lnTo>
                  <a:lnTo>
                    <a:pt x="1388" y="49"/>
                  </a:lnTo>
                  <a:lnTo>
                    <a:pt x="1242" y="0"/>
                  </a:lnTo>
                  <a:lnTo>
                    <a:pt x="1096" y="0"/>
                  </a:lnTo>
                  <a:lnTo>
                    <a:pt x="950" y="0"/>
                  </a:lnTo>
                  <a:lnTo>
                    <a:pt x="828" y="49"/>
                  </a:lnTo>
                  <a:lnTo>
                    <a:pt x="682" y="122"/>
                  </a:lnTo>
                  <a:lnTo>
                    <a:pt x="560" y="219"/>
                  </a:lnTo>
                  <a:lnTo>
                    <a:pt x="560" y="219"/>
                  </a:lnTo>
                  <a:lnTo>
                    <a:pt x="463" y="366"/>
                  </a:lnTo>
                  <a:lnTo>
                    <a:pt x="341" y="609"/>
                  </a:lnTo>
                  <a:lnTo>
                    <a:pt x="244" y="877"/>
                  </a:lnTo>
                  <a:lnTo>
                    <a:pt x="171" y="1145"/>
                  </a:lnTo>
                  <a:lnTo>
                    <a:pt x="25" y="1656"/>
                  </a:lnTo>
                  <a:lnTo>
                    <a:pt x="0" y="1876"/>
                  </a:lnTo>
                  <a:lnTo>
                    <a:pt x="0" y="1876"/>
                  </a:lnTo>
                  <a:lnTo>
                    <a:pt x="195" y="1827"/>
                  </a:lnTo>
                  <a:lnTo>
                    <a:pt x="707" y="1705"/>
                  </a:lnTo>
                  <a:lnTo>
                    <a:pt x="999" y="1608"/>
                  </a:lnTo>
                  <a:lnTo>
                    <a:pt x="1267" y="1510"/>
                  </a:lnTo>
                  <a:lnTo>
                    <a:pt x="1486" y="1413"/>
                  </a:lnTo>
                  <a:lnTo>
                    <a:pt x="1632" y="1291"/>
                  </a:lnTo>
                  <a:lnTo>
                    <a:pt x="1632" y="1291"/>
                  </a:lnTo>
                  <a:lnTo>
                    <a:pt x="1729" y="1169"/>
                  </a:lnTo>
                  <a:lnTo>
                    <a:pt x="1802" y="1048"/>
                  </a:lnTo>
                  <a:lnTo>
                    <a:pt x="1851" y="901"/>
                  </a:lnTo>
                  <a:lnTo>
                    <a:pt x="1876" y="755"/>
                  </a:lnTo>
                  <a:lnTo>
                    <a:pt x="1851" y="609"/>
                  </a:lnTo>
                  <a:lnTo>
                    <a:pt x="1802" y="463"/>
                  </a:lnTo>
                  <a:lnTo>
                    <a:pt x="1729" y="341"/>
                  </a:lnTo>
                  <a:lnTo>
                    <a:pt x="1632" y="219"/>
                  </a:lnTo>
                  <a:lnTo>
                    <a:pt x="1632" y="219"/>
                  </a:lnTo>
                  <a:close/>
                </a:path>
              </a:pathLst>
            </a:custGeom>
            <a:noFill/>
            <a:ln w="1217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48" name="Google Shape;148;p18"/>
          <p:cNvSpPr/>
          <p:nvPr/>
        </p:nvSpPr>
        <p:spPr>
          <a:xfrm>
            <a:off x="3936800" y="1094079"/>
            <a:ext cx="161807" cy="154500"/>
          </a:xfrm>
          <a:custGeom>
            <a:avLst/>
            <a:gdLst/>
            <a:ahLst/>
            <a:cxnLst/>
            <a:rect l="l" t="t" r="r" b="b"/>
            <a:pathLst>
              <a:path w="15101" h="14419" fill="none" extrusionOk="0">
                <a:moveTo>
                  <a:pt x="7234" y="293"/>
                </a:moveTo>
                <a:lnTo>
                  <a:pt x="7234" y="293"/>
                </a:lnTo>
                <a:lnTo>
                  <a:pt x="7307" y="171"/>
                </a:lnTo>
                <a:lnTo>
                  <a:pt x="7380" y="74"/>
                </a:lnTo>
                <a:lnTo>
                  <a:pt x="7477" y="25"/>
                </a:lnTo>
                <a:lnTo>
                  <a:pt x="7550" y="1"/>
                </a:lnTo>
                <a:lnTo>
                  <a:pt x="7623" y="25"/>
                </a:lnTo>
                <a:lnTo>
                  <a:pt x="7721" y="74"/>
                </a:lnTo>
                <a:lnTo>
                  <a:pt x="7794" y="171"/>
                </a:lnTo>
                <a:lnTo>
                  <a:pt x="7867" y="293"/>
                </a:lnTo>
                <a:lnTo>
                  <a:pt x="9523" y="4092"/>
                </a:lnTo>
                <a:lnTo>
                  <a:pt x="9523" y="4092"/>
                </a:lnTo>
                <a:lnTo>
                  <a:pt x="9596" y="4214"/>
                </a:lnTo>
                <a:lnTo>
                  <a:pt x="9718" y="4360"/>
                </a:lnTo>
                <a:lnTo>
                  <a:pt x="9840" y="4482"/>
                </a:lnTo>
                <a:lnTo>
                  <a:pt x="9986" y="4604"/>
                </a:lnTo>
                <a:lnTo>
                  <a:pt x="10132" y="4701"/>
                </a:lnTo>
                <a:lnTo>
                  <a:pt x="10302" y="4774"/>
                </a:lnTo>
                <a:lnTo>
                  <a:pt x="10449" y="4847"/>
                </a:lnTo>
                <a:lnTo>
                  <a:pt x="10619" y="4872"/>
                </a:lnTo>
                <a:lnTo>
                  <a:pt x="14711" y="5286"/>
                </a:lnTo>
                <a:lnTo>
                  <a:pt x="14711" y="5286"/>
                </a:lnTo>
                <a:lnTo>
                  <a:pt x="14857" y="5310"/>
                </a:lnTo>
                <a:lnTo>
                  <a:pt x="14979" y="5359"/>
                </a:lnTo>
                <a:lnTo>
                  <a:pt x="15052" y="5407"/>
                </a:lnTo>
                <a:lnTo>
                  <a:pt x="15100" y="5505"/>
                </a:lnTo>
                <a:lnTo>
                  <a:pt x="15100" y="5578"/>
                </a:lnTo>
                <a:lnTo>
                  <a:pt x="15076" y="5675"/>
                </a:lnTo>
                <a:lnTo>
                  <a:pt x="15027" y="5773"/>
                </a:lnTo>
                <a:lnTo>
                  <a:pt x="14906" y="5895"/>
                </a:lnTo>
                <a:lnTo>
                  <a:pt x="11837" y="8622"/>
                </a:lnTo>
                <a:lnTo>
                  <a:pt x="11837" y="8622"/>
                </a:lnTo>
                <a:lnTo>
                  <a:pt x="11715" y="8744"/>
                </a:lnTo>
                <a:lnTo>
                  <a:pt x="11618" y="8890"/>
                </a:lnTo>
                <a:lnTo>
                  <a:pt x="11545" y="9061"/>
                </a:lnTo>
                <a:lnTo>
                  <a:pt x="11472" y="9231"/>
                </a:lnTo>
                <a:lnTo>
                  <a:pt x="11423" y="9402"/>
                </a:lnTo>
                <a:lnTo>
                  <a:pt x="11398" y="9572"/>
                </a:lnTo>
                <a:lnTo>
                  <a:pt x="11398" y="9743"/>
                </a:lnTo>
                <a:lnTo>
                  <a:pt x="11423" y="9913"/>
                </a:lnTo>
                <a:lnTo>
                  <a:pt x="12300" y="13956"/>
                </a:lnTo>
                <a:lnTo>
                  <a:pt x="12300" y="13956"/>
                </a:lnTo>
                <a:lnTo>
                  <a:pt x="12324" y="14102"/>
                </a:lnTo>
                <a:lnTo>
                  <a:pt x="12300" y="14200"/>
                </a:lnTo>
                <a:lnTo>
                  <a:pt x="12275" y="14297"/>
                </a:lnTo>
                <a:lnTo>
                  <a:pt x="12227" y="14370"/>
                </a:lnTo>
                <a:lnTo>
                  <a:pt x="12129" y="14394"/>
                </a:lnTo>
                <a:lnTo>
                  <a:pt x="12032" y="14419"/>
                </a:lnTo>
                <a:lnTo>
                  <a:pt x="11910" y="14370"/>
                </a:lnTo>
                <a:lnTo>
                  <a:pt x="11788" y="14321"/>
                </a:lnTo>
                <a:lnTo>
                  <a:pt x="8232" y="12227"/>
                </a:lnTo>
                <a:lnTo>
                  <a:pt x="8232" y="12227"/>
                </a:lnTo>
                <a:lnTo>
                  <a:pt x="8086" y="12154"/>
                </a:lnTo>
                <a:lnTo>
                  <a:pt x="7916" y="12105"/>
                </a:lnTo>
                <a:lnTo>
                  <a:pt x="7721" y="12081"/>
                </a:lnTo>
                <a:lnTo>
                  <a:pt x="7550" y="12081"/>
                </a:lnTo>
                <a:lnTo>
                  <a:pt x="7380" y="12081"/>
                </a:lnTo>
                <a:lnTo>
                  <a:pt x="7185" y="12105"/>
                </a:lnTo>
                <a:lnTo>
                  <a:pt x="7015" y="12154"/>
                </a:lnTo>
                <a:lnTo>
                  <a:pt x="6868" y="12227"/>
                </a:lnTo>
                <a:lnTo>
                  <a:pt x="3313" y="14321"/>
                </a:lnTo>
                <a:lnTo>
                  <a:pt x="3313" y="14321"/>
                </a:lnTo>
                <a:lnTo>
                  <a:pt x="3191" y="14370"/>
                </a:lnTo>
                <a:lnTo>
                  <a:pt x="3069" y="14419"/>
                </a:lnTo>
                <a:lnTo>
                  <a:pt x="2972" y="14394"/>
                </a:lnTo>
                <a:lnTo>
                  <a:pt x="2874" y="14370"/>
                </a:lnTo>
                <a:lnTo>
                  <a:pt x="2826" y="14297"/>
                </a:lnTo>
                <a:lnTo>
                  <a:pt x="2801" y="14200"/>
                </a:lnTo>
                <a:lnTo>
                  <a:pt x="2777" y="14102"/>
                </a:lnTo>
                <a:lnTo>
                  <a:pt x="2801" y="13956"/>
                </a:lnTo>
                <a:lnTo>
                  <a:pt x="3678" y="9913"/>
                </a:lnTo>
                <a:lnTo>
                  <a:pt x="3678" y="9913"/>
                </a:lnTo>
                <a:lnTo>
                  <a:pt x="3702" y="9743"/>
                </a:lnTo>
                <a:lnTo>
                  <a:pt x="3702" y="9572"/>
                </a:lnTo>
                <a:lnTo>
                  <a:pt x="3678" y="9402"/>
                </a:lnTo>
                <a:lnTo>
                  <a:pt x="3629" y="9231"/>
                </a:lnTo>
                <a:lnTo>
                  <a:pt x="3556" y="9061"/>
                </a:lnTo>
                <a:lnTo>
                  <a:pt x="3483" y="8890"/>
                </a:lnTo>
                <a:lnTo>
                  <a:pt x="3386" y="8744"/>
                </a:lnTo>
                <a:lnTo>
                  <a:pt x="3264" y="8622"/>
                </a:lnTo>
                <a:lnTo>
                  <a:pt x="195" y="5895"/>
                </a:lnTo>
                <a:lnTo>
                  <a:pt x="195" y="5895"/>
                </a:lnTo>
                <a:lnTo>
                  <a:pt x="73" y="5773"/>
                </a:lnTo>
                <a:lnTo>
                  <a:pt x="25" y="5675"/>
                </a:lnTo>
                <a:lnTo>
                  <a:pt x="0" y="5578"/>
                </a:lnTo>
                <a:lnTo>
                  <a:pt x="0" y="5505"/>
                </a:lnTo>
                <a:lnTo>
                  <a:pt x="49" y="5407"/>
                </a:lnTo>
                <a:lnTo>
                  <a:pt x="122" y="5359"/>
                </a:lnTo>
                <a:lnTo>
                  <a:pt x="244" y="5310"/>
                </a:lnTo>
                <a:lnTo>
                  <a:pt x="390" y="5286"/>
                </a:lnTo>
                <a:lnTo>
                  <a:pt x="4482" y="4872"/>
                </a:lnTo>
                <a:lnTo>
                  <a:pt x="4482" y="4872"/>
                </a:lnTo>
                <a:lnTo>
                  <a:pt x="4652" y="4847"/>
                </a:lnTo>
                <a:lnTo>
                  <a:pt x="4798" y="4774"/>
                </a:lnTo>
                <a:lnTo>
                  <a:pt x="4969" y="4701"/>
                </a:lnTo>
                <a:lnTo>
                  <a:pt x="5115" y="4604"/>
                </a:lnTo>
                <a:lnTo>
                  <a:pt x="5261" y="4482"/>
                </a:lnTo>
                <a:lnTo>
                  <a:pt x="5383" y="4360"/>
                </a:lnTo>
                <a:lnTo>
                  <a:pt x="5505" y="4214"/>
                </a:lnTo>
                <a:lnTo>
                  <a:pt x="5578" y="4092"/>
                </a:lnTo>
                <a:lnTo>
                  <a:pt x="7234" y="293"/>
                </a:lnTo>
                <a:close/>
              </a:path>
            </a:pathLst>
          </a:custGeom>
          <a:noFill/>
          <a:ln w="12175" cap="rnd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" name="Google Shape;149;p18"/>
          <p:cNvSpPr/>
          <p:nvPr/>
        </p:nvSpPr>
        <p:spPr>
          <a:xfrm rot="2697385">
            <a:off x="5003062" y="1885038"/>
            <a:ext cx="245621" cy="234528"/>
          </a:xfrm>
          <a:custGeom>
            <a:avLst/>
            <a:gdLst/>
            <a:ahLst/>
            <a:cxnLst/>
            <a:rect l="l" t="t" r="r" b="b"/>
            <a:pathLst>
              <a:path w="15101" h="14419" fill="none" extrusionOk="0">
                <a:moveTo>
                  <a:pt x="7234" y="293"/>
                </a:moveTo>
                <a:lnTo>
                  <a:pt x="7234" y="293"/>
                </a:lnTo>
                <a:lnTo>
                  <a:pt x="7307" y="171"/>
                </a:lnTo>
                <a:lnTo>
                  <a:pt x="7380" y="74"/>
                </a:lnTo>
                <a:lnTo>
                  <a:pt x="7477" y="25"/>
                </a:lnTo>
                <a:lnTo>
                  <a:pt x="7550" y="1"/>
                </a:lnTo>
                <a:lnTo>
                  <a:pt x="7623" y="25"/>
                </a:lnTo>
                <a:lnTo>
                  <a:pt x="7721" y="74"/>
                </a:lnTo>
                <a:lnTo>
                  <a:pt x="7794" y="171"/>
                </a:lnTo>
                <a:lnTo>
                  <a:pt x="7867" y="293"/>
                </a:lnTo>
                <a:lnTo>
                  <a:pt x="9523" y="4092"/>
                </a:lnTo>
                <a:lnTo>
                  <a:pt x="9523" y="4092"/>
                </a:lnTo>
                <a:lnTo>
                  <a:pt x="9596" y="4214"/>
                </a:lnTo>
                <a:lnTo>
                  <a:pt x="9718" y="4360"/>
                </a:lnTo>
                <a:lnTo>
                  <a:pt x="9840" y="4482"/>
                </a:lnTo>
                <a:lnTo>
                  <a:pt x="9986" y="4604"/>
                </a:lnTo>
                <a:lnTo>
                  <a:pt x="10132" y="4701"/>
                </a:lnTo>
                <a:lnTo>
                  <a:pt x="10302" y="4774"/>
                </a:lnTo>
                <a:lnTo>
                  <a:pt x="10449" y="4847"/>
                </a:lnTo>
                <a:lnTo>
                  <a:pt x="10619" y="4872"/>
                </a:lnTo>
                <a:lnTo>
                  <a:pt x="14711" y="5286"/>
                </a:lnTo>
                <a:lnTo>
                  <a:pt x="14711" y="5286"/>
                </a:lnTo>
                <a:lnTo>
                  <a:pt x="14857" y="5310"/>
                </a:lnTo>
                <a:lnTo>
                  <a:pt x="14979" y="5359"/>
                </a:lnTo>
                <a:lnTo>
                  <a:pt x="15052" y="5407"/>
                </a:lnTo>
                <a:lnTo>
                  <a:pt x="15100" y="5505"/>
                </a:lnTo>
                <a:lnTo>
                  <a:pt x="15100" y="5578"/>
                </a:lnTo>
                <a:lnTo>
                  <a:pt x="15076" y="5675"/>
                </a:lnTo>
                <a:lnTo>
                  <a:pt x="15027" y="5773"/>
                </a:lnTo>
                <a:lnTo>
                  <a:pt x="14906" y="5895"/>
                </a:lnTo>
                <a:lnTo>
                  <a:pt x="11837" y="8622"/>
                </a:lnTo>
                <a:lnTo>
                  <a:pt x="11837" y="8622"/>
                </a:lnTo>
                <a:lnTo>
                  <a:pt x="11715" y="8744"/>
                </a:lnTo>
                <a:lnTo>
                  <a:pt x="11618" y="8890"/>
                </a:lnTo>
                <a:lnTo>
                  <a:pt x="11545" y="9061"/>
                </a:lnTo>
                <a:lnTo>
                  <a:pt x="11472" y="9231"/>
                </a:lnTo>
                <a:lnTo>
                  <a:pt x="11423" y="9402"/>
                </a:lnTo>
                <a:lnTo>
                  <a:pt x="11398" y="9572"/>
                </a:lnTo>
                <a:lnTo>
                  <a:pt x="11398" y="9743"/>
                </a:lnTo>
                <a:lnTo>
                  <a:pt x="11423" y="9913"/>
                </a:lnTo>
                <a:lnTo>
                  <a:pt x="12300" y="13956"/>
                </a:lnTo>
                <a:lnTo>
                  <a:pt x="12300" y="13956"/>
                </a:lnTo>
                <a:lnTo>
                  <a:pt x="12324" y="14102"/>
                </a:lnTo>
                <a:lnTo>
                  <a:pt x="12300" y="14200"/>
                </a:lnTo>
                <a:lnTo>
                  <a:pt x="12275" y="14297"/>
                </a:lnTo>
                <a:lnTo>
                  <a:pt x="12227" y="14370"/>
                </a:lnTo>
                <a:lnTo>
                  <a:pt x="12129" y="14394"/>
                </a:lnTo>
                <a:lnTo>
                  <a:pt x="12032" y="14419"/>
                </a:lnTo>
                <a:lnTo>
                  <a:pt x="11910" y="14370"/>
                </a:lnTo>
                <a:lnTo>
                  <a:pt x="11788" y="14321"/>
                </a:lnTo>
                <a:lnTo>
                  <a:pt x="8232" y="12227"/>
                </a:lnTo>
                <a:lnTo>
                  <a:pt x="8232" y="12227"/>
                </a:lnTo>
                <a:lnTo>
                  <a:pt x="8086" y="12154"/>
                </a:lnTo>
                <a:lnTo>
                  <a:pt x="7916" y="12105"/>
                </a:lnTo>
                <a:lnTo>
                  <a:pt x="7721" y="12081"/>
                </a:lnTo>
                <a:lnTo>
                  <a:pt x="7550" y="12081"/>
                </a:lnTo>
                <a:lnTo>
                  <a:pt x="7380" y="12081"/>
                </a:lnTo>
                <a:lnTo>
                  <a:pt x="7185" y="12105"/>
                </a:lnTo>
                <a:lnTo>
                  <a:pt x="7015" y="12154"/>
                </a:lnTo>
                <a:lnTo>
                  <a:pt x="6868" y="12227"/>
                </a:lnTo>
                <a:lnTo>
                  <a:pt x="3313" y="14321"/>
                </a:lnTo>
                <a:lnTo>
                  <a:pt x="3313" y="14321"/>
                </a:lnTo>
                <a:lnTo>
                  <a:pt x="3191" y="14370"/>
                </a:lnTo>
                <a:lnTo>
                  <a:pt x="3069" y="14419"/>
                </a:lnTo>
                <a:lnTo>
                  <a:pt x="2972" y="14394"/>
                </a:lnTo>
                <a:lnTo>
                  <a:pt x="2874" y="14370"/>
                </a:lnTo>
                <a:lnTo>
                  <a:pt x="2826" y="14297"/>
                </a:lnTo>
                <a:lnTo>
                  <a:pt x="2801" y="14200"/>
                </a:lnTo>
                <a:lnTo>
                  <a:pt x="2777" y="14102"/>
                </a:lnTo>
                <a:lnTo>
                  <a:pt x="2801" y="13956"/>
                </a:lnTo>
                <a:lnTo>
                  <a:pt x="3678" y="9913"/>
                </a:lnTo>
                <a:lnTo>
                  <a:pt x="3678" y="9913"/>
                </a:lnTo>
                <a:lnTo>
                  <a:pt x="3702" y="9743"/>
                </a:lnTo>
                <a:lnTo>
                  <a:pt x="3702" y="9572"/>
                </a:lnTo>
                <a:lnTo>
                  <a:pt x="3678" y="9402"/>
                </a:lnTo>
                <a:lnTo>
                  <a:pt x="3629" y="9231"/>
                </a:lnTo>
                <a:lnTo>
                  <a:pt x="3556" y="9061"/>
                </a:lnTo>
                <a:lnTo>
                  <a:pt x="3483" y="8890"/>
                </a:lnTo>
                <a:lnTo>
                  <a:pt x="3386" y="8744"/>
                </a:lnTo>
                <a:lnTo>
                  <a:pt x="3264" y="8622"/>
                </a:lnTo>
                <a:lnTo>
                  <a:pt x="195" y="5895"/>
                </a:lnTo>
                <a:lnTo>
                  <a:pt x="195" y="5895"/>
                </a:lnTo>
                <a:lnTo>
                  <a:pt x="73" y="5773"/>
                </a:lnTo>
                <a:lnTo>
                  <a:pt x="25" y="5675"/>
                </a:lnTo>
                <a:lnTo>
                  <a:pt x="0" y="5578"/>
                </a:lnTo>
                <a:lnTo>
                  <a:pt x="0" y="5505"/>
                </a:lnTo>
                <a:lnTo>
                  <a:pt x="49" y="5407"/>
                </a:lnTo>
                <a:lnTo>
                  <a:pt x="122" y="5359"/>
                </a:lnTo>
                <a:lnTo>
                  <a:pt x="244" y="5310"/>
                </a:lnTo>
                <a:lnTo>
                  <a:pt x="390" y="5286"/>
                </a:lnTo>
                <a:lnTo>
                  <a:pt x="4482" y="4872"/>
                </a:lnTo>
                <a:lnTo>
                  <a:pt x="4482" y="4872"/>
                </a:lnTo>
                <a:lnTo>
                  <a:pt x="4652" y="4847"/>
                </a:lnTo>
                <a:lnTo>
                  <a:pt x="4798" y="4774"/>
                </a:lnTo>
                <a:lnTo>
                  <a:pt x="4969" y="4701"/>
                </a:lnTo>
                <a:lnTo>
                  <a:pt x="5115" y="4604"/>
                </a:lnTo>
                <a:lnTo>
                  <a:pt x="5261" y="4482"/>
                </a:lnTo>
                <a:lnTo>
                  <a:pt x="5383" y="4360"/>
                </a:lnTo>
                <a:lnTo>
                  <a:pt x="5505" y="4214"/>
                </a:lnTo>
                <a:lnTo>
                  <a:pt x="5578" y="4092"/>
                </a:lnTo>
                <a:lnTo>
                  <a:pt x="7234" y="293"/>
                </a:lnTo>
                <a:close/>
              </a:path>
            </a:pathLst>
          </a:custGeom>
          <a:noFill/>
          <a:ln w="12175" cap="rnd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p18"/>
          <p:cNvSpPr/>
          <p:nvPr/>
        </p:nvSpPr>
        <p:spPr>
          <a:xfrm>
            <a:off x="5197375" y="1751151"/>
            <a:ext cx="98383" cy="93976"/>
          </a:xfrm>
          <a:custGeom>
            <a:avLst/>
            <a:gdLst/>
            <a:ahLst/>
            <a:cxnLst/>
            <a:rect l="l" t="t" r="r" b="b"/>
            <a:pathLst>
              <a:path w="15101" h="14419" fill="none" extrusionOk="0">
                <a:moveTo>
                  <a:pt x="7234" y="293"/>
                </a:moveTo>
                <a:lnTo>
                  <a:pt x="7234" y="293"/>
                </a:lnTo>
                <a:lnTo>
                  <a:pt x="7307" y="171"/>
                </a:lnTo>
                <a:lnTo>
                  <a:pt x="7380" y="74"/>
                </a:lnTo>
                <a:lnTo>
                  <a:pt x="7477" y="25"/>
                </a:lnTo>
                <a:lnTo>
                  <a:pt x="7550" y="1"/>
                </a:lnTo>
                <a:lnTo>
                  <a:pt x="7623" y="25"/>
                </a:lnTo>
                <a:lnTo>
                  <a:pt x="7721" y="74"/>
                </a:lnTo>
                <a:lnTo>
                  <a:pt x="7794" y="171"/>
                </a:lnTo>
                <a:lnTo>
                  <a:pt x="7867" y="293"/>
                </a:lnTo>
                <a:lnTo>
                  <a:pt x="9523" y="4092"/>
                </a:lnTo>
                <a:lnTo>
                  <a:pt x="9523" y="4092"/>
                </a:lnTo>
                <a:lnTo>
                  <a:pt x="9596" y="4214"/>
                </a:lnTo>
                <a:lnTo>
                  <a:pt x="9718" y="4360"/>
                </a:lnTo>
                <a:lnTo>
                  <a:pt x="9840" y="4482"/>
                </a:lnTo>
                <a:lnTo>
                  <a:pt x="9986" y="4604"/>
                </a:lnTo>
                <a:lnTo>
                  <a:pt x="10132" y="4701"/>
                </a:lnTo>
                <a:lnTo>
                  <a:pt x="10302" y="4774"/>
                </a:lnTo>
                <a:lnTo>
                  <a:pt x="10449" y="4847"/>
                </a:lnTo>
                <a:lnTo>
                  <a:pt x="10619" y="4872"/>
                </a:lnTo>
                <a:lnTo>
                  <a:pt x="14711" y="5286"/>
                </a:lnTo>
                <a:lnTo>
                  <a:pt x="14711" y="5286"/>
                </a:lnTo>
                <a:lnTo>
                  <a:pt x="14857" y="5310"/>
                </a:lnTo>
                <a:lnTo>
                  <a:pt x="14979" y="5359"/>
                </a:lnTo>
                <a:lnTo>
                  <a:pt x="15052" y="5407"/>
                </a:lnTo>
                <a:lnTo>
                  <a:pt x="15100" y="5505"/>
                </a:lnTo>
                <a:lnTo>
                  <a:pt x="15100" y="5578"/>
                </a:lnTo>
                <a:lnTo>
                  <a:pt x="15076" y="5675"/>
                </a:lnTo>
                <a:lnTo>
                  <a:pt x="15027" y="5773"/>
                </a:lnTo>
                <a:lnTo>
                  <a:pt x="14906" y="5895"/>
                </a:lnTo>
                <a:lnTo>
                  <a:pt x="11837" y="8622"/>
                </a:lnTo>
                <a:lnTo>
                  <a:pt x="11837" y="8622"/>
                </a:lnTo>
                <a:lnTo>
                  <a:pt x="11715" y="8744"/>
                </a:lnTo>
                <a:lnTo>
                  <a:pt x="11618" y="8890"/>
                </a:lnTo>
                <a:lnTo>
                  <a:pt x="11545" y="9061"/>
                </a:lnTo>
                <a:lnTo>
                  <a:pt x="11472" y="9231"/>
                </a:lnTo>
                <a:lnTo>
                  <a:pt x="11423" y="9402"/>
                </a:lnTo>
                <a:lnTo>
                  <a:pt x="11398" y="9572"/>
                </a:lnTo>
                <a:lnTo>
                  <a:pt x="11398" y="9743"/>
                </a:lnTo>
                <a:lnTo>
                  <a:pt x="11423" y="9913"/>
                </a:lnTo>
                <a:lnTo>
                  <a:pt x="12300" y="13956"/>
                </a:lnTo>
                <a:lnTo>
                  <a:pt x="12300" y="13956"/>
                </a:lnTo>
                <a:lnTo>
                  <a:pt x="12324" y="14102"/>
                </a:lnTo>
                <a:lnTo>
                  <a:pt x="12300" y="14200"/>
                </a:lnTo>
                <a:lnTo>
                  <a:pt x="12275" y="14297"/>
                </a:lnTo>
                <a:lnTo>
                  <a:pt x="12227" y="14370"/>
                </a:lnTo>
                <a:lnTo>
                  <a:pt x="12129" y="14394"/>
                </a:lnTo>
                <a:lnTo>
                  <a:pt x="12032" y="14419"/>
                </a:lnTo>
                <a:lnTo>
                  <a:pt x="11910" y="14370"/>
                </a:lnTo>
                <a:lnTo>
                  <a:pt x="11788" y="14321"/>
                </a:lnTo>
                <a:lnTo>
                  <a:pt x="8232" y="12227"/>
                </a:lnTo>
                <a:lnTo>
                  <a:pt x="8232" y="12227"/>
                </a:lnTo>
                <a:lnTo>
                  <a:pt x="8086" y="12154"/>
                </a:lnTo>
                <a:lnTo>
                  <a:pt x="7916" y="12105"/>
                </a:lnTo>
                <a:lnTo>
                  <a:pt x="7721" y="12081"/>
                </a:lnTo>
                <a:lnTo>
                  <a:pt x="7550" y="12081"/>
                </a:lnTo>
                <a:lnTo>
                  <a:pt x="7380" y="12081"/>
                </a:lnTo>
                <a:lnTo>
                  <a:pt x="7185" y="12105"/>
                </a:lnTo>
                <a:lnTo>
                  <a:pt x="7015" y="12154"/>
                </a:lnTo>
                <a:lnTo>
                  <a:pt x="6868" y="12227"/>
                </a:lnTo>
                <a:lnTo>
                  <a:pt x="3313" y="14321"/>
                </a:lnTo>
                <a:lnTo>
                  <a:pt x="3313" y="14321"/>
                </a:lnTo>
                <a:lnTo>
                  <a:pt x="3191" y="14370"/>
                </a:lnTo>
                <a:lnTo>
                  <a:pt x="3069" y="14419"/>
                </a:lnTo>
                <a:lnTo>
                  <a:pt x="2972" y="14394"/>
                </a:lnTo>
                <a:lnTo>
                  <a:pt x="2874" y="14370"/>
                </a:lnTo>
                <a:lnTo>
                  <a:pt x="2826" y="14297"/>
                </a:lnTo>
                <a:lnTo>
                  <a:pt x="2801" y="14200"/>
                </a:lnTo>
                <a:lnTo>
                  <a:pt x="2777" y="14102"/>
                </a:lnTo>
                <a:lnTo>
                  <a:pt x="2801" y="13956"/>
                </a:lnTo>
                <a:lnTo>
                  <a:pt x="3678" y="9913"/>
                </a:lnTo>
                <a:lnTo>
                  <a:pt x="3678" y="9913"/>
                </a:lnTo>
                <a:lnTo>
                  <a:pt x="3702" y="9743"/>
                </a:lnTo>
                <a:lnTo>
                  <a:pt x="3702" y="9572"/>
                </a:lnTo>
                <a:lnTo>
                  <a:pt x="3678" y="9402"/>
                </a:lnTo>
                <a:lnTo>
                  <a:pt x="3629" y="9231"/>
                </a:lnTo>
                <a:lnTo>
                  <a:pt x="3556" y="9061"/>
                </a:lnTo>
                <a:lnTo>
                  <a:pt x="3483" y="8890"/>
                </a:lnTo>
                <a:lnTo>
                  <a:pt x="3386" y="8744"/>
                </a:lnTo>
                <a:lnTo>
                  <a:pt x="3264" y="8622"/>
                </a:lnTo>
                <a:lnTo>
                  <a:pt x="195" y="5895"/>
                </a:lnTo>
                <a:lnTo>
                  <a:pt x="195" y="5895"/>
                </a:lnTo>
                <a:lnTo>
                  <a:pt x="73" y="5773"/>
                </a:lnTo>
                <a:lnTo>
                  <a:pt x="25" y="5675"/>
                </a:lnTo>
                <a:lnTo>
                  <a:pt x="0" y="5578"/>
                </a:lnTo>
                <a:lnTo>
                  <a:pt x="0" y="5505"/>
                </a:lnTo>
                <a:lnTo>
                  <a:pt x="49" y="5407"/>
                </a:lnTo>
                <a:lnTo>
                  <a:pt x="122" y="5359"/>
                </a:lnTo>
                <a:lnTo>
                  <a:pt x="244" y="5310"/>
                </a:lnTo>
                <a:lnTo>
                  <a:pt x="390" y="5286"/>
                </a:lnTo>
                <a:lnTo>
                  <a:pt x="4482" y="4872"/>
                </a:lnTo>
                <a:lnTo>
                  <a:pt x="4482" y="4872"/>
                </a:lnTo>
                <a:lnTo>
                  <a:pt x="4652" y="4847"/>
                </a:lnTo>
                <a:lnTo>
                  <a:pt x="4798" y="4774"/>
                </a:lnTo>
                <a:lnTo>
                  <a:pt x="4969" y="4701"/>
                </a:lnTo>
                <a:lnTo>
                  <a:pt x="5115" y="4604"/>
                </a:lnTo>
                <a:lnTo>
                  <a:pt x="5261" y="4482"/>
                </a:lnTo>
                <a:lnTo>
                  <a:pt x="5383" y="4360"/>
                </a:lnTo>
                <a:lnTo>
                  <a:pt x="5505" y="4214"/>
                </a:lnTo>
                <a:lnTo>
                  <a:pt x="5578" y="4092"/>
                </a:lnTo>
                <a:lnTo>
                  <a:pt x="7234" y="293"/>
                </a:lnTo>
                <a:close/>
              </a:path>
            </a:pathLst>
          </a:custGeom>
          <a:noFill/>
          <a:ln w="12175" cap="rnd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" name="Google Shape;151;p18"/>
          <p:cNvSpPr/>
          <p:nvPr/>
        </p:nvSpPr>
        <p:spPr>
          <a:xfrm rot="1280154">
            <a:off x="3824697" y="1560092"/>
            <a:ext cx="98367" cy="93971"/>
          </a:xfrm>
          <a:custGeom>
            <a:avLst/>
            <a:gdLst/>
            <a:ahLst/>
            <a:cxnLst/>
            <a:rect l="l" t="t" r="r" b="b"/>
            <a:pathLst>
              <a:path w="15101" h="14419" fill="none" extrusionOk="0">
                <a:moveTo>
                  <a:pt x="7234" y="293"/>
                </a:moveTo>
                <a:lnTo>
                  <a:pt x="7234" y="293"/>
                </a:lnTo>
                <a:lnTo>
                  <a:pt x="7307" y="171"/>
                </a:lnTo>
                <a:lnTo>
                  <a:pt x="7380" y="74"/>
                </a:lnTo>
                <a:lnTo>
                  <a:pt x="7477" y="25"/>
                </a:lnTo>
                <a:lnTo>
                  <a:pt x="7550" y="1"/>
                </a:lnTo>
                <a:lnTo>
                  <a:pt x="7623" y="25"/>
                </a:lnTo>
                <a:lnTo>
                  <a:pt x="7721" y="74"/>
                </a:lnTo>
                <a:lnTo>
                  <a:pt x="7794" y="171"/>
                </a:lnTo>
                <a:lnTo>
                  <a:pt x="7867" y="293"/>
                </a:lnTo>
                <a:lnTo>
                  <a:pt x="9523" y="4092"/>
                </a:lnTo>
                <a:lnTo>
                  <a:pt x="9523" y="4092"/>
                </a:lnTo>
                <a:lnTo>
                  <a:pt x="9596" y="4214"/>
                </a:lnTo>
                <a:lnTo>
                  <a:pt x="9718" y="4360"/>
                </a:lnTo>
                <a:lnTo>
                  <a:pt x="9840" y="4482"/>
                </a:lnTo>
                <a:lnTo>
                  <a:pt x="9986" y="4604"/>
                </a:lnTo>
                <a:lnTo>
                  <a:pt x="10132" y="4701"/>
                </a:lnTo>
                <a:lnTo>
                  <a:pt x="10302" y="4774"/>
                </a:lnTo>
                <a:lnTo>
                  <a:pt x="10449" y="4847"/>
                </a:lnTo>
                <a:lnTo>
                  <a:pt x="10619" y="4872"/>
                </a:lnTo>
                <a:lnTo>
                  <a:pt x="14711" y="5286"/>
                </a:lnTo>
                <a:lnTo>
                  <a:pt x="14711" y="5286"/>
                </a:lnTo>
                <a:lnTo>
                  <a:pt x="14857" y="5310"/>
                </a:lnTo>
                <a:lnTo>
                  <a:pt x="14979" y="5359"/>
                </a:lnTo>
                <a:lnTo>
                  <a:pt x="15052" y="5407"/>
                </a:lnTo>
                <a:lnTo>
                  <a:pt x="15100" y="5505"/>
                </a:lnTo>
                <a:lnTo>
                  <a:pt x="15100" y="5578"/>
                </a:lnTo>
                <a:lnTo>
                  <a:pt x="15076" y="5675"/>
                </a:lnTo>
                <a:lnTo>
                  <a:pt x="15027" y="5773"/>
                </a:lnTo>
                <a:lnTo>
                  <a:pt x="14906" y="5895"/>
                </a:lnTo>
                <a:lnTo>
                  <a:pt x="11837" y="8622"/>
                </a:lnTo>
                <a:lnTo>
                  <a:pt x="11837" y="8622"/>
                </a:lnTo>
                <a:lnTo>
                  <a:pt x="11715" y="8744"/>
                </a:lnTo>
                <a:lnTo>
                  <a:pt x="11618" y="8890"/>
                </a:lnTo>
                <a:lnTo>
                  <a:pt x="11545" y="9061"/>
                </a:lnTo>
                <a:lnTo>
                  <a:pt x="11472" y="9231"/>
                </a:lnTo>
                <a:lnTo>
                  <a:pt x="11423" y="9402"/>
                </a:lnTo>
                <a:lnTo>
                  <a:pt x="11398" y="9572"/>
                </a:lnTo>
                <a:lnTo>
                  <a:pt x="11398" y="9743"/>
                </a:lnTo>
                <a:lnTo>
                  <a:pt x="11423" y="9913"/>
                </a:lnTo>
                <a:lnTo>
                  <a:pt x="12300" y="13956"/>
                </a:lnTo>
                <a:lnTo>
                  <a:pt x="12300" y="13956"/>
                </a:lnTo>
                <a:lnTo>
                  <a:pt x="12324" y="14102"/>
                </a:lnTo>
                <a:lnTo>
                  <a:pt x="12300" y="14200"/>
                </a:lnTo>
                <a:lnTo>
                  <a:pt x="12275" y="14297"/>
                </a:lnTo>
                <a:lnTo>
                  <a:pt x="12227" y="14370"/>
                </a:lnTo>
                <a:lnTo>
                  <a:pt x="12129" y="14394"/>
                </a:lnTo>
                <a:lnTo>
                  <a:pt x="12032" y="14419"/>
                </a:lnTo>
                <a:lnTo>
                  <a:pt x="11910" y="14370"/>
                </a:lnTo>
                <a:lnTo>
                  <a:pt x="11788" y="14321"/>
                </a:lnTo>
                <a:lnTo>
                  <a:pt x="8232" y="12227"/>
                </a:lnTo>
                <a:lnTo>
                  <a:pt x="8232" y="12227"/>
                </a:lnTo>
                <a:lnTo>
                  <a:pt x="8086" y="12154"/>
                </a:lnTo>
                <a:lnTo>
                  <a:pt x="7916" y="12105"/>
                </a:lnTo>
                <a:lnTo>
                  <a:pt x="7721" y="12081"/>
                </a:lnTo>
                <a:lnTo>
                  <a:pt x="7550" y="12081"/>
                </a:lnTo>
                <a:lnTo>
                  <a:pt x="7380" y="12081"/>
                </a:lnTo>
                <a:lnTo>
                  <a:pt x="7185" y="12105"/>
                </a:lnTo>
                <a:lnTo>
                  <a:pt x="7015" y="12154"/>
                </a:lnTo>
                <a:lnTo>
                  <a:pt x="6868" y="12227"/>
                </a:lnTo>
                <a:lnTo>
                  <a:pt x="3313" y="14321"/>
                </a:lnTo>
                <a:lnTo>
                  <a:pt x="3313" y="14321"/>
                </a:lnTo>
                <a:lnTo>
                  <a:pt x="3191" y="14370"/>
                </a:lnTo>
                <a:lnTo>
                  <a:pt x="3069" y="14419"/>
                </a:lnTo>
                <a:lnTo>
                  <a:pt x="2972" y="14394"/>
                </a:lnTo>
                <a:lnTo>
                  <a:pt x="2874" y="14370"/>
                </a:lnTo>
                <a:lnTo>
                  <a:pt x="2826" y="14297"/>
                </a:lnTo>
                <a:lnTo>
                  <a:pt x="2801" y="14200"/>
                </a:lnTo>
                <a:lnTo>
                  <a:pt x="2777" y="14102"/>
                </a:lnTo>
                <a:lnTo>
                  <a:pt x="2801" y="13956"/>
                </a:lnTo>
                <a:lnTo>
                  <a:pt x="3678" y="9913"/>
                </a:lnTo>
                <a:lnTo>
                  <a:pt x="3678" y="9913"/>
                </a:lnTo>
                <a:lnTo>
                  <a:pt x="3702" y="9743"/>
                </a:lnTo>
                <a:lnTo>
                  <a:pt x="3702" y="9572"/>
                </a:lnTo>
                <a:lnTo>
                  <a:pt x="3678" y="9402"/>
                </a:lnTo>
                <a:lnTo>
                  <a:pt x="3629" y="9231"/>
                </a:lnTo>
                <a:lnTo>
                  <a:pt x="3556" y="9061"/>
                </a:lnTo>
                <a:lnTo>
                  <a:pt x="3483" y="8890"/>
                </a:lnTo>
                <a:lnTo>
                  <a:pt x="3386" y="8744"/>
                </a:lnTo>
                <a:lnTo>
                  <a:pt x="3264" y="8622"/>
                </a:lnTo>
                <a:lnTo>
                  <a:pt x="195" y="5895"/>
                </a:lnTo>
                <a:lnTo>
                  <a:pt x="195" y="5895"/>
                </a:lnTo>
                <a:lnTo>
                  <a:pt x="73" y="5773"/>
                </a:lnTo>
                <a:lnTo>
                  <a:pt x="25" y="5675"/>
                </a:lnTo>
                <a:lnTo>
                  <a:pt x="0" y="5578"/>
                </a:lnTo>
                <a:lnTo>
                  <a:pt x="0" y="5505"/>
                </a:lnTo>
                <a:lnTo>
                  <a:pt x="49" y="5407"/>
                </a:lnTo>
                <a:lnTo>
                  <a:pt x="122" y="5359"/>
                </a:lnTo>
                <a:lnTo>
                  <a:pt x="244" y="5310"/>
                </a:lnTo>
                <a:lnTo>
                  <a:pt x="390" y="5286"/>
                </a:lnTo>
                <a:lnTo>
                  <a:pt x="4482" y="4872"/>
                </a:lnTo>
                <a:lnTo>
                  <a:pt x="4482" y="4872"/>
                </a:lnTo>
                <a:lnTo>
                  <a:pt x="4652" y="4847"/>
                </a:lnTo>
                <a:lnTo>
                  <a:pt x="4798" y="4774"/>
                </a:lnTo>
                <a:lnTo>
                  <a:pt x="4969" y="4701"/>
                </a:lnTo>
                <a:lnTo>
                  <a:pt x="5115" y="4604"/>
                </a:lnTo>
                <a:lnTo>
                  <a:pt x="5261" y="4482"/>
                </a:lnTo>
                <a:lnTo>
                  <a:pt x="5383" y="4360"/>
                </a:lnTo>
                <a:lnTo>
                  <a:pt x="5505" y="4214"/>
                </a:lnTo>
                <a:lnTo>
                  <a:pt x="5578" y="4092"/>
                </a:lnTo>
                <a:lnTo>
                  <a:pt x="7234" y="293"/>
                </a:lnTo>
                <a:close/>
              </a:path>
            </a:pathLst>
          </a:custGeom>
          <a:noFill/>
          <a:ln w="12175" cap="rnd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" name="Google Shape;152;p18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9</a:t>
            </a:fld>
            <a:endParaRPr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213FD079-B08A-4518-8F14-97F752B66B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47029" y="70584"/>
            <a:ext cx="5241000" cy="48261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Google Shape;136;p18">
            <a:extLst>
              <a:ext uri="{FF2B5EF4-FFF2-40B4-BE49-F238E27FC236}">
                <a16:creationId xmlns:a16="http://schemas.microsoft.com/office/drawing/2014/main" id="{C76EBB02-3861-4B4F-8421-1FA36AA9EA2F}"/>
              </a:ext>
            </a:extLst>
          </p:cNvPr>
          <p:cNvSpPr txBox="1">
            <a:spLocks/>
          </p:cNvSpPr>
          <p:nvPr/>
        </p:nvSpPr>
        <p:spPr>
          <a:xfrm>
            <a:off x="1942483" y="2629390"/>
            <a:ext cx="5241000" cy="11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Lora"/>
              <a:buNone/>
              <a:defRPr sz="2000" b="1" i="0" u="none" strike="noStrike" cap="none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Lora"/>
              <a:buNone/>
              <a:defRPr sz="2000" b="1" i="0" u="none" strike="noStrike" cap="none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Lora"/>
              <a:buNone/>
              <a:defRPr sz="2000" b="1" i="0" u="none" strike="noStrike" cap="none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Lora"/>
              <a:buNone/>
              <a:defRPr sz="2000" b="1" i="0" u="none" strike="noStrike" cap="none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Lora"/>
              <a:buNone/>
              <a:defRPr sz="2000" b="1" i="0" u="none" strike="noStrike" cap="none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Lora"/>
              <a:buNone/>
              <a:defRPr sz="2000" b="1" i="0" u="none" strike="noStrike" cap="none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Lora"/>
              <a:buNone/>
              <a:defRPr sz="2000" b="1" i="0" u="none" strike="noStrike" cap="none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Lora"/>
              <a:buNone/>
              <a:defRPr sz="2000" b="1" i="0" u="none" strike="noStrike" cap="none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Lora"/>
              <a:buNone/>
              <a:defRPr sz="2000" b="1" i="0" u="none" strike="noStrike" cap="none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defRPr>
            </a:lvl9pPr>
          </a:lstStyle>
          <a:p>
            <a:pPr algn="ctr"/>
            <a:r>
              <a:rPr lang="en-US" sz="3600" dirty="0">
                <a:highlight>
                  <a:schemeClr val="accent1"/>
                </a:highlight>
              </a:rPr>
              <a:t>Linus B. Torvalds</a:t>
            </a:r>
          </a:p>
        </p:txBody>
      </p:sp>
      <p:pic>
        <p:nvPicPr>
          <p:cNvPr id="4106" name="Picture 10" descr="리눅스 명령어 모음 BEST 50 초보자 및 전문가용 - 도라가이드">
            <a:extLst>
              <a:ext uri="{FF2B5EF4-FFF2-40B4-BE49-F238E27FC236}">
                <a16:creationId xmlns:a16="http://schemas.microsoft.com/office/drawing/2014/main" id="{4D1D7126-2109-4740-9470-54F621AD71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36789" y="3672787"/>
            <a:ext cx="1355883" cy="7532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949572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29"/>
          <p:cNvSpPr txBox="1">
            <a:spLocks noGrp="1"/>
          </p:cNvSpPr>
          <p:nvPr>
            <p:ph type="title"/>
          </p:nvPr>
        </p:nvSpPr>
        <p:spPr>
          <a:xfrm>
            <a:off x="1381250" y="896112"/>
            <a:ext cx="38784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For Your Information</a:t>
            </a:r>
            <a:endParaRPr dirty="0"/>
          </a:p>
        </p:txBody>
      </p:sp>
      <p:grpSp>
        <p:nvGrpSpPr>
          <p:cNvPr id="307" name="Google Shape;307;p29"/>
          <p:cNvGrpSpPr/>
          <p:nvPr/>
        </p:nvGrpSpPr>
        <p:grpSpPr>
          <a:xfrm>
            <a:off x="916458" y="1019750"/>
            <a:ext cx="214625" cy="214625"/>
            <a:chOff x="2594050" y="1631825"/>
            <a:chExt cx="439625" cy="439625"/>
          </a:xfrm>
        </p:grpSpPr>
        <p:sp>
          <p:nvSpPr>
            <p:cNvPr id="308" name="Google Shape;308;p29"/>
            <p:cNvSpPr/>
            <p:nvPr/>
          </p:nvSpPr>
          <p:spPr>
            <a:xfrm>
              <a:off x="2594050" y="1883300"/>
              <a:ext cx="188175" cy="188150"/>
            </a:xfrm>
            <a:custGeom>
              <a:avLst/>
              <a:gdLst/>
              <a:ahLst/>
              <a:cxnLst/>
              <a:rect l="l" t="t" r="r" b="b"/>
              <a:pathLst>
                <a:path w="7527" h="7526" fill="none" extrusionOk="0">
                  <a:moveTo>
                    <a:pt x="5992" y="0"/>
                  </a:moveTo>
                  <a:lnTo>
                    <a:pt x="537" y="6430"/>
                  </a:lnTo>
                  <a:lnTo>
                    <a:pt x="1" y="7526"/>
                  </a:lnTo>
                  <a:lnTo>
                    <a:pt x="1097" y="6990"/>
                  </a:lnTo>
                  <a:lnTo>
                    <a:pt x="7526" y="1534"/>
                  </a:lnTo>
                  <a:lnTo>
                    <a:pt x="5992" y="0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" name="Google Shape;309;p29"/>
            <p:cNvSpPr/>
            <p:nvPr/>
          </p:nvSpPr>
          <p:spPr>
            <a:xfrm>
              <a:off x="2857700" y="1631825"/>
              <a:ext cx="175975" cy="176000"/>
            </a:xfrm>
            <a:custGeom>
              <a:avLst/>
              <a:gdLst/>
              <a:ahLst/>
              <a:cxnLst/>
              <a:rect l="l" t="t" r="r" b="b"/>
              <a:pathLst>
                <a:path w="7039" h="7040" fill="none" extrusionOk="0">
                  <a:moveTo>
                    <a:pt x="268" y="2704"/>
                  </a:moveTo>
                  <a:lnTo>
                    <a:pt x="4336" y="6771"/>
                  </a:lnTo>
                  <a:lnTo>
                    <a:pt x="4336" y="6771"/>
                  </a:lnTo>
                  <a:lnTo>
                    <a:pt x="4336" y="6771"/>
                  </a:lnTo>
                  <a:lnTo>
                    <a:pt x="4652" y="6917"/>
                  </a:lnTo>
                  <a:lnTo>
                    <a:pt x="4993" y="7015"/>
                  </a:lnTo>
                  <a:lnTo>
                    <a:pt x="5310" y="7039"/>
                  </a:lnTo>
                  <a:lnTo>
                    <a:pt x="5651" y="7039"/>
                  </a:lnTo>
                  <a:lnTo>
                    <a:pt x="5992" y="6966"/>
                  </a:lnTo>
                  <a:lnTo>
                    <a:pt x="6308" y="6844"/>
                  </a:lnTo>
                  <a:lnTo>
                    <a:pt x="6454" y="6747"/>
                  </a:lnTo>
                  <a:lnTo>
                    <a:pt x="6601" y="6674"/>
                  </a:lnTo>
                  <a:lnTo>
                    <a:pt x="6747" y="6552"/>
                  </a:lnTo>
                  <a:lnTo>
                    <a:pt x="6893" y="6430"/>
                  </a:lnTo>
                  <a:lnTo>
                    <a:pt x="6893" y="6430"/>
                  </a:lnTo>
                  <a:lnTo>
                    <a:pt x="6942" y="6357"/>
                  </a:lnTo>
                  <a:lnTo>
                    <a:pt x="7015" y="6260"/>
                  </a:lnTo>
                  <a:lnTo>
                    <a:pt x="7039" y="6138"/>
                  </a:lnTo>
                  <a:lnTo>
                    <a:pt x="7039" y="6041"/>
                  </a:lnTo>
                  <a:lnTo>
                    <a:pt x="7039" y="6041"/>
                  </a:lnTo>
                  <a:lnTo>
                    <a:pt x="7039" y="5943"/>
                  </a:lnTo>
                  <a:lnTo>
                    <a:pt x="7015" y="5846"/>
                  </a:lnTo>
                  <a:lnTo>
                    <a:pt x="6942" y="5748"/>
                  </a:lnTo>
                  <a:lnTo>
                    <a:pt x="6893" y="5651"/>
                  </a:lnTo>
                  <a:lnTo>
                    <a:pt x="1389" y="147"/>
                  </a:lnTo>
                  <a:lnTo>
                    <a:pt x="1389" y="147"/>
                  </a:lnTo>
                  <a:lnTo>
                    <a:pt x="1291" y="98"/>
                  </a:lnTo>
                  <a:lnTo>
                    <a:pt x="1194" y="25"/>
                  </a:lnTo>
                  <a:lnTo>
                    <a:pt x="1096" y="0"/>
                  </a:lnTo>
                  <a:lnTo>
                    <a:pt x="999" y="0"/>
                  </a:lnTo>
                  <a:lnTo>
                    <a:pt x="999" y="0"/>
                  </a:lnTo>
                  <a:lnTo>
                    <a:pt x="902" y="0"/>
                  </a:lnTo>
                  <a:lnTo>
                    <a:pt x="780" y="25"/>
                  </a:lnTo>
                  <a:lnTo>
                    <a:pt x="682" y="98"/>
                  </a:lnTo>
                  <a:lnTo>
                    <a:pt x="609" y="147"/>
                  </a:lnTo>
                  <a:lnTo>
                    <a:pt x="609" y="147"/>
                  </a:lnTo>
                  <a:lnTo>
                    <a:pt x="487" y="293"/>
                  </a:lnTo>
                  <a:lnTo>
                    <a:pt x="366" y="439"/>
                  </a:lnTo>
                  <a:lnTo>
                    <a:pt x="293" y="585"/>
                  </a:lnTo>
                  <a:lnTo>
                    <a:pt x="195" y="731"/>
                  </a:lnTo>
                  <a:lnTo>
                    <a:pt x="73" y="1048"/>
                  </a:lnTo>
                  <a:lnTo>
                    <a:pt x="0" y="1389"/>
                  </a:lnTo>
                  <a:lnTo>
                    <a:pt x="0" y="1730"/>
                  </a:lnTo>
                  <a:lnTo>
                    <a:pt x="25" y="2046"/>
                  </a:lnTo>
                  <a:lnTo>
                    <a:pt x="122" y="2387"/>
                  </a:lnTo>
                  <a:lnTo>
                    <a:pt x="268" y="2704"/>
                  </a:lnTo>
                  <a:lnTo>
                    <a:pt x="268" y="2704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" name="Google Shape;310;p29"/>
            <p:cNvSpPr/>
            <p:nvPr/>
          </p:nvSpPr>
          <p:spPr>
            <a:xfrm>
              <a:off x="2662850" y="1699400"/>
              <a:ext cx="303250" cy="303250"/>
            </a:xfrm>
            <a:custGeom>
              <a:avLst/>
              <a:gdLst/>
              <a:ahLst/>
              <a:cxnLst/>
              <a:rect l="l" t="t" r="r" b="b"/>
              <a:pathLst>
                <a:path w="12130" h="12130" fill="none" extrusionOk="0">
                  <a:moveTo>
                    <a:pt x="8038" y="1"/>
                  </a:moveTo>
                  <a:lnTo>
                    <a:pt x="4872" y="3191"/>
                  </a:lnTo>
                  <a:lnTo>
                    <a:pt x="4872" y="3191"/>
                  </a:lnTo>
                  <a:lnTo>
                    <a:pt x="4628" y="3094"/>
                  </a:lnTo>
                  <a:lnTo>
                    <a:pt x="4385" y="2997"/>
                  </a:lnTo>
                  <a:lnTo>
                    <a:pt x="4092" y="2899"/>
                  </a:lnTo>
                  <a:lnTo>
                    <a:pt x="3800" y="2850"/>
                  </a:lnTo>
                  <a:lnTo>
                    <a:pt x="3484" y="2777"/>
                  </a:lnTo>
                  <a:lnTo>
                    <a:pt x="3167" y="2729"/>
                  </a:lnTo>
                  <a:lnTo>
                    <a:pt x="2850" y="2704"/>
                  </a:lnTo>
                  <a:lnTo>
                    <a:pt x="2534" y="2704"/>
                  </a:lnTo>
                  <a:lnTo>
                    <a:pt x="2534" y="2704"/>
                  </a:lnTo>
                  <a:lnTo>
                    <a:pt x="2241" y="2704"/>
                  </a:lnTo>
                  <a:lnTo>
                    <a:pt x="1949" y="2729"/>
                  </a:lnTo>
                  <a:lnTo>
                    <a:pt x="1633" y="2777"/>
                  </a:lnTo>
                  <a:lnTo>
                    <a:pt x="1316" y="2850"/>
                  </a:lnTo>
                  <a:lnTo>
                    <a:pt x="999" y="2972"/>
                  </a:lnTo>
                  <a:lnTo>
                    <a:pt x="707" y="3094"/>
                  </a:lnTo>
                  <a:lnTo>
                    <a:pt x="415" y="3289"/>
                  </a:lnTo>
                  <a:lnTo>
                    <a:pt x="147" y="3508"/>
                  </a:lnTo>
                  <a:lnTo>
                    <a:pt x="147" y="3508"/>
                  </a:lnTo>
                  <a:lnTo>
                    <a:pt x="74" y="3581"/>
                  </a:lnTo>
                  <a:lnTo>
                    <a:pt x="25" y="3678"/>
                  </a:lnTo>
                  <a:lnTo>
                    <a:pt x="1" y="3776"/>
                  </a:lnTo>
                  <a:lnTo>
                    <a:pt x="1" y="3898"/>
                  </a:lnTo>
                  <a:lnTo>
                    <a:pt x="1" y="3898"/>
                  </a:lnTo>
                  <a:lnTo>
                    <a:pt x="1" y="3995"/>
                  </a:lnTo>
                  <a:lnTo>
                    <a:pt x="25" y="4093"/>
                  </a:lnTo>
                  <a:lnTo>
                    <a:pt x="74" y="4190"/>
                  </a:lnTo>
                  <a:lnTo>
                    <a:pt x="147" y="4287"/>
                  </a:lnTo>
                  <a:lnTo>
                    <a:pt x="7843" y="11984"/>
                  </a:lnTo>
                  <a:lnTo>
                    <a:pt x="7843" y="11984"/>
                  </a:lnTo>
                  <a:lnTo>
                    <a:pt x="7941" y="12057"/>
                  </a:lnTo>
                  <a:lnTo>
                    <a:pt x="8038" y="12105"/>
                  </a:lnTo>
                  <a:lnTo>
                    <a:pt x="8135" y="12130"/>
                  </a:lnTo>
                  <a:lnTo>
                    <a:pt x="8233" y="12130"/>
                  </a:lnTo>
                  <a:lnTo>
                    <a:pt x="8233" y="12130"/>
                  </a:lnTo>
                  <a:lnTo>
                    <a:pt x="8355" y="12130"/>
                  </a:lnTo>
                  <a:lnTo>
                    <a:pt x="8452" y="12105"/>
                  </a:lnTo>
                  <a:lnTo>
                    <a:pt x="8549" y="12057"/>
                  </a:lnTo>
                  <a:lnTo>
                    <a:pt x="8622" y="11984"/>
                  </a:lnTo>
                  <a:lnTo>
                    <a:pt x="8622" y="11984"/>
                  </a:lnTo>
                  <a:lnTo>
                    <a:pt x="8842" y="11716"/>
                  </a:lnTo>
                  <a:lnTo>
                    <a:pt x="9036" y="11423"/>
                  </a:lnTo>
                  <a:lnTo>
                    <a:pt x="9158" y="11131"/>
                  </a:lnTo>
                  <a:lnTo>
                    <a:pt x="9280" y="10814"/>
                  </a:lnTo>
                  <a:lnTo>
                    <a:pt x="9353" y="10498"/>
                  </a:lnTo>
                  <a:lnTo>
                    <a:pt x="9402" y="10181"/>
                  </a:lnTo>
                  <a:lnTo>
                    <a:pt x="9426" y="9889"/>
                  </a:lnTo>
                  <a:lnTo>
                    <a:pt x="9426" y="9597"/>
                  </a:lnTo>
                  <a:lnTo>
                    <a:pt x="9426" y="9597"/>
                  </a:lnTo>
                  <a:lnTo>
                    <a:pt x="9426" y="9280"/>
                  </a:lnTo>
                  <a:lnTo>
                    <a:pt x="9402" y="8964"/>
                  </a:lnTo>
                  <a:lnTo>
                    <a:pt x="9353" y="8647"/>
                  </a:lnTo>
                  <a:lnTo>
                    <a:pt x="9280" y="8330"/>
                  </a:lnTo>
                  <a:lnTo>
                    <a:pt x="9231" y="8038"/>
                  </a:lnTo>
                  <a:lnTo>
                    <a:pt x="9134" y="7746"/>
                  </a:lnTo>
                  <a:lnTo>
                    <a:pt x="9036" y="7502"/>
                  </a:lnTo>
                  <a:lnTo>
                    <a:pt x="8939" y="7259"/>
                  </a:lnTo>
                  <a:lnTo>
                    <a:pt x="12130" y="4093"/>
                  </a:lnTo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" name="Google Shape;311;p29"/>
            <p:cNvSpPr/>
            <p:nvPr/>
          </p:nvSpPr>
          <p:spPr>
            <a:xfrm>
              <a:off x="2814912" y="1754062"/>
              <a:ext cx="49950" cy="49950"/>
            </a:xfrm>
            <a:custGeom>
              <a:avLst/>
              <a:gdLst/>
              <a:ahLst/>
              <a:cxnLst/>
              <a:rect l="l" t="t" r="r" b="b"/>
              <a:pathLst>
                <a:path w="1998" h="1998" fill="none" extrusionOk="0">
                  <a:moveTo>
                    <a:pt x="1" y="1997"/>
                  </a:moveTo>
                  <a:lnTo>
                    <a:pt x="1998" y="0"/>
                  </a:lnTo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12" name="Google Shape;312;p29"/>
          <p:cNvSpPr/>
          <p:nvPr/>
        </p:nvSpPr>
        <p:spPr>
          <a:xfrm>
            <a:off x="725455" y="1941076"/>
            <a:ext cx="2798399" cy="2798399"/>
          </a:xfrm>
          <a:prstGeom prst="ellipse">
            <a:avLst/>
          </a:prstGeom>
          <a:solidFill>
            <a:srgbClr val="FFCD00"/>
          </a:solidFill>
          <a:ln w="11430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b="1" dirty="0">
              <a:latin typeface="Lora"/>
              <a:ea typeface="Lora"/>
              <a:cs typeface="Lora"/>
              <a:sym typeface="Lora"/>
            </a:endParaRPr>
          </a:p>
        </p:txBody>
      </p:sp>
      <p:sp>
        <p:nvSpPr>
          <p:cNvPr id="313" name="Google Shape;313;p29"/>
          <p:cNvSpPr/>
          <p:nvPr/>
        </p:nvSpPr>
        <p:spPr>
          <a:xfrm>
            <a:off x="4808073" y="2015897"/>
            <a:ext cx="1542871" cy="1542871"/>
          </a:xfrm>
          <a:prstGeom prst="ellipse">
            <a:avLst/>
          </a:prstGeom>
          <a:solidFill>
            <a:srgbClr val="FF0000"/>
          </a:solidFill>
          <a:ln w="1143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Lora"/>
                <a:ea typeface="Lora"/>
                <a:cs typeface="Lora"/>
                <a:sym typeface="Lora"/>
              </a:rPr>
              <a:t>Linux</a:t>
            </a:r>
            <a:endParaRPr sz="1800" b="1" dirty="0">
              <a:latin typeface="Lora"/>
              <a:ea typeface="Lora"/>
              <a:cs typeface="Lora"/>
              <a:sym typeface="Lora"/>
            </a:endParaRPr>
          </a:p>
        </p:txBody>
      </p:sp>
      <p:sp>
        <p:nvSpPr>
          <p:cNvPr id="317" name="Google Shape;317;p29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10</a:t>
            </a:fld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CADA976-E874-41A7-A79F-C51D2BB1127C}"/>
              </a:ext>
            </a:extLst>
          </p:cNvPr>
          <p:cNvSpPr txBox="1"/>
          <p:nvPr/>
        </p:nvSpPr>
        <p:spPr>
          <a:xfrm>
            <a:off x="1466772" y="1597082"/>
            <a:ext cx="132440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 dirty="0">
                <a:latin typeface="Lora" pitchFamily="2" charset="0"/>
              </a:rPr>
              <a:t>Windows</a:t>
            </a:r>
            <a:endParaRPr lang="ko-KR" altLang="en-US" sz="2000" b="1" dirty="0">
              <a:latin typeface="Lora" pitchFamily="2" charset="0"/>
            </a:endParaRPr>
          </a:p>
        </p:txBody>
      </p:sp>
      <p:sp>
        <p:nvSpPr>
          <p:cNvPr id="27" name="Google Shape;313;p29">
            <a:extLst>
              <a:ext uri="{FF2B5EF4-FFF2-40B4-BE49-F238E27FC236}">
                <a16:creationId xmlns:a16="http://schemas.microsoft.com/office/drawing/2014/main" id="{848648AB-734A-4EBC-84D2-F758E186216B}"/>
              </a:ext>
            </a:extLst>
          </p:cNvPr>
          <p:cNvSpPr/>
          <p:nvPr/>
        </p:nvSpPr>
        <p:spPr>
          <a:xfrm>
            <a:off x="850758" y="2914889"/>
            <a:ext cx="1153219" cy="1153219"/>
          </a:xfrm>
          <a:prstGeom prst="ellipse">
            <a:avLst/>
          </a:prstGeom>
          <a:solidFill>
            <a:srgbClr val="FF0000"/>
          </a:solidFill>
          <a:ln w="1143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91425" rIns="0" bIns="91425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sz="1600" b="1" spc="-150" dirty="0">
                <a:latin typeface="Lora"/>
                <a:ea typeface="Lora"/>
                <a:cs typeface="Lora"/>
                <a:sym typeface="Lora"/>
              </a:rPr>
              <a:t>GUI</a:t>
            </a:r>
            <a:endParaRPr sz="1600" b="1" spc="-150" dirty="0">
              <a:latin typeface="Lora"/>
              <a:ea typeface="Lora"/>
              <a:cs typeface="Lora"/>
              <a:sym typeface="Lora"/>
            </a:endParaRPr>
          </a:p>
        </p:txBody>
      </p:sp>
      <p:sp>
        <p:nvSpPr>
          <p:cNvPr id="29" name="Google Shape;313;p29">
            <a:extLst>
              <a:ext uri="{FF2B5EF4-FFF2-40B4-BE49-F238E27FC236}">
                <a16:creationId xmlns:a16="http://schemas.microsoft.com/office/drawing/2014/main" id="{07014866-45AB-4225-946E-3DD9CB2F75CF}"/>
              </a:ext>
            </a:extLst>
          </p:cNvPr>
          <p:cNvSpPr/>
          <p:nvPr/>
        </p:nvSpPr>
        <p:spPr>
          <a:xfrm>
            <a:off x="2496271" y="3459503"/>
            <a:ext cx="740972" cy="740972"/>
          </a:xfrm>
          <a:prstGeom prst="ellipse">
            <a:avLst/>
          </a:prstGeom>
          <a:solidFill>
            <a:schemeClr val="bg1"/>
          </a:solidFill>
          <a:ln w="114300" cap="flat" cmpd="sng">
            <a:noFill/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91425" rIns="0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spc="-100" dirty="0">
                <a:latin typeface="Lora"/>
                <a:ea typeface="Lora"/>
                <a:cs typeface="Lora"/>
                <a:sym typeface="Lora"/>
              </a:rPr>
              <a:t>Library</a:t>
            </a:r>
            <a:endParaRPr sz="1200" b="1" spc="-100" dirty="0">
              <a:latin typeface="Lora"/>
              <a:ea typeface="Lora"/>
              <a:cs typeface="Lora"/>
              <a:sym typeface="Lora"/>
            </a:endParaRPr>
          </a:p>
        </p:txBody>
      </p:sp>
      <p:sp>
        <p:nvSpPr>
          <p:cNvPr id="30" name="Google Shape;313;p29">
            <a:extLst>
              <a:ext uri="{FF2B5EF4-FFF2-40B4-BE49-F238E27FC236}">
                <a16:creationId xmlns:a16="http://schemas.microsoft.com/office/drawing/2014/main" id="{87CB160C-0DF1-4F56-B872-DF218B52E1D6}"/>
              </a:ext>
            </a:extLst>
          </p:cNvPr>
          <p:cNvSpPr/>
          <p:nvPr/>
        </p:nvSpPr>
        <p:spPr>
          <a:xfrm>
            <a:off x="1754482" y="3902470"/>
            <a:ext cx="740972" cy="740972"/>
          </a:xfrm>
          <a:prstGeom prst="ellipse">
            <a:avLst/>
          </a:prstGeom>
          <a:solidFill>
            <a:schemeClr val="bg1"/>
          </a:solidFill>
          <a:ln w="114300" cap="flat" cmpd="sng">
            <a:noFill/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91425" rIns="0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spc="-100" dirty="0">
                <a:latin typeface="Lora"/>
                <a:ea typeface="Lora"/>
                <a:cs typeface="Lora"/>
                <a:sym typeface="Lora"/>
              </a:rPr>
              <a:t>Utility</a:t>
            </a:r>
            <a:endParaRPr sz="1200" b="1" spc="-100" dirty="0">
              <a:latin typeface="Lora"/>
              <a:ea typeface="Lora"/>
              <a:cs typeface="Lora"/>
              <a:sym typeface="Lora"/>
            </a:endParaRPr>
          </a:p>
        </p:txBody>
      </p:sp>
      <p:sp>
        <p:nvSpPr>
          <p:cNvPr id="37" name="Google Shape;172;p20">
            <a:extLst>
              <a:ext uri="{FF2B5EF4-FFF2-40B4-BE49-F238E27FC236}">
                <a16:creationId xmlns:a16="http://schemas.microsoft.com/office/drawing/2014/main" id="{89BC5648-A98E-4210-B12F-B5753D7A1868}"/>
              </a:ext>
            </a:extLst>
          </p:cNvPr>
          <p:cNvSpPr txBox="1">
            <a:spLocks/>
          </p:cNvSpPr>
          <p:nvPr/>
        </p:nvSpPr>
        <p:spPr>
          <a:xfrm>
            <a:off x="3219451" y="1651075"/>
            <a:ext cx="2334000" cy="312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spcBef>
                <a:spcPts val="600"/>
              </a:spcBef>
            </a:pPr>
            <a:endParaRPr lang="ko-KR" altLang="en-US" b="1" dirty="0">
              <a:highlight>
                <a:schemeClr val="accent1"/>
              </a:highlight>
            </a:endParaRPr>
          </a:p>
        </p:txBody>
      </p:sp>
      <p:sp>
        <p:nvSpPr>
          <p:cNvPr id="33" name="Google Shape;313;p29">
            <a:extLst>
              <a:ext uri="{FF2B5EF4-FFF2-40B4-BE49-F238E27FC236}">
                <a16:creationId xmlns:a16="http://schemas.microsoft.com/office/drawing/2014/main" id="{906E1F76-8E26-4178-8E83-15B2CC609B17}"/>
              </a:ext>
            </a:extLst>
          </p:cNvPr>
          <p:cNvSpPr/>
          <p:nvPr/>
        </p:nvSpPr>
        <p:spPr>
          <a:xfrm>
            <a:off x="1864745" y="2100565"/>
            <a:ext cx="1153219" cy="1153219"/>
          </a:xfrm>
          <a:prstGeom prst="ellipse">
            <a:avLst/>
          </a:prstGeom>
          <a:solidFill>
            <a:srgbClr val="FF0000"/>
          </a:solidFill>
          <a:ln w="1143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91425" rIns="0" bIns="91425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spc="-150" dirty="0">
                <a:latin typeface="Lora"/>
                <a:ea typeface="Lora"/>
                <a:cs typeface="Lora"/>
                <a:sym typeface="Lora"/>
              </a:rPr>
              <a:t>Windows NT</a:t>
            </a:r>
            <a:endParaRPr sz="1600" b="1" spc="-150" dirty="0">
              <a:latin typeface="Lora"/>
              <a:ea typeface="Lora"/>
              <a:cs typeface="Lora"/>
              <a:sym typeface="Lora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F2411068-82A7-A0BB-29E4-28355360EFD6}"/>
              </a:ext>
            </a:extLst>
          </p:cNvPr>
          <p:cNvSpPr/>
          <p:nvPr/>
        </p:nvSpPr>
        <p:spPr>
          <a:xfrm>
            <a:off x="1754483" y="2239674"/>
            <a:ext cx="4338588" cy="79379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2" name="Google Shape;750;p46">
            <a:extLst>
              <a:ext uri="{FF2B5EF4-FFF2-40B4-BE49-F238E27FC236}">
                <a16:creationId xmlns:a16="http://schemas.microsoft.com/office/drawing/2014/main" id="{DB73148A-468F-D0CE-E488-F3395683BD0B}"/>
              </a:ext>
            </a:extLst>
          </p:cNvPr>
          <p:cNvCxnSpPr>
            <a:cxnSpLocks/>
          </p:cNvCxnSpPr>
          <p:nvPr/>
        </p:nvCxnSpPr>
        <p:spPr>
          <a:xfrm flipH="1">
            <a:off x="6084875" y="2642789"/>
            <a:ext cx="1212740" cy="0"/>
          </a:xfrm>
          <a:prstGeom prst="straightConnector1">
            <a:avLst/>
          </a:prstGeom>
          <a:noFill/>
          <a:ln w="28575" cap="rnd" cmpd="sng">
            <a:solidFill>
              <a:schemeClr val="dk1"/>
            </a:solidFill>
            <a:prstDash val="solid"/>
            <a:miter lim="800000"/>
            <a:headEnd type="arrow" w="sm" len="sm"/>
            <a:tailEnd type="none" w="sm" len="sm"/>
          </a:ln>
        </p:spPr>
      </p:cxnSp>
      <p:sp>
        <p:nvSpPr>
          <p:cNvPr id="10" name="Google Shape;110;p15">
            <a:extLst>
              <a:ext uri="{FF2B5EF4-FFF2-40B4-BE49-F238E27FC236}">
                <a16:creationId xmlns:a16="http://schemas.microsoft.com/office/drawing/2014/main" id="{84D9EB72-CA58-CA6A-F7DC-2926E996D569}"/>
              </a:ext>
            </a:extLst>
          </p:cNvPr>
          <p:cNvSpPr txBox="1">
            <a:spLocks/>
          </p:cNvSpPr>
          <p:nvPr/>
        </p:nvSpPr>
        <p:spPr>
          <a:xfrm>
            <a:off x="7279255" y="2419993"/>
            <a:ext cx="1107412" cy="43315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Lora"/>
              <a:buNone/>
              <a:defRPr sz="2000" b="1" i="0" u="none" strike="noStrike" cap="none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Lora"/>
              <a:buNone/>
              <a:defRPr sz="2000" b="1" i="0" u="none" strike="noStrike" cap="none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Lora"/>
              <a:buNone/>
              <a:defRPr sz="2000" b="1" i="0" u="none" strike="noStrike" cap="none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Lora"/>
              <a:buNone/>
              <a:defRPr sz="2000" b="1" i="0" u="none" strike="noStrike" cap="none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Lora"/>
              <a:buNone/>
              <a:defRPr sz="2000" b="1" i="0" u="none" strike="noStrike" cap="none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Lora"/>
              <a:buNone/>
              <a:defRPr sz="2000" b="1" i="0" u="none" strike="noStrike" cap="none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Lora"/>
              <a:buNone/>
              <a:defRPr sz="2000" b="1" i="0" u="none" strike="noStrike" cap="none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Lora"/>
              <a:buNone/>
              <a:defRPr sz="2000" b="1" i="0" u="none" strike="noStrike" cap="none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Lora"/>
              <a:buNone/>
              <a:defRPr sz="2000" b="1" i="0" u="none" strike="noStrike" cap="none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defRPr>
            </a:lvl9pPr>
          </a:lstStyle>
          <a:p>
            <a:pPr algn="ctr"/>
            <a:r>
              <a:rPr lang="ko-KR" altLang="en-US" sz="1600" dirty="0">
                <a:solidFill>
                  <a:schemeClr val="bg1"/>
                </a:solidFill>
              </a:rPr>
              <a:t>커널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2" grpId="0" animBg="1"/>
      <p:bldP spid="313" grpId="0" animBg="1"/>
      <p:bldP spid="9" grpId="0"/>
      <p:bldP spid="27" grpId="0" animBg="1"/>
      <p:bldP spid="29" grpId="0" animBg="1"/>
      <p:bldP spid="30" grpId="0" animBg="1"/>
      <p:bldP spid="33" grpId="0" animBg="1"/>
      <p:bldP spid="2" grpId="0" animBg="1"/>
      <p:bldP spid="10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6CFABF33-9267-EE16-A828-70C8420404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5000" y="1980438"/>
            <a:ext cx="5334000" cy="2266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B50F35B1-52A3-D8D2-D091-906A6A1584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21975" y="1332968"/>
            <a:ext cx="5317025" cy="3247038"/>
          </a:xfrm>
          <a:prstGeom prst="rect">
            <a:avLst/>
          </a:prstGeom>
        </p:spPr>
      </p:pic>
      <p:sp>
        <p:nvSpPr>
          <p:cNvPr id="306" name="Google Shape;306;p29"/>
          <p:cNvSpPr txBox="1">
            <a:spLocks noGrp="1"/>
          </p:cNvSpPr>
          <p:nvPr>
            <p:ph type="title"/>
          </p:nvPr>
        </p:nvSpPr>
        <p:spPr>
          <a:xfrm>
            <a:off x="1381250" y="896112"/>
            <a:ext cx="38784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For Your Information</a:t>
            </a:r>
            <a:endParaRPr dirty="0"/>
          </a:p>
        </p:txBody>
      </p:sp>
      <p:grpSp>
        <p:nvGrpSpPr>
          <p:cNvPr id="307" name="Google Shape;307;p29"/>
          <p:cNvGrpSpPr/>
          <p:nvPr/>
        </p:nvGrpSpPr>
        <p:grpSpPr>
          <a:xfrm>
            <a:off x="916458" y="1019750"/>
            <a:ext cx="214625" cy="214625"/>
            <a:chOff x="2594050" y="1631825"/>
            <a:chExt cx="439625" cy="439625"/>
          </a:xfrm>
        </p:grpSpPr>
        <p:sp>
          <p:nvSpPr>
            <p:cNvPr id="308" name="Google Shape;308;p29"/>
            <p:cNvSpPr/>
            <p:nvPr/>
          </p:nvSpPr>
          <p:spPr>
            <a:xfrm>
              <a:off x="2594050" y="1883300"/>
              <a:ext cx="188175" cy="188150"/>
            </a:xfrm>
            <a:custGeom>
              <a:avLst/>
              <a:gdLst/>
              <a:ahLst/>
              <a:cxnLst/>
              <a:rect l="l" t="t" r="r" b="b"/>
              <a:pathLst>
                <a:path w="7527" h="7526" fill="none" extrusionOk="0">
                  <a:moveTo>
                    <a:pt x="5992" y="0"/>
                  </a:moveTo>
                  <a:lnTo>
                    <a:pt x="537" y="6430"/>
                  </a:lnTo>
                  <a:lnTo>
                    <a:pt x="1" y="7526"/>
                  </a:lnTo>
                  <a:lnTo>
                    <a:pt x="1097" y="6990"/>
                  </a:lnTo>
                  <a:lnTo>
                    <a:pt x="7526" y="1534"/>
                  </a:lnTo>
                  <a:lnTo>
                    <a:pt x="5992" y="0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" name="Google Shape;309;p29"/>
            <p:cNvSpPr/>
            <p:nvPr/>
          </p:nvSpPr>
          <p:spPr>
            <a:xfrm>
              <a:off x="2857700" y="1631825"/>
              <a:ext cx="175975" cy="176000"/>
            </a:xfrm>
            <a:custGeom>
              <a:avLst/>
              <a:gdLst/>
              <a:ahLst/>
              <a:cxnLst/>
              <a:rect l="l" t="t" r="r" b="b"/>
              <a:pathLst>
                <a:path w="7039" h="7040" fill="none" extrusionOk="0">
                  <a:moveTo>
                    <a:pt x="268" y="2704"/>
                  </a:moveTo>
                  <a:lnTo>
                    <a:pt x="4336" y="6771"/>
                  </a:lnTo>
                  <a:lnTo>
                    <a:pt x="4336" y="6771"/>
                  </a:lnTo>
                  <a:lnTo>
                    <a:pt x="4336" y="6771"/>
                  </a:lnTo>
                  <a:lnTo>
                    <a:pt x="4652" y="6917"/>
                  </a:lnTo>
                  <a:lnTo>
                    <a:pt x="4993" y="7015"/>
                  </a:lnTo>
                  <a:lnTo>
                    <a:pt x="5310" y="7039"/>
                  </a:lnTo>
                  <a:lnTo>
                    <a:pt x="5651" y="7039"/>
                  </a:lnTo>
                  <a:lnTo>
                    <a:pt x="5992" y="6966"/>
                  </a:lnTo>
                  <a:lnTo>
                    <a:pt x="6308" y="6844"/>
                  </a:lnTo>
                  <a:lnTo>
                    <a:pt x="6454" y="6747"/>
                  </a:lnTo>
                  <a:lnTo>
                    <a:pt x="6601" y="6674"/>
                  </a:lnTo>
                  <a:lnTo>
                    <a:pt x="6747" y="6552"/>
                  </a:lnTo>
                  <a:lnTo>
                    <a:pt x="6893" y="6430"/>
                  </a:lnTo>
                  <a:lnTo>
                    <a:pt x="6893" y="6430"/>
                  </a:lnTo>
                  <a:lnTo>
                    <a:pt x="6942" y="6357"/>
                  </a:lnTo>
                  <a:lnTo>
                    <a:pt x="7015" y="6260"/>
                  </a:lnTo>
                  <a:lnTo>
                    <a:pt x="7039" y="6138"/>
                  </a:lnTo>
                  <a:lnTo>
                    <a:pt x="7039" y="6041"/>
                  </a:lnTo>
                  <a:lnTo>
                    <a:pt x="7039" y="6041"/>
                  </a:lnTo>
                  <a:lnTo>
                    <a:pt x="7039" y="5943"/>
                  </a:lnTo>
                  <a:lnTo>
                    <a:pt x="7015" y="5846"/>
                  </a:lnTo>
                  <a:lnTo>
                    <a:pt x="6942" y="5748"/>
                  </a:lnTo>
                  <a:lnTo>
                    <a:pt x="6893" y="5651"/>
                  </a:lnTo>
                  <a:lnTo>
                    <a:pt x="1389" y="147"/>
                  </a:lnTo>
                  <a:lnTo>
                    <a:pt x="1389" y="147"/>
                  </a:lnTo>
                  <a:lnTo>
                    <a:pt x="1291" y="98"/>
                  </a:lnTo>
                  <a:lnTo>
                    <a:pt x="1194" y="25"/>
                  </a:lnTo>
                  <a:lnTo>
                    <a:pt x="1096" y="0"/>
                  </a:lnTo>
                  <a:lnTo>
                    <a:pt x="999" y="0"/>
                  </a:lnTo>
                  <a:lnTo>
                    <a:pt x="999" y="0"/>
                  </a:lnTo>
                  <a:lnTo>
                    <a:pt x="902" y="0"/>
                  </a:lnTo>
                  <a:lnTo>
                    <a:pt x="780" y="25"/>
                  </a:lnTo>
                  <a:lnTo>
                    <a:pt x="682" y="98"/>
                  </a:lnTo>
                  <a:lnTo>
                    <a:pt x="609" y="147"/>
                  </a:lnTo>
                  <a:lnTo>
                    <a:pt x="609" y="147"/>
                  </a:lnTo>
                  <a:lnTo>
                    <a:pt x="487" y="293"/>
                  </a:lnTo>
                  <a:lnTo>
                    <a:pt x="366" y="439"/>
                  </a:lnTo>
                  <a:lnTo>
                    <a:pt x="293" y="585"/>
                  </a:lnTo>
                  <a:lnTo>
                    <a:pt x="195" y="731"/>
                  </a:lnTo>
                  <a:lnTo>
                    <a:pt x="73" y="1048"/>
                  </a:lnTo>
                  <a:lnTo>
                    <a:pt x="0" y="1389"/>
                  </a:lnTo>
                  <a:lnTo>
                    <a:pt x="0" y="1730"/>
                  </a:lnTo>
                  <a:lnTo>
                    <a:pt x="25" y="2046"/>
                  </a:lnTo>
                  <a:lnTo>
                    <a:pt x="122" y="2387"/>
                  </a:lnTo>
                  <a:lnTo>
                    <a:pt x="268" y="2704"/>
                  </a:lnTo>
                  <a:lnTo>
                    <a:pt x="268" y="2704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" name="Google Shape;310;p29"/>
            <p:cNvSpPr/>
            <p:nvPr/>
          </p:nvSpPr>
          <p:spPr>
            <a:xfrm>
              <a:off x="2662850" y="1699400"/>
              <a:ext cx="303250" cy="303250"/>
            </a:xfrm>
            <a:custGeom>
              <a:avLst/>
              <a:gdLst/>
              <a:ahLst/>
              <a:cxnLst/>
              <a:rect l="l" t="t" r="r" b="b"/>
              <a:pathLst>
                <a:path w="12130" h="12130" fill="none" extrusionOk="0">
                  <a:moveTo>
                    <a:pt x="8038" y="1"/>
                  </a:moveTo>
                  <a:lnTo>
                    <a:pt x="4872" y="3191"/>
                  </a:lnTo>
                  <a:lnTo>
                    <a:pt x="4872" y="3191"/>
                  </a:lnTo>
                  <a:lnTo>
                    <a:pt x="4628" y="3094"/>
                  </a:lnTo>
                  <a:lnTo>
                    <a:pt x="4385" y="2997"/>
                  </a:lnTo>
                  <a:lnTo>
                    <a:pt x="4092" y="2899"/>
                  </a:lnTo>
                  <a:lnTo>
                    <a:pt x="3800" y="2850"/>
                  </a:lnTo>
                  <a:lnTo>
                    <a:pt x="3484" y="2777"/>
                  </a:lnTo>
                  <a:lnTo>
                    <a:pt x="3167" y="2729"/>
                  </a:lnTo>
                  <a:lnTo>
                    <a:pt x="2850" y="2704"/>
                  </a:lnTo>
                  <a:lnTo>
                    <a:pt x="2534" y="2704"/>
                  </a:lnTo>
                  <a:lnTo>
                    <a:pt x="2534" y="2704"/>
                  </a:lnTo>
                  <a:lnTo>
                    <a:pt x="2241" y="2704"/>
                  </a:lnTo>
                  <a:lnTo>
                    <a:pt x="1949" y="2729"/>
                  </a:lnTo>
                  <a:lnTo>
                    <a:pt x="1633" y="2777"/>
                  </a:lnTo>
                  <a:lnTo>
                    <a:pt x="1316" y="2850"/>
                  </a:lnTo>
                  <a:lnTo>
                    <a:pt x="999" y="2972"/>
                  </a:lnTo>
                  <a:lnTo>
                    <a:pt x="707" y="3094"/>
                  </a:lnTo>
                  <a:lnTo>
                    <a:pt x="415" y="3289"/>
                  </a:lnTo>
                  <a:lnTo>
                    <a:pt x="147" y="3508"/>
                  </a:lnTo>
                  <a:lnTo>
                    <a:pt x="147" y="3508"/>
                  </a:lnTo>
                  <a:lnTo>
                    <a:pt x="74" y="3581"/>
                  </a:lnTo>
                  <a:lnTo>
                    <a:pt x="25" y="3678"/>
                  </a:lnTo>
                  <a:lnTo>
                    <a:pt x="1" y="3776"/>
                  </a:lnTo>
                  <a:lnTo>
                    <a:pt x="1" y="3898"/>
                  </a:lnTo>
                  <a:lnTo>
                    <a:pt x="1" y="3898"/>
                  </a:lnTo>
                  <a:lnTo>
                    <a:pt x="1" y="3995"/>
                  </a:lnTo>
                  <a:lnTo>
                    <a:pt x="25" y="4093"/>
                  </a:lnTo>
                  <a:lnTo>
                    <a:pt x="74" y="4190"/>
                  </a:lnTo>
                  <a:lnTo>
                    <a:pt x="147" y="4287"/>
                  </a:lnTo>
                  <a:lnTo>
                    <a:pt x="7843" y="11984"/>
                  </a:lnTo>
                  <a:lnTo>
                    <a:pt x="7843" y="11984"/>
                  </a:lnTo>
                  <a:lnTo>
                    <a:pt x="7941" y="12057"/>
                  </a:lnTo>
                  <a:lnTo>
                    <a:pt x="8038" y="12105"/>
                  </a:lnTo>
                  <a:lnTo>
                    <a:pt x="8135" y="12130"/>
                  </a:lnTo>
                  <a:lnTo>
                    <a:pt x="8233" y="12130"/>
                  </a:lnTo>
                  <a:lnTo>
                    <a:pt x="8233" y="12130"/>
                  </a:lnTo>
                  <a:lnTo>
                    <a:pt x="8355" y="12130"/>
                  </a:lnTo>
                  <a:lnTo>
                    <a:pt x="8452" y="12105"/>
                  </a:lnTo>
                  <a:lnTo>
                    <a:pt x="8549" y="12057"/>
                  </a:lnTo>
                  <a:lnTo>
                    <a:pt x="8622" y="11984"/>
                  </a:lnTo>
                  <a:lnTo>
                    <a:pt x="8622" y="11984"/>
                  </a:lnTo>
                  <a:lnTo>
                    <a:pt x="8842" y="11716"/>
                  </a:lnTo>
                  <a:lnTo>
                    <a:pt x="9036" y="11423"/>
                  </a:lnTo>
                  <a:lnTo>
                    <a:pt x="9158" y="11131"/>
                  </a:lnTo>
                  <a:lnTo>
                    <a:pt x="9280" y="10814"/>
                  </a:lnTo>
                  <a:lnTo>
                    <a:pt x="9353" y="10498"/>
                  </a:lnTo>
                  <a:lnTo>
                    <a:pt x="9402" y="10181"/>
                  </a:lnTo>
                  <a:lnTo>
                    <a:pt x="9426" y="9889"/>
                  </a:lnTo>
                  <a:lnTo>
                    <a:pt x="9426" y="9597"/>
                  </a:lnTo>
                  <a:lnTo>
                    <a:pt x="9426" y="9597"/>
                  </a:lnTo>
                  <a:lnTo>
                    <a:pt x="9426" y="9280"/>
                  </a:lnTo>
                  <a:lnTo>
                    <a:pt x="9402" y="8964"/>
                  </a:lnTo>
                  <a:lnTo>
                    <a:pt x="9353" y="8647"/>
                  </a:lnTo>
                  <a:lnTo>
                    <a:pt x="9280" y="8330"/>
                  </a:lnTo>
                  <a:lnTo>
                    <a:pt x="9231" y="8038"/>
                  </a:lnTo>
                  <a:lnTo>
                    <a:pt x="9134" y="7746"/>
                  </a:lnTo>
                  <a:lnTo>
                    <a:pt x="9036" y="7502"/>
                  </a:lnTo>
                  <a:lnTo>
                    <a:pt x="8939" y="7259"/>
                  </a:lnTo>
                  <a:lnTo>
                    <a:pt x="12130" y="4093"/>
                  </a:lnTo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" name="Google Shape;311;p29"/>
            <p:cNvSpPr/>
            <p:nvPr/>
          </p:nvSpPr>
          <p:spPr>
            <a:xfrm>
              <a:off x="2814912" y="1754062"/>
              <a:ext cx="49950" cy="49950"/>
            </a:xfrm>
            <a:custGeom>
              <a:avLst/>
              <a:gdLst/>
              <a:ahLst/>
              <a:cxnLst/>
              <a:rect l="l" t="t" r="r" b="b"/>
              <a:pathLst>
                <a:path w="1998" h="1998" fill="none" extrusionOk="0">
                  <a:moveTo>
                    <a:pt x="1" y="1997"/>
                  </a:moveTo>
                  <a:lnTo>
                    <a:pt x="1998" y="0"/>
                  </a:lnTo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17" name="Google Shape;317;p29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11</a:t>
            </a:fld>
            <a:endParaRPr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84E70855-14A6-85D3-2806-6477D52114F1}"/>
              </a:ext>
            </a:extLst>
          </p:cNvPr>
          <p:cNvSpPr/>
          <p:nvPr/>
        </p:nvSpPr>
        <p:spPr>
          <a:xfrm>
            <a:off x="1905000" y="1331712"/>
            <a:ext cx="5334000" cy="325740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9784DC03-DF72-82B0-9040-9D5AA66D5BEE}"/>
              </a:ext>
            </a:extLst>
          </p:cNvPr>
          <p:cNvSpPr/>
          <p:nvPr/>
        </p:nvSpPr>
        <p:spPr>
          <a:xfrm flipH="1">
            <a:off x="7190661" y="1883760"/>
            <a:ext cx="96678" cy="96678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FF0000"/>
              </a:solidFill>
            </a:endParaRPr>
          </a:p>
        </p:txBody>
      </p:sp>
      <p:cxnSp>
        <p:nvCxnSpPr>
          <p:cNvPr id="19" name="Google Shape;750;p46">
            <a:extLst>
              <a:ext uri="{FF2B5EF4-FFF2-40B4-BE49-F238E27FC236}">
                <a16:creationId xmlns:a16="http://schemas.microsoft.com/office/drawing/2014/main" id="{692DFE1A-B701-84B8-D2F4-B828C5ECB541}"/>
              </a:ext>
            </a:extLst>
          </p:cNvPr>
          <p:cNvCxnSpPr>
            <a:cxnSpLocks/>
          </p:cNvCxnSpPr>
          <p:nvPr/>
        </p:nvCxnSpPr>
        <p:spPr>
          <a:xfrm flipH="1">
            <a:off x="7239000" y="1934811"/>
            <a:ext cx="331177" cy="0"/>
          </a:xfrm>
          <a:prstGeom prst="straightConnector1">
            <a:avLst/>
          </a:prstGeom>
          <a:noFill/>
          <a:ln w="28575" cap="rnd" cmpd="sng">
            <a:solidFill>
              <a:srgbClr val="FF0000"/>
            </a:solidFill>
            <a:prstDash val="solid"/>
            <a:miter lim="800000"/>
            <a:headEnd type="arrow" w="sm" len="sm"/>
            <a:tailEnd type="none" w="sm" len="sm"/>
          </a:ln>
        </p:spPr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DEB77630-9AAD-8558-80B7-186722997DEC}"/>
              </a:ext>
            </a:extLst>
          </p:cNvPr>
          <p:cNvSpPr txBox="1"/>
          <p:nvPr/>
        </p:nvSpPr>
        <p:spPr>
          <a:xfrm>
            <a:off x="7618516" y="1780922"/>
            <a:ext cx="12554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Lora" pitchFamily="2" charset="0"/>
              </a:rPr>
              <a:t>“Terminal”</a:t>
            </a:r>
            <a:endParaRPr lang="ko-KR" altLang="en-US" sz="1600" b="1" dirty="0">
              <a:latin typeface="Lora" pitchFamily="2" charset="0"/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228FA591-54A7-473A-BECF-9BD4FFB78EB0}"/>
              </a:ext>
            </a:extLst>
          </p:cNvPr>
          <p:cNvSpPr/>
          <p:nvPr/>
        </p:nvSpPr>
        <p:spPr>
          <a:xfrm>
            <a:off x="1921975" y="2119476"/>
            <a:ext cx="2351087" cy="2720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타원 25">
            <a:extLst>
              <a:ext uri="{FF2B5EF4-FFF2-40B4-BE49-F238E27FC236}">
                <a16:creationId xmlns:a16="http://schemas.microsoft.com/office/drawing/2014/main" id="{7C7F7054-9A1F-F60C-2D69-98BAC9F51E68}"/>
              </a:ext>
            </a:extLst>
          </p:cNvPr>
          <p:cNvSpPr/>
          <p:nvPr/>
        </p:nvSpPr>
        <p:spPr>
          <a:xfrm flipH="1">
            <a:off x="1861521" y="2201894"/>
            <a:ext cx="96678" cy="96678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FF0000"/>
              </a:solidFill>
            </a:endParaRPr>
          </a:p>
        </p:txBody>
      </p:sp>
      <p:cxnSp>
        <p:nvCxnSpPr>
          <p:cNvPr id="28" name="Google Shape;750;p46">
            <a:extLst>
              <a:ext uri="{FF2B5EF4-FFF2-40B4-BE49-F238E27FC236}">
                <a16:creationId xmlns:a16="http://schemas.microsoft.com/office/drawing/2014/main" id="{677773A5-2D90-9C4C-269A-27C3223E0591}"/>
              </a:ext>
            </a:extLst>
          </p:cNvPr>
          <p:cNvCxnSpPr>
            <a:cxnSpLocks/>
          </p:cNvCxnSpPr>
          <p:nvPr/>
        </p:nvCxnSpPr>
        <p:spPr>
          <a:xfrm>
            <a:off x="1714500" y="2250235"/>
            <a:ext cx="190500" cy="0"/>
          </a:xfrm>
          <a:prstGeom prst="straightConnector1">
            <a:avLst/>
          </a:prstGeom>
          <a:noFill/>
          <a:ln w="28575" cap="rnd" cmpd="sng">
            <a:solidFill>
              <a:srgbClr val="FF0000"/>
            </a:solidFill>
            <a:prstDash val="solid"/>
            <a:miter lim="800000"/>
            <a:headEnd type="arrow" w="sm" len="sm"/>
            <a:tailEnd type="none" w="sm" len="sm"/>
          </a:ln>
        </p:spPr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FCEC484F-3BD2-D3F9-E0C6-1401501739AB}"/>
              </a:ext>
            </a:extLst>
          </p:cNvPr>
          <p:cNvSpPr txBox="1"/>
          <p:nvPr/>
        </p:nvSpPr>
        <p:spPr>
          <a:xfrm>
            <a:off x="-80423" y="2086159"/>
            <a:ext cx="183575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Lora" pitchFamily="2" charset="0"/>
              </a:rPr>
              <a:t>“Command Line”</a:t>
            </a:r>
            <a:endParaRPr lang="ko-KR" altLang="en-US" sz="1600" b="1" dirty="0">
              <a:latin typeface="Lor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308029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21" grpId="0"/>
      <p:bldP spid="24" grpId="0" animBg="1"/>
      <p:bldP spid="26" grpId="0" animBg="1"/>
      <p:bldP spid="3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29"/>
          <p:cNvSpPr/>
          <p:nvPr/>
        </p:nvSpPr>
        <p:spPr>
          <a:xfrm>
            <a:off x="4196789" y="1941076"/>
            <a:ext cx="2798400" cy="2798400"/>
          </a:xfrm>
          <a:prstGeom prst="ellipse">
            <a:avLst/>
          </a:prstGeom>
          <a:solidFill>
            <a:schemeClr val="accent1"/>
          </a:solidFill>
          <a:ln w="11430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b="1" dirty="0">
              <a:latin typeface="Lora"/>
              <a:ea typeface="Lora"/>
              <a:cs typeface="Lora"/>
              <a:sym typeface="Lora"/>
            </a:endParaRPr>
          </a:p>
        </p:txBody>
      </p:sp>
      <p:sp>
        <p:nvSpPr>
          <p:cNvPr id="306" name="Google Shape;306;p29"/>
          <p:cNvSpPr txBox="1">
            <a:spLocks noGrp="1"/>
          </p:cNvSpPr>
          <p:nvPr>
            <p:ph type="title"/>
          </p:nvPr>
        </p:nvSpPr>
        <p:spPr>
          <a:xfrm>
            <a:off x="1381250" y="896112"/>
            <a:ext cx="38784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For Your Information</a:t>
            </a:r>
            <a:endParaRPr dirty="0"/>
          </a:p>
        </p:txBody>
      </p:sp>
      <p:grpSp>
        <p:nvGrpSpPr>
          <p:cNvPr id="307" name="Google Shape;307;p29"/>
          <p:cNvGrpSpPr/>
          <p:nvPr/>
        </p:nvGrpSpPr>
        <p:grpSpPr>
          <a:xfrm>
            <a:off x="916458" y="1019750"/>
            <a:ext cx="214625" cy="214625"/>
            <a:chOff x="2594050" y="1631825"/>
            <a:chExt cx="439625" cy="439625"/>
          </a:xfrm>
        </p:grpSpPr>
        <p:sp>
          <p:nvSpPr>
            <p:cNvPr id="308" name="Google Shape;308;p29"/>
            <p:cNvSpPr/>
            <p:nvPr/>
          </p:nvSpPr>
          <p:spPr>
            <a:xfrm>
              <a:off x="2594050" y="1883300"/>
              <a:ext cx="188175" cy="188150"/>
            </a:xfrm>
            <a:custGeom>
              <a:avLst/>
              <a:gdLst/>
              <a:ahLst/>
              <a:cxnLst/>
              <a:rect l="l" t="t" r="r" b="b"/>
              <a:pathLst>
                <a:path w="7527" h="7526" fill="none" extrusionOk="0">
                  <a:moveTo>
                    <a:pt x="5992" y="0"/>
                  </a:moveTo>
                  <a:lnTo>
                    <a:pt x="537" y="6430"/>
                  </a:lnTo>
                  <a:lnTo>
                    <a:pt x="1" y="7526"/>
                  </a:lnTo>
                  <a:lnTo>
                    <a:pt x="1097" y="6990"/>
                  </a:lnTo>
                  <a:lnTo>
                    <a:pt x="7526" y="1534"/>
                  </a:lnTo>
                  <a:lnTo>
                    <a:pt x="5992" y="0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" name="Google Shape;309;p29"/>
            <p:cNvSpPr/>
            <p:nvPr/>
          </p:nvSpPr>
          <p:spPr>
            <a:xfrm>
              <a:off x="2857700" y="1631825"/>
              <a:ext cx="175975" cy="176000"/>
            </a:xfrm>
            <a:custGeom>
              <a:avLst/>
              <a:gdLst/>
              <a:ahLst/>
              <a:cxnLst/>
              <a:rect l="l" t="t" r="r" b="b"/>
              <a:pathLst>
                <a:path w="7039" h="7040" fill="none" extrusionOk="0">
                  <a:moveTo>
                    <a:pt x="268" y="2704"/>
                  </a:moveTo>
                  <a:lnTo>
                    <a:pt x="4336" y="6771"/>
                  </a:lnTo>
                  <a:lnTo>
                    <a:pt x="4336" y="6771"/>
                  </a:lnTo>
                  <a:lnTo>
                    <a:pt x="4336" y="6771"/>
                  </a:lnTo>
                  <a:lnTo>
                    <a:pt x="4652" y="6917"/>
                  </a:lnTo>
                  <a:lnTo>
                    <a:pt x="4993" y="7015"/>
                  </a:lnTo>
                  <a:lnTo>
                    <a:pt x="5310" y="7039"/>
                  </a:lnTo>
                  <a:lnTo>
                    <a:pt x="5651" y="7039"/>
                  </a:lnTo>
                  <a:lnTo>
                    <a:pt x="5992" y="6966"/>
                  </a:lnTo>
                  <a:lnTo>
                    <a:pt x="6308" y="6844"/>
                  </a:lnTo>
                  <a:lnTo>
                    <a:pt x="6454" y="6747"/>
                  </a:lnTo>
                  <a:lnTo>
                    <a:pt x="6601" y="6674"/>
                  </a:lnTo>
                  <a:lnTo>
                    <a:pt x="6747" y="6552"/>
                  </a:lnTo>
                  <a:lnTo>
                    <a:pt x="6893" y="6430"/>
                  </a:lnTo>
                  <a:lnTo>
                    <a:pt x="6893" y="6430"/>
                  </a:lnTo>
                  <a:lnTo>
                    <a:pt x="6942" y="6357"/>
                  </a:lnTo>
                  <a:lnTo>
                    <a:pt x="7015" y="6260"/>
                  </a:lnTo>
                  <a:lnTo>
                    <a:pt x="7039" y="6138"/>
                  </a:lnTo>
                  <a:lnTo>
                    <a:pt x="7039" y="6041"/>
                  </a:lnTo>
                  <a:lnTo>
                    <a:pt x="7039" y="6041"/>
                  </a:lnTo>
                  <a:lnTo>
                    <a:pt x="7039" y="5943"/>
                  </a:lnTo>
                  <a:lnTo>
                    <a:pt x="7015" y="5846"/>
                  </a:lnTo>
                  <a:lnTo>
                    <a:pt x="6942" y="5748"/>
                  </a:lnTo>
                  <a:lnTo>
                    <a:pt x="6893" y="5651"/>
                  </a:lnTo>
                  <a:lnTo>
                    <a:pt x="1389" y="147"/>
                  </a:lnTo>
                  <a:lnTo>
                    <a:pt x="1389" y="147"/>
                  </a:lnTo>
                  <a:lnTo>
                    <a:pt x="1291" y="98"/>
                  </a:lnTo>
                  <a:lnTo>
                    <a:pt x="1194" y="25"/>
                  </a:lnTo>
                  <a:lnTo>
                    <a:pt x="1096" y="0"/>
                  </a:lnTo>
                  <a:lnTo>
                    <a:pt x="999" y="0"/>
                  </a:lnTo>
                  <a:lnTo>
                    <a:pt x="999" y="0"/>
                  </a:lnTo>
                  <a:lnTo>
                    <a:pt x="902" y="0"/>
                  </a:lnTo>
                  <a:lnTo>
                    <a:pt x="780" y="25"/>
                  </a:lnTo>
                  <a:lnTo>
                    <a:pt x="682" y="98"/>
                  </a:lnTo>
                  <a:lnTo>
                    <a:pt x="609" y="147"/>
                  </a:lnTo>
                  <a:lnTo>
                    <a:pt x="609" y="147"/>
                  </a:lnTo>
                  <a:lnTo>
                    <a:pt x="487" y="293"/>
                  </a:lnTo>
                  <a:lnTo>
                    <a:pt x="366" y="439"/>
                  </a:lnTo>
                  <a:lnTo>
                    <a:pt x="293" y="585"/>
                  </a:lnTo>
                  <a:lnTo>
                    <a:pt x="195" y="731"/>
                  </a:lnTo>
                  <a:lnTo>
                    <a:pt x="73" y="1048"/>
                  </a:lnTo>
                  <a:lnTo>
                    <a:pt x="0" y="1389"/>
                  </a:lnTo>
                  <a:lnTo>
                    <a:pt x="0" y="1730"/>
                  </a:lnTo>
                  <a:lnTo>
                    <a:pt x="25" y="2046"/>
                  </a:lnTo>
                  <a:lnTo>
                    <a:pt x="122" y="2387"/>
                  </a:lnTo>
                  <a:lnTo>
                    <a:pt x="268" y="2704"/>
                  </a:lnTo>
                  <a:lnTo>
                    <a:pt x="268" y="2704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" name="Google Shape;310;p29"/>
            <p:cNvSpPr/>
            <p:nvPr/>
          </p:nvSpPr>
          <p:spPr>
            <a:xfrm>
              <a:off x="2662850" y="1699400"/>
              <a:ext cx="303250" cy="303250"/>
            </a:xfrm>
            <a:custGeom>
              <a:avLst/>
              <a:gdLst/>
              <a:ahLst/>
              <a:cxnLst/>
              <a:rect l="l" t="t" r="r" b="b"/>
              <a:pathLst>
                <a:path w="12130" h="12130" fill="none" extrusionOk="0">
                  <a:moveTo>
                    <a:pt x="8038" y="1"/>
                  </a:moveTo>
                  <a:lnTo>
                    <a:pt x="4872" y="3191"/>
                  </a:lnTo>
                  <a:lnTo>
                    <a:pt x="4872" y="3191"/>
                  </a:lnTo>
                  <a:lnTo>
                    <a:pt x="4628" y="3094"/>
                  </a:lnTo>
                  <a:lnTo>
                    <a:pt x="4385" y="2997"/>
                  </a:lnTo>
                  <a:lnTo>
                    <a:pt x="4092" y="2899"/>
                  </a:lnTo>
                  <a:lnTo>
                    <a:pt x="3800" y="2850"/>
                  </a:lnTo>
                  <a:lnTo>
                    <a:pt x="3484" y="2777"/>
                  </a:lnTo>
                  <a:lnTo>
                    <a:pt x="3167" y="2729"/>
                  </a:lnTo>
                  <a:lnTo>
                    <a:pt x="2850" y="2704"/>
                  </a:lnTo>
                  <a:lnTo>
                    <a:pt x="2534" y="2704"/>
                  </a:lnTo>
                  <a:lnTo>
                    <a:pt x="2534" y="2704"/>
                  </a:lnTo>
                  <a:lnTo>
                    <a:pt x="2241" y="2704"/>
                  </a:lnTo>
                  <a:lnTo>
                    <a:pt x="1949" y="2729"/>
                  </a:lnTo>
                  <a:lnTo>
                    <a:pt x="1633" y="2777"/>
                  </a:lnTo>
                  <a:lnTo>
                    <a:pt x="1316" y="2850"/>
                  </a:lnTo>
                  <a:lnTo>
                    <a:pt x="999" y="2972"/>
                  </a:lnTo>
                  <a:lnTo>
                    <a:pt x="707" y="3094"/>
                  </a:lnTo>
                  <a:lnTo>
                    <a:pt x="415" y="3289"/>
                  </a:lnTo>
                  <a:lnTo>
                    <a:pt x="147" y="3508"/>
                  </a:lnTo>
                  <a:lnTo>
                    <a:pt x="147" y="3508"/>
                  </a:lnTo>
                  <a:lnTo>
                    <a:pt x="74" y="3581"/>
                  </a:lnTo>
                  <a:lnTo>
                    <a:pt x="25" y="3678"/>
                  </a:lnTo>
                  <a:lnTo>
                    <a:pt x="1" y="3776"/>
                  </a:lnTo>
                  <a:lnTo>
                    <a:pt x="1" y="3898"/>
                  </a:lnTo>
                  <a:lnTo>
                    <a:pt x="1" y="3898"/>
                  </a:lnTo>
                  <a:lnTo>
                    <a:pt x="1" y="3995"/>
                  </a:lnTo>
                  <a:lnTo>
                    <a:pt x="25" y="4093"/>
                  </a:lnTo>
                  <a:lnTo>
                    <a:pt x="74" y="4190"/>
                  </a:lnTo>
                  <a:lnTo>
                    <a:pt x="147" y="4287"/>
                  </a:lnTo>
                  <a:lnTo>
                    <a:pt x="7843" y="11984"/>
                  </a:lnTo>
                  <a:lnTo>
                    <a:pt x="7843" y="11984"/>
                  </a:lnTo>
                  <a:lnTo>
                    <a:pt x="7941" y="12057"/>
                  </a:lnTo>
                  <a:lnTo>
                    <a:pt x="8038" y="12105"/>
                  </a:lnTo>
                  <a:lnTo>
                    <a:pt x="8135" y="12130"/>
                  </a:lnTo>
                  <a:lnTo>
                    <a:pt x="8233" y="12130"/>
                  </a:lnTo>
                  <a:lnTo>
                    <a:pt x="8233" y="12130"/>
                  </a:lnTo>
                  <a:lnTo>
                    <a:pt x="8355" y="12130"/>
                  </a:lnTo>
                  <a:lnTo>
                    <a:pt x="8452" y="12105"/>
                  </a:lnTo>
                  <a:lnTo>
                    <a:pt x="8549" y="12057"/>
                  </a:lnTo>
                  <a:lnTo>
                    <a:pt x="8622" y="11984"/>
                  </a:lnTo>
                  <a:lnTo>
                    <a:pt x="8622" y="11984"/>
                  </a:lnTo>
                  <a:lnTo>
                    <a:pt x="8842" y="11716"/>
                  </a:lnTo>
                  <a:lnTo>
                    <a:pt x="9036" y="11423"/>
                  </a:lnTo>
                  <a:lnTo>
                    <a:pt x="9158" y="11131"/>
                  </a:lnTo>
                  <a:lnTo>
                    <a:pt x="9280" y="10814"/>
                  </a:lnTo>
                  <a:lnTo>
                    <a:pt x="9353" y="10498"/>
                  </a:lnTo>
                  <a:lnTo>
                    <a:pt x="9402" y="10181"/>
                  </a:lnTo>
                  <a:lnTo>
                    <a:pt x="9426" y="9889"/>
                  </a:lnTo>
                  <a:lnTo>
                    <a:pt x="9426" y="9597"/>
                  </a:lnTo>
                  <a:lnTo>
                    <a:pt x="9426" y="9597"/>
                  </a:lnTo>
                  <a:lnTo>
                    <a:pt x="9426" y="9280"/>
                  </a:lnTo>
                  <a:lnTo>
                    <a:pt x="9402" y="8964"/>
                  </a:lnTo>
                  <a:lnTo>
                    <a:pt x="9353" y="8647"/>
                  </a:lnTo>
                  <a:lnTo>
                    <a:pt x="9280" y="8330"/>
                  </a:lnTo>
                  <a:lnTo>
                    <a:pt x="9231" y="8038"/>
                  </a:lnTo>
                  <a:lnTo>
                    <a:pt x="9134" y="7746"/>
                  </a:lnTo>
                  <a:lnTo>
                    <a:pt x="9036" y="7502"/>
                  </a:lnTo>
                  <a:lnTo>
                    <a:pt x="8939" y="7259"/>
                  </a:lnTo>
                  <a:lnTo>
                    <a:pt x="12130" y="4093"/>
                  </a:lnTo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" name="Google Shape;311;p29"/>
            <p:cNvSpPr/>
            <p:nvPr/>
          </p:nvSpPr>
          <p:spPr>
            <a:xfrm>
              <a:off x="2814912" y="1754062"/>
              <a:ext cx="49950" cy="49950"/>
            </a:xfrm>
            <a:custGeom>
              <a:avLst/>
              <a:gdLst/>
              <a:ahLst/>
              <a:cxnLst/>
              <a:rect l="l" t="t" r="r" b="b"/>
              <a:pathLst>
                <a:path w="1998" h="1998" fill="none" extrusionOk="0">
                  <a:moveTo>
                    <a:pt x="1" y="1997"/>
                  </a:moveTo>
                  <a:lnTo>
                    <a:pt x="1998" y="0"/>
                  </a:lnTo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12" name="Google Shape;312;p29"/>
          <p:cNvSpPr/>
          <p:nvPr/>
        </p:nvSpPr>
        <p:spPr>
          <a:xfrm>
            <a:off x="725455" y="1941076"/>
            <a:ext cx="2798399" cy="2798399"/>
          </a:xfrm>
          <a:prstGeom prst="ellipse">
            <a:avLst/>
          </a:prstGeom>
          <a:solidFill>
            <a:srgbClr val="FFCD00"/>
          </a:solidFill>
          <a:ln w="11430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b="1" dirty="0">
              <a:latin typeface="Lora"/>
              <a:ea typeface="Lora"/>
              <a:cs typeface="Lora"/>
              <a:sym typeface="Lora"/>
            </a:endParaRPr>
          </a:p>
        </p:txBody>
      </p:sp>
      <p:sp>
        <p:nvSpPr>
          <p:cNvPr id="313" name="Google Shape;313;p29"/>
          <p:cNvSpPr/>
          <p:nvPr/>
        </p:nvSpPr>
        <p:spPr>
          <a:xfrm>
            <a:off x="4808073" y="2015897"/>
            <a:ext cx="1542871" cy="1542871"/>
          </a:xfrm>
          <a:prstGeom prst="ellipse">
            <a:avLst/>
          </a:prstGeom>
          <a:solidFill>
            <a:srgbClr val="FF0000"/>
          </a:solidFill>
          <a:ln w="1143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Lora"/>
                <a:ea typeface="Lora"/>
                <a:cs typeface="Lora"/>
                <a:sym typeface="Lora"/>
              </a:rPr>
              <a:t>Linux</a:t>
            </a:r>
            <a:endParaRPr sz="1800" b="1" dirty="0">
              <a:latin typeface="Lora"/>
              <a:ea typeface="Lora"/>
              <a:cs typeface="Lora"/>
              <a:sym typeface="Lora"/>
            </a:endParaRPr>
          </a:p>
        </p:txBody>
      </p:sp>
      <p:sp>
        <p:nvSpPr>
          <p:cNvPr id="317" name="Google Shape;317;p29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12</a:t>
            </a:fld>
            <a:endParaRPr/>
          </a:p>
        </p:txBody>
      </p:sp>
      <p:sp>
        <p:nvSpPr>
          <p:cNvPr id="14" name="Google Shape;313;p29">
            <a:extLst>
              <a:ext uri="{FF2B5EF4-FFF2-40B4-BE49-F238E27FC236}">
                <a16:creationId xmlns:a16="http://schemas.microsoft.com/office/drawing/2014/main" id="{BF937FE4-05DA-4BCF-B5CF-65B5A74A4256}"/>
              </a:ext>
            </a:extLst>
          </p:cNvPr>
          <p:cNvSpPr/>
          <p:nvPr/>
        </p:nvSpPr>
        <p:spPr>
          <a:xfrm>
            <a:off x="4475326" y="3467970"/>
            <a:ext cx="740972" cy="740972"/>
          </a:xfrm>
          <a:prstGeom prst="ellipse">
            <a:avLst/>
          </a:prstGeom>
          <a:solidFill>
            <a:schemeClr val="bg1"/>
          </a:solidFill>
          <a:ln w="114300" cap="flat" cmpd="sng">
            <a:noFill/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91425" rIns="0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spc="-100" dirty="0">
                <a:latin typeface="Lora"/>
                <a:ea typeface="Lora"/>
                <a:cs typeface="Lora"/>
                <a:sym typeface="Lora"/>
              </a:rPr>
              <a:t>GUI</a:t>
            </a:r>
            <a:endParaRPr sz="1200" b="1" spc="-100" dirty="0">
              <a:latin typeface="Lora"/>
              <a:ea typeface="Lora"/>
              <a:cs typeface="Lora"/>
              <a:sym typeface="Lora"/>
            </a:endParaRPr>
          </a:p>
        </p:txBody>
      </p:sp>
      <p:sp>
        <p:nvSpPr>
          <p:cNvPr id="15" name="Google Shape;313;p29">
            <a:extLst>
              <a:ext uri="{FF2B5EF4-FFF2-40B4-BE49-F238E27FC236}">
                <a16:creationId xmlns:a16="http://schemas.microsoft.com/office/drawing/2014/main" id="{18B11327-6C7A-4DEC-B60D-1ADBAF455F10}"/>
              </a:ext>
            </a:extLst>
          </p:cNvPr>
          <p:cNvSpPr/>
          <p:nvPr/>
        </p:nvSpPr>
        <p:spPr>
          <a:xfrm>
            <a:off x="5962729" y="3459503"/>
            <a:ext cx="740972" cy="740972"/>
          </a:xfrm>
          <a:prstGeom prst="ellipse">
            <a:avLst/>
          </a:prstGeom>
          <a:solidFill>
            <a:schemeClr val="bg1"/>
          </a:solidFill>
          <a:ln w="114300" cap="flat" cmpd="sng">
            <a:noFill/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91425" rIns="0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spc="-100" dirty="0">
                <a:latin typeface="Lora"/>
                <a:ea typeface="Lora"/>
                <a:cs typeface="Lora"/>
                <a:sym typeface="Lora"/>
              </a:rPr>
              <a:t>Library</a:t>
            </a:r>
            <a:endParaRPr sz="1200" b="1" spc="-100" dirty="0">
              <a:latin typeface="Lora"/>
              <a:ea typeface="Lora"/>
              <a:cs typeface="Lora"/>
              <a:sym typeface="Lora"/>
            </a:endParaRPr>
          </a:p>
        </p:txBody>
      </p:sp>
      <p:sp>
        <p:nvSpPr>
          <p:cNvPr id="16" name="Google Shape;313;p29">
            <a:extLst>
              <a:ext uri="{FF2B5EF4-FFF2-40B4-BE49-F238E27FC236}">
                <a16:creationId xmlns:a16="http://schemas.microsoft.com/office/drawing/2014/main" id="{04EC09D3-A2BD-4103-A765-2991B415C378}"/>
              </a:ext>
            </a:extLst>
          </p:cNvPr>
          <p:cNvSpPr/>
          <p:nvPr/>
        </p:nvSpPr>
        <p:spPr>
          <a:xfrm>
            <a:off x="5220940" y="3902470"/>
            <a:ext cx="740972" cy="740972"/>
          </a:xfrm>
          <a:prstGeom prst="ellipse">
            <a:avLst/>
          </a:prstGeom>
          <a:solidFill>
            <a:schemeClr val="bg1"/>
          </a:solidFill>
          <a:ln w="114300" cap="flat" cmpd="sng">
            <a:noFill/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91425" rIns="0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spc="-100" dirty="0">
                <a:latin typeface="Lora"/>
                <a:ea typeface="Lora"/>
                <a:cs typeface="Lora"/>
                <a:sym typeface="Lora"/>
              </a:rPr>
              <a:t>Utility</a:t>
            </a:r>
            <a:endParaRPr sz="1200" b="1" spc="-100" dirty="0">
              <a:latin typeface="Lora"/>
              <a:ea typeface="Lora"/>
              <a:cs typeface="Lora"/>
              <a:sym typeface="Lora"/>
            </a:endParaRPr>
          </a:p>
        </p:txBody>
      </p:sp>
      <p:pic>
        <p:nvPicPr>
          <p:cNvPr id="5" name="그래픽 4" descr="별 단색으로 채워진">
            <a:extLst>
              <a:ext uri="{FF2B5EF4-FFF2-40B4-BE49-F238E27FC236}">
                <a16:creationId xmlns:a16="http://schemas.microsoft.com/office/drawing/2014/main" id="{BDA430F8-9AD0-4B28-AEEB-BA32976C79B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flipH="1">
            <a:off x="4845812" y="2306342"/>
            <a:ext cx="564989" cy="56946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CADA976-E874-41A7-A79F-C51D2BB1127C}"/>
              </a:ext>
            </a:extLst>
          </p:cNvPr>
          <p:cNvSpPr txBox="1"/>
          <p:nvPr/>
        </p:nvSpPr>
        <p:spPr>
          <a:xfrm>
            <a:off x="1466772" y="1597082"/>
            <a:ext cx="132440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 dirty="0">
                <a:latin typeface="Lora" pitchFamily="2" charset="0"/>
              </a:rPr>
              <a:t>Windows</a:t>
            </a:r>
            <a:endParaRPr lang="ko-KR" altLang="en-US" sz="2000" b="1" dirty="0">
              <a:latin typeface="Lora" pitchFamily="2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1EDD3E8-48DF-4FC3-8FA0-009E1D6DD865}"/>
              </a:ext>
            </a:extLst>
          </p:cNvPr>
          <p:cNvSpPr txBox="1"/>
          <p:nvPr/>
        </p:nvSpPr>
        <p:spPr>
          <a:xfrm>
            <a:off x="4861912" y="1597084"/>
            <a:ext cx="134043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100" b="1" dirty="0">
                <a:latin typeface="Lora" pitchFamily="2" charset="0"/>
              </a:rPr>
              <a:t>Ex)</a:t>
            </a:r>
            <a:r>
              <a:rPr lang="en-US" altLang="ko-KR" sz="2000" b="1" dirty="0">
                <a:latin typeface="Lora" pitchFamily="2" charset="0"/>
              </a:rPr>
              <a:t>Ubuntu</a:t>
            </a:r>
            <a:endParaRPr lang="ko-KR" altLang="en-US" sz="2000" b="1" dirty="0">
              <a:latin typeface="Lora" pitchFamily="2" charset="0"/>
            </a:endParaRPr>
          </a:p>
        </p:txBody>
      </p:sp>
      <p:sp>
        <p:nvSpPr>
          <p:cNvPr id="27" name="Google Shape;313;p29">
            <a:extLst>
              <a:ext uri="{FF2B5EF4-FFF2-40B4-BE49-F238E27FC236}">
                <a16:creationId xmlns:a16="http://schemas.microsoft.com/office/drawing/2014/main" id="{848648AB-734A-4EBC-84D2-F758E186216B}"/>
              </a:ext>
            </a:extLst>
          </p:cNvPr>
          <p:cNvSpPr/>
          <p:nvPr/>
        </p:nvSpPr>
        <p:spPr>
          <a:xfrm>
            <a:off x="850758" y="2914889"/>
            <a:ext cx="1153219" cy="1153219"/>
          </a:xfrm>
          <a:prstGeom prst="ellipse">
            <a:avLst/>
          </a:prstGeom>
          <a:solidFill>
            <a:srgbClr val="FF0000"/>
          </a:solidFill>
          <a:ln w="1143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91425" rIns="0" bIns="91425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sz="1600" b="1" spc="-150" dirty="0">
                <a:latin typeface="Lora"/>
                <a:ea typeface="Lora"/>
                <a:cs typeface="Lora"/>
                <a:sym typeface="Lora"/>
              </a:rPr>
              <a:t>GUI</a:t>
            </a:r>
            <a:endParaRPr sz="1600" b="1" spc="-150" dirty="0">
              <a:latin typeface="Lora"/>
              <a:ea typeface="Lora"/>
              <a:cs typeface="Lora"/>
              <a:sym typeface="Lora"/>
            </a:endParaRPr>
          </a:p>
        </p:txBody>
      </p:sp>
      <p:sp>
        <p:nvSpPr>
          <p:cNvPr id="29" name="Google Shape;313;p29">
            <a:extLst>
              <a:ext uri="{FF2B5EF4-FFF2-40B4-BE49-F238E27FC236}">
                <a16:creationId xmlns:a16="http://schemas.microsoft.com/office/drawing/2014/main" id="{07014866-45AB-4225-946E-3DD9CB2F75CF}"/>
              </a:ext>
            </a:extLst>
          </p:cNvPr>
          <p:cNvSpPr/>
          <p:nvPr/>
        </p:nvSpPr>
        <p:spPr>
          <a:xfrm>
            <a:off x="2496271" y="3459503"/>
            <a:ext cx="740972" cy="740972"/>
          </a:xfrm>
          <a:prstGeom prst="ellipse">
            <a:avLst/>
          </a:prstGeom>
          <a:solidFill>
            <a:schemeClr val="bg1"/>
          </a:solidFill>
          <a:ln w="114300" cap="flat" cmpd="sng">
            <a:noFill/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91425" rIns="0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spc="-100" dirty="0">
                <a:latin typeface="Lora"/>
                <a:ea typeface="Lora"/>
                <a:cs typeface="Lora"/>
                <a:sym typeface="Lora"/>
              </a:rPr>
              <a:t>Library</a:t>
            </a:r>
            <a:endParaRPr sz="1200" b="1" spc="-100" dirty="0">
              <a:latin typeface="Lora"/>
              <a:ea typeface="Lora"/>
              <a:cs typeface="Lora"/>
              <a:sym typeface="Lora"/>
            </a:endParaRPr>
          </a:p>
        </p:txBody>
      </p:sp>
      <p:sp>
        <p:nvSpPr>
          <p:cNvPr id="30" name="Google Shape;313;p29">
            <a:extLst>
              <a:ext uri="{FF2B5EF4-FFF2-40B4-BE49-F238E27FC236}">
                <a16:creationId xmlns:a16="http://schemas.microsoft.com/office/drawing/2014/main" id="{87CB160C-0DF1-4F56-B872-DF218B52E1D6}"/>
              </a:ext>
            </a:extLst>
          </p:cNvPr>
          <p:cNvSpPr/>
          <p:nvPr/>
        </p:nvSpPr>
        <p:spPr>
          <a:xfrm>
            <a:off x="1754482" y="3902470"/>
            <a:ext cx="740972" cy="740972"/>
          </a:xfrm>
          <a:prstGeom prst="ellipse">
            <a:avLst/>
          </a:prstGeom>
          <a:solidFill>
            <a:schemeClr val="bg1"/>
          </a:solidFill>
          <a:ln w="114300" cap="flat" cmpd="sng">
            <a:noFill/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91425" rIns="0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spc="-100" dirty="0">
                <a:latin typeface="Lora"/>
                <a:ea typeface="Lora"/>
                <a:cs typeface="Lora"/>
                <a:sym typeface="Lora"/>
              </a:rPr>
              <a:t>Utility</a:t>
            </a:r>
            <a:endParaRPr sz="1200" b="1" spc="-100" dirty="0">
              <a:latin typeface="Lora"/>
              <a:ea typeface="Lora"/>
              <a:cs typeface="Lora"/>
              <a:sym typeface="Lora"/>
            </a:endParaRPr>
          </a:p>
        </p:txBody>
      </p:sp>
      <p:sp>
        <p:nvSpPr>
          <p:cNvPr id="37" name="Google Shape;172;p20">
            <a:extLst>
              <a:ext uri="{FF2B5EF4-FFF2-40B4-BE49-F238E27FC236}">
                <a16:creationId xmlns:a16="http://schemas.microsoft.com/office/drawing/2014/main" id="{89BC5648-A98E-4210-B12F-B5753D7A1868}"/>
              </a:ext>
            </a:extLst>
          </p:cNvPr>
          <p:cNvSpPr txBox="1">
            <a:spLocks/>
          </p:cNvSpPr>
          <p:nvPr/>
        </p:nvSpPr>
        <p:spPr>
          <a:xfrm>
            <a:off x="3219451" y="1651075"/>
            <a:ext cx="2334000" cy="312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spcBef>
                <a:spcPts val="600"/>
              </a:spcBef>
            </a:pPr>
            <a:endParaRPr lang="ko-KR" altLang="en-US" b="1" dirty="0">
              <a:highlight>
                <a:schemeClr val="accent1"/>
              </a:highlight>
            </a:endParaRPr>
          </a:p>
        </p:txBody>
      </p:sp>
      <p:sp>
        <p:nvSpPr>
          <p:cNvPr id="33" name="Google Shape;313;p29">
            <a:extLst>
              <a:ext uri="{FF2B5EF4-FFF2-40B4-BE49-F238E27FC236}">
                <a16:creationId xmlns:a16="http://schemas.microsoft.com/office/drawing/2014/main" id="{906E1F76-8E26-4178-8E83-15B2CC609B17}"/>
              </a:ext>
            </a:extLst>
          </p:cNvPr>
          <p:cNvSpPr/>
          <p:nvPr/>
        </p:nvSpPr>
        <p:spPr>
          <a:xfrm>
            <a:off x="1864745" y="2100565"/>
            <a:ext cx="1153219" cy="1153219"/>
          </a:xfrm>
          <a:prstGeom prst="ellipse">
            <a:avLst/>
          </a:prstGeom>
          <a:solidFill>
            <a:srgbClr val="FF0000"/>
          </a:solidFill>
          <a:ln w="1143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91425" rIns="0" bIns="91425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spc="-150" dirty="0">
                <a:latin typeface="Lora"/>
                <a:ea typeface="Lora"/>
                <a:cs typeface="Lora"/>
                <a:sym typeface="Lora"/>
              </a:rPr>
              <a:t>Windows NT</a:t>
            </a:r>
            <a:endParaRPr sz="1600" b="1" spc="-150" dirty="0">
              <a:latin typeface="Lora"/>
              <a:ea typeface="Lora"/>
              <a:cs typeface="Lora"/>
              <a:sym typeface="Lora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6DDCB2F5-F9A4-4A04-958E-838D098F120F}"/>
              </a:ext>
            </a:extLst>
          </p:cNvPr>
          <p:cNvSpPr/>
          <p:nvPr/>
        </p:nvSpPr>
        <p:spPr>
          <a:xfrm>
            <a:off x="1336431" y="1578196"/>
            <a:ext cx="5109876" cy="40468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F2411068-82A7-A0BB-29E4-28355360EFD6}"/>
              </a:ext>
            </a:extLst>
          </p:cNvPr>
          <p:cNvSpPr/>
          <p:nvPr/>
        </p:nvSpPr>
        <p:spPr>
          <a:xfrm>
            <a:off x="1754483" y="2239674"/>
            <a:ext cx="4338588" cy="79379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647A0777-B564-5A9D-C70B-F0CF1050D9C5}"/>
              </a:ext>
            </a:extLst>
          </p:cNvPr>
          <p:cNvSpPr/>
          <p:nvPr/>
        </p:nvSpPr>
        <p:spPr>
          <a:xfrm flipH="1">
            <a:off x="6397968" y="1737969"/>
            <a:ext cx="96678" cy="9667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7" name="Google Shape;750;p46">
            <a:extLst>
              <a:ext uri="{FF2B5EF4-FFF2-40B4-BE49-F238E27FC236}">
                <a16:creationId xmlns:a16="http://schemas.microsoft.com/office/drawing/2014/main" id="{4232B736-01E3-6152-D90E-3C76A76EDD8C}"/>
              </a:ext>
            </a:extLst>
          </p:cNvPr>
          <p:cNvCxnSpPr>
            <a:cxnSpLocks/>
          </p:cNvCxnSpPr>
          <p:nvPr/>
        </p:nvCxnSpPr>
        <p:spPr>
          <a:xfrm flipH="1">
            <a:off x="6446307" y="1789020"/>
            <a:ext cx="851308" cy="0"/>
          </a:xfrm>
          <a:prstGeom prst="straightConnector1">
            <a:avLst/>
          </a:prstGeom>
          <a:noFill/>
          <a:ln w="28575" cap="rnd" cmpd="sng">
            <a:solidFill>
              <a:schemeClr val="dk1"/>
            </a:solidFill>
            <a:prstDash val="solid"/>
            <a:miter lim="800000"/>
            <a:headEnd type="arrow" w="sm" len="sm"/>
            <a:tailEnd type="none" w="sm" len="sm"/>
          </a:ln>
        </p:spPr>
      </p:cxnSp>
      <p:sp>
        <p:nvSpPr>
          <p:cNvPr id="11" name="타원 10">
            <a:extLst>
              <a:ext uri="{FF2B5EF4-FFF2-40B4-BE49-F238E27FC236}">
                <a16:creationId xmlns:a16="http://schemas.microsoft.com/office/drawing/2014/main" id="{3C8E87E8-B4F8-C9EA-81CB-208D87DEA817}"/>
              </a:ext>
            </a:extLst>
          </p:cNvPr>
          <p:cNvSpPr/>
          <p:nvPr/>
        </p:nvSpPr>
        <p:spPr>
          <a:xfrm flipH="1">
            <a:off x="6036536" y="2591738"/>
            <a:ext cx="96678" cy="9667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2" name="Google Shape;750;p46">
            <a:extLst>
              <a:ext uri="{FF2B5EF4-FFF2-40B4-BE49-F238E27FC236}">
                <a16:creationId xmlns:a16="http://schemas.microsoft.com/office/drawing/2014/main" id="{DB73148A-468F-D0CE-E488-F3395683BD0B}"/>
              </a:ext>
            </a:extLst>
          </p:cNvPr>
          <p:cNvCxnSpPr>
            <a:cxnSpLocks/>
          </p:cNvCxnSpPr>
          <p:nvPr/>
        </p:nvCxnSpPr>
        <p:spPr>
          <a:xfrm flipH="1">
            <a:off x="6084875" y="2642789"/>
            <a:ext cx="1212740" cy="0"/>
          </a:xfrm>
          <a:prstGeom prst="straightConnector1">
            <a:avLst/>
          </a:prstGeom>
          <a:noFill/>
          <a:ln w="28575" cap="rnd" cmpd="sng">
            <a:solidFill>
              <a:schemeClr val="dk1"/>
            </a:solidFill>
            <a:prstDash val="solid"/>
            <a:miter lim="800000"/>
            <a:headEnd type="arrow" w="sm" len="sm"/>
            <a:tailEnd type="none" w="sm" len="sm"/>
          </a:ln>
        </p:spPr>
      </p:cxnSp>
      <p:sp>
        <p:nvSpPr>
          <p:cNvPr id="8" name="Google Shape;110;p15">
            <a:extLst>
              <a:ext uri="{FF2B5EF4-FFF2-40B4-BE49-F238E27FC236}">
                <a16:creationId xmlns:a16="http://schemas.microsoft.com/office/drawing/2014/main" id="{1B47A3B3-7AF0-D0E7-2D07-AEA04CFD345E}"/>
              </a:ext>
            </a:extLst>
          </p:cNvPr>
          <p:cNvSpPr txBox="1">
            <a:spLocks/>
          </p:cNvSpPr>
          <p:nvPr/>
        </p:nvSpPr>
        <p:spPr>
          <a:xfrm>
            <a:off x="7297615" y="1578196"/>
            <a:ext cx="1107412" cy="43315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Lora"/>
              <a:buNone/>
              <a:defRPr sz="2000" b="1" i="0" u="none" strike="noStrike" cap="none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Lora"/>
              <a:buNone/>
              <a:defRPr sz="2000" b="1" i="0" u="none" strike="noStrike" cap="none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Lora"/>
              <a:buNone/>
              <a:defRPr sz="2000" b="1" i="0" u="none" strike="noStrike" cap="none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Lora"/>
              <a:buNone/>
              <a:defRPr sz="2000" b="1" i="0" u="none" strike="noStrike" cap="none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Lora"/>
              <a:buNone/>
              <a:defRPr sz="2000" b="1" i="0" u="none" strike="noStrike" cap="none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Lora"/>
              <a:buNone/>
              <a:defRPr sz="2000" b="1" i="0" u="none" strike="noStrike" cap="none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Lora"/>
              <a:buNone/>
              <a:defRPr sz="2000" b="1" i="0" u="none" strike="noStrike" cap="none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Lora"/>
              <a:buNone/>
              <a:defRPr sz="2000" b="1" i="0" u="none" strike="noStrike" cap="none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Lora"/>
              <a:buNone/>
              <a:defRPr sz="2000" b="1" i="0" u="none" strike="noStrike" cap="none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defRPr>
            </a:lvl9pPr>
          </a:lstStyle>
          <a:p>
            <a:pPr algn="ctr"/>
            <a:r>
              <a:rPr lang="ko-KR" altLang="en-US" sz="1600" dirty="0">
                <a:solidFill>
                  <a:schemeClr val="bg1"/>
                </a:solidFill>
              </a:rPr>
              <a:t>운영체제</a:t>
            </a:r>
          </a:p>
        </p:txBody>
      </p:sp>
      <p:sp>
        <p:nvSpPr>
          <p:cNvPr id="10" name="Google Shape;110;p15">
            <a:extLst>
              <a:ext uri="{FF2B5EF4-FFF2-40B4-BE49-F238E27FC236}">
                <a16:creationId xmlns:a16="http://schemas.microsoft.com/office/drawing/2014/main" id="{84D9EB72-CA58-CA6A-F7DC-2926E996D569}"/>
              </a:ext>
            </a:extLst>
          </p:cNvPr>
          <p:cNvSpPr txBox="1">
            <a:spLocks/>
          </p:cNvSpPr>
          <p:nvPr/>
        </p:nvSpPr>
        <p:spPr>
          <a:xfrm>
            <a:off x="7279255" y="2419993"/>
            <a:ext cx="1107412" cy="43315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Lora"/>
              <a:buNone/>
              <a:defRPr sz="2000" b="1" i="0" u="none" strike="noStrike" cap="none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Lora"/>
              <a:buNone/>
              <a:defRPr sz="2000" b="1" i="0" u="none" strike="noStrike" cap="none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Lora"/>
              <a:buNone/>
              <a:defRPr sz="2000" b="1" i="0" u="none" strike="noStrike" cap="none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Lora"/>
              <a:buNone/>
              <a:defRPr sz="2000" b="1" i="0" u="none" strike="noStrike" cap="none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Lora"/>
              <a:buNone/>
              <a:defRPr sz="2000" b="1" i="0" u="none" strike="noStrike" cap="none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Lora"/>
              <a:buNone/>
              <a:defRPr sz="2000" b="1" i="0" u="none" strike="noStrike" cap="none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Lora"/>
              <a:buNone/>
              <a:defRPr sz="2000" b="1" i="0" u="none" strike="noStrike" cap="none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Lora"/>
              <a:buNone/>
              <a:defRPr sz="2000" b="1" i="0" u="none" strike="noStrike" cap="none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Lora"/>
              <a:buNone/>
              <a:defRPr sz="2000" b="1" i="0" u="none" strike="noStrike" cap="none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defRPr>
            </a:lvl9pPr>
          </a:lstStyle>
          <a:p>
            <a:pPr algn="ctr"/>
            <a:r>
              <a:rPr lang="ko-KR" altLang="en-US" sz="1600" dirty="0">
                <a:solidFill>
                  <a:schemeClr val="bg1"/>
                </a:solidFill>
              </a:rPr>
              <a:t>커널</a:t>
            </a:r>
          </a:p>
        </p:txBody>
      </p:sp>
    </p:spTree>
    <p:extLst>
      <p:ext uri="{BB962C8B-B14F-4D97-AF65-F5344CB8AC3E}">
        <p14:creationId xmlns:p14="http://schemas.microsoft.com/office/powerpoint/2010/main" val="7134411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4" grpId="0" animBg="1"/>
      <p:bldP spid="14" grpId="0" animBg="1"/>
      <p:bldP spid="15" grpId="0" animBg="1"/>
      <p:bldP spid="16" grpId="0" animBg="1"/>
      <p:bldP spid="25" grpId="0"/>
      <p:bldP spid="4" grpId="0" animBg="1"/>
      <p:bldP spid="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0"/>
          <p:cNvSpPr txBox="1">
            <a:spLocks noGrp="1"/>
          </p:cNvSpPr>
          <p:nvPr>
            <p:ph type="title"/>
          </p:nvPr>
        </p:nvSpPr>
        <p:spPr>
          <a:xfrm>
            <a:off x="1381250" y="896112"/>
            <a:ext cx="38784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Version Control System (VCS)</a:t>
            </a:r>
            <a:endParaRPr dirty="0"/>
          </a:p>
        </p:txBody>
      </p:sp>
      <p:sp>
        <p:nvSpPr>
          <p:cNvPr id="171" name="Google Shape;171;p20"/>
          <p:cNvSpPr txBox="1">
            <a:spLocks noGrp="1"/>
          </p:cNvSpPr>
          <p:nvPr>
            <p:ph type="body" idx="1"/>
          </p:nvPr>
        </p:nvSpPr>
        <p:spPr>
          <a:xfrm>
            <a:off x="1381250" y="1651075"/>
            <a:ext cx="2334000" cy="312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b="1" dirty="0">
                <a:highlight>
                  <a:schemeClr val="accent1"/>
                </a:highlight>
              </a:rPr>
              <a:t>Version Control</a:t>
            </a: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ko-KR" altLang="en-US" b="1" dirty="0">
                <a:highlight>
                  <a:schemeClr val="accent1"/>
                </a:highlight>
              </a:rPr>
              <a:t>버전관리</a:t>
            </a:r>
            <a:endParaRPr lang="en-US" altLang="ko-KR" b="1" dirty="0">
              <a:highlight>
                <a:schemeClr val="accent1"/>
              </a:highlight>
            </a:endParaRPr>
          </a:p>
        </p:txBody>
      </p:sp>
      <p:sp>
        <p:nvSpPr>
          <p:cNvPr id="172" name="Google Shape;172;p20"/>
          <p:cNvSpPr txBox="1">
            <a:spLocks noGrp="1"/>
          </p:cNvSpPr>
          <p:nvPr>
            <p:ph type="body" idx="2"/>
          </p:nvPr>
        </p:nvSpPr>
        <p:spPr>
          <a:xfrm>
            <a:off x="3834912" y="1651075"/>
            <a:ext cx="2334000" cy="312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 dirty="0">
                <a:highlight>
                  <a:schemeClr val="accent1"/>
                </a:highlight>
              </a:rPr>
              <a:t>Backup</a:t>
            </a: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ko-KR" altLang="en-US" b="1" dirty="0">
                <a:highlight>
                  <a:schemeClr val="accent1"/>
                </a:highlight>
              </a:rPr>
              <a:t>백업</a:t>
            </a:r>
            <a:endParaRPr b="1" dirty="0">
              <a:highlight>
                <a:schemeClr val="accent1"/>
              </a:highlight>
            </a:endParaRPr>
          </a:p>
        </p:txBody>
      </p:sp>
      <p:sp>
        <p:nvSpPr>
          <p:cNvPr id="173" name="Google Shape;173;p20"/>
          <p:cNvSpPr txBox="1">
            <a:spLocks noGrp="1"/>
          </p:cNvSpPr>
          <p:nvPr>
            <p:ph type="body" idx="3"/>
          </p:nvPr>
        </p:nvSpPr>
        <p:spPr>
          <a:xfrm>
            <a:off x="6288573" y="1651075"/>
            <a:ext cx="2334000" cy="312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 dirty="0">
                <a:highlight>
                  <a:schemeClr val="accent1"/>
                </a:highlight>
              </a:rPr>
              <a:t>Collaboration</a:t>
            </a: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ko-KR" altLang="en-US" b="1" dirty="0">
                <a:highlight>
                  <a:schemeClr val="accent1"/>
                </a:highlight>
              </a:rPr>
              <a:t>협업</a:t>
            </a:r>
            <a:endParaRPr b="1" dirty="0">
              <a:highlight>
                <a:schemeClr val="accent1"/>
              </a:highlight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/>
          </a:p>
        </p:txBody>
      </p:sp>
      <p:grpSp>
        <p:nvGrpSpPr>
          <p:cNvPr id="174" name="Google Shape;174;p20"/>
          <p:cNvGrpSpPr/>
          <p:nvPr/>
        </p:nvGrpSpPr>
        <p:grpSpPr>
          <a:xfrm>
            <a:off x="916458" y="1019750"/>
            <a:ext cx="214625" cy="214625"/>
            <a:chOff x="2594050" y="1631825"/>
            <a:chExt cx="439625" cy="439625"/>
          </a:xfrm>
        </p:grpSpPr>
        <p:sp>
          <p:nvSpPr>
            <p:cNvPr id="175" name="Google Shape;175;p20"/>
            <p:cNvSpPr/>
            <p:nvPr/>
          </p:nvSpPr>
          <p:spPr>
            <a:xfrm>
              <a:off x="2594050" y="1883300"/>
              <a:ext cx="188175" cy="188150"/>
            </a:xfrm>
            <a:custGeom>
              <a:avLst/>
              <a:gdLst/>
              <a:ahLst/>
              <a:cxnLst/>
              <a:rect l="l" t="t" r="r" b="b"/>
              <a:pathLst>
                <a:path w="7527" h="7526" fill="none" extrusionOk="0">
                  <a:moveTo>
                    <a:pt x="5992" y="0"/>
                  </a:moveTo>
                  <a:lnTo>
                    <a:pt x="537" y="6430"/>
                  </a:lnTo>
                  <a:lnTo>
                    <a:pt x="1" y="7526"/>
                  </a:lnTo>
                  <a:lnTo>
                    <a:pt x="1097" y="6990"/>
                  </a:lnTo>
                  <a:lnTo>
                    <a:pt x="7526" y="1534"/>
                  </a:lnTo>
                  <a:lnTo>
                    <a:pt x="5992" y="0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" name="Google Shape;176;p20"/>
            <p:cNvSpPr/>
            <p:nvPr/>
          </p:nvSpPr>
          <p:spPr>
            <a:xfrm>
              <a:off x="2857700" y="1631825"/>
              <a:ext cx="175975" cy="176000"/>
            </a:xfrm>
            <a:custGeom>
              <a:avLst/>
              <a:gdLst/>
              <a:ahLst/>
              <a:cxnLst/>
              <a:rect l="l" t="t" r="r" b="b"/>
              <a:pathLst>
                <a:path w="7039" h="7040" fill="none" extrusionOk="0">
                  <a:moveTo>
                    <a:pt x="268" y="2704"/>
                  </a:moveTo>
                  <a:lnTo>
                    <a:pt x="4336" y="6771"/>
                  </a:lnTo>
                  <a:lnTo>
                    <a:pt x="4336" y="6771"/>
                  </a:lnTo>
                  <a:lnTo>
                    <a:pt x="4336" y="6771"/>
                  </a:lnTo>
                  <a:lnTo>
                    <a:pt x="4652" y="6917"/>
                  </a:lnTo>
                  <a:lnTo>
                    <a:pt x="4993" y="7015"/>
                  </a:lnTo>
                  <a:lnTo>
                    <a:pt x="5310" y="7039"/>
                  </a:lnTo>
                  <a:lnTo>
                    <a:pt x="5651" y="7039"/>
                  </a:lnTo>
                  <a:lnTo>
                    <a:pt x="5992" y="6966"/>
                  </a:lnTo>
                  <a:lnTo>
                    <a:pt x="6308" y="6844"/>
                  </a:lnTo>
                  <a:lnTo>
                    <a:pt x="6454" y="6747"/>
                  </a:lnTo>
                  <a:lnTo>
                    <a:pt x="6601" y="6674"/>
                  </a:lnTo>
                  <a:lnTo>
                    <a:pt x="6747" y="6552"/>
                  </a:lnTo>
                  <a:lnTo>
                    <a:pt x="6893" y="6430"/>
                  </a:lnTo>
                  <a:lnTo>
                    <a:pt x="6893" y="6430"/>
                  </a:lnTo>
                  <a:lnTo>
                    <a:pt x="6942" y="6357"/>
                  </a:lnTo>
                  <a:lnTo>
                    <a:pt x="7015" y="6260"/>
                  </a:lnTo>
                  <a:lnTo>
                    <a:pt x="7039" y="6138"/>
                  </a:lnTo>
                  <a:lnTo>
                    <a:pt x="7039" y="6041"/>
                  </a:lnTo>
                  <a:lnTo>
                    <a:pt x="7039" y="6041"/>
                  </a:lnTo>
                  <a:lnTo>
                    <a:pt x="7039" y="5943"/>
                  </a:lnTo>
                  <a:lnTo>
                    <a:pt x="7015" y="5846"/>
                  </a:lnTo>
                  <a:lnTo>
                    <a:pt x="6942" y="5748"/>
                  </a:lnTo>
                  <a:lnTo>
                    <a:pt x="6893" y="5651"/>
                  </a:lnTo>
                  <a:lnTo>
                    <a:pt x="1389" y="147"/>
                  </a:lnTo>
                  <a:lnTo>
                    <a:pt x="1389" y="147"/>
                  </a:lnTo>
                  <a:lnTo>
                    <a:pt x="1291" y="98"/>
                  </a:lnTo>
                  <a:lnTo>
                    <a:pt x="1194" y="25"/>
                  </a:lnTo>
                  <a:lnTo>
                    <a:pt x="1096" y="0"/>
                  </a:lnTo>
                  <a:lnTo>
                    <a:pt x="999" y="0"/>
                  </a:lnTo>
                  <a:lnTo>
                    <a:pt x="999" y="0"/>
                  </a:lnTo>
                  <a:lnTo>
                    <a:pt x="902" y="0"/>
                  </a:lnTo>
                  <a:lnTo>
                    <a:pt x="780" y="25"/>
                  </a:lnTo>
                  <a:lnTo>
                    <a:pt x="682" y="98"/>
                  </a:lnTo>
                  <a:lnTo>
                    <a:pt x="609" y="147"/>
                  </a:lnTo>
                  <a:lnTo>
                    <a:pt x="609" y="147"/>
                  </a:lnTo>
                  <a:lnTo>
                    <a:pt x="487" y="293"/>
                  </a:lnTo>
                  <a:lnTo>
                    <a:pt x="366" y="439"/>
                  </a:lnTo>
                  <a:lnTo>
                    <a:pt x="293" y="585"/>
                  </a:lnTo>
                  <a:lnTo>
                    <a:pt x="195" y="731"/>
                  </a:lnTo>
                  <a:lnTo>
                    <a:pt x="73" y="1048"/>
                  </a:lnTo>
                  <a:lnTo>
                    <a:pt x="0" y="1389"/>
                  </a:lnTo>
                  <a:lnTo>
                    <a:pt x="0" y="1730"/>
                  </a:lnTo>
                  <a:lnTo>
                    <a:pt x="25" y="2046"/>
                  </a:lnTo>
                  <a:lnTo>
                    <a:pt x="122" y="2387"/>
                  </a:lnTo>
                  <a:lnTo>
                    <a:pt x="268" y="2704"/>
                  </a:lnTo>
                  <a:lnTo>
                    <a:pt x="268" y="2704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" name="Google Shape;177;p20"/>
            <p:cNvSpPr/>
            <p:nvPr/>
          </p:nvSpPr>
          <p:spPr>
            <a:xfrm>
              <a:off x="2662850" y="1699400"/>
              <a:ext cx="303250" cy="303250"/>
            </a:xfrm>
            <a:custGeom>
              <a:avLst/>
              <a:gdLst/>
              <a:ahLst/>
              <a:cxnLst/>
              <a:rect l="l" t="t" r="r" b="b"/>
              <a:pathLst>
                <a:path w="12130" h="12130" fill="none" extrusionOk="0">
                  <a:moveTo>
                    <a:pt x="8038" y="1"/>
                  </a:moveTo>
                  <a:lnTo>
                    <a:pt x="4872" y="3191"/>
                  </a:lnTo>
                  <a:lnTo>
                    <a:pt x="4872" y="3191"/>
                  </a:lnTo>
                  <a:lnTo>
                    <a:pt x="4628" y="3094"/>
                  </a:lnTo>
                  <a:lnTo>
                    <a:pt x="4385" y="2997"/>
                  </a:lnTo>
                  <a:lnTo>
                    <a:pt x="4092" y="2899"/>
                  </a:lnTo>
                  <a:lnTo>
                    <a:pt x="3800" y="2850"/>
                  </a:lnTo>
                  <a:lnTo>
                    <a:pt x="3484" y="2777"/>
                  </a:lnTo>
                  <a:lnTo>
                    <a:pt x="3167" y="2729"/>
                  </a:lnTo>
                  <a:lnTo>
                    <a:pt x="2850" y="2704"/>
                  </a:lnTo>
                  <a:lnTo>
                    <a:pt x="2534" y="2704"/>
                  </a:lnTo>
                  <a:lnTo>
                    <a:pt x="2534" y="2704"/>
                  </a:lnTo>
                  <a:lnTo>
                    <a:pt x="2241" y="2704"/>
                  </a:lnTo>
                  <a:lnTo>
                    <a:pt x="1949" y="2729"/>
                  </a:lnTo>
                  <a:lnTo>
                    <a:pt x="1633" y="2777"/>
                  </a:lnTo>
                  <a:lnTo>
                    <a:pt x="1316" y="2850"/>
                  </a:lnTo>
                  <a:lnTo>
                    <a:pt x="999" y="2972"/>
                  </a:lnTo>
                  <a:lnTo>
                    <a:pt x="707" y="3094"/>
                  </a:lnTo>
                  <a:lnTo>
                    <a:pt x="415" y="3289"/>
                  </a:lnTo>
                  <a:lnTo>
                    <a:pt x="147" y="3508"/>
                  </a:lnTo>
                  <a:lnTo>
                    <a:pt x="147" y="3508"/>
                  </a:lnTo>
                  <a:lnTo>
                    <a:pt x="74" y="3581"/>
                  </a:lnTo>
                  <a:lnTo>
                    <a:pt x="25" y="3678"/>
                  </a:lnTo>
                  <a:lnTo>
                    <a:pt x="1" y="3776"/>
                  </a:lnTo>
                  <a:lnTo>
                    <a:pt x="1" y="3898"/>
                  </a:lnTo>
                  <a:lnTo>
                    <a:pt x="1" y="3898"/>
                  </a:lnTo>
                  <a:lnTo>
                    <a:pt x="1" y="3995"/>
                  </a:lnTo>
                  <a:lnTo>
                    <a:pt x="25" y="4093"/>
                  </a:lnTo>
                  <a:lnTo>
                    <a:pt x="74" y="4190"/>
                  </a:lnTo>
                  <a:lnTo>
                    <a:pt x="147" y="4287"/>
                  </a:lnTo>
                  <a:lnTo>
                    <a:pt x="7843" y="11984"/>
                  </a:lnTo>
                  <a:lnTo>
                    <a:pt x="7843" y="11984"/>
                  </a:lnTo>
                  <a:lnTo>
                    <a:pt x="7941" y="12057"/>
                  </a:lnTo>
                  <a:lnTo>
                    <a:pt x="8038" y="12105"/>
                  </a:lnTo>
                  <a:lnTo>
                    <a:pt x="8135" y="12130"/>
                  </a:lnTo>
                  <a:lnTo>
                    <a:pt x="8233" y="12130"/>
                  </a:lnTo>
                  <a:lnTo>
                    <a:pt x="8233" y="12130"/>
                  </a:lnTo>
                  <a:lnTo>
                    <a:pt x="8355" y="12130"/>
                  </a:lnTo>
                  <a:lnTo>
                    <a:pt x="8452" y="12105"/>
                  </a:lnTo>
                  <a:lnTo>
                    <a:pt x="8549" y="12057"/>
                  </a:lnTo>
                  <a:lnTo>
                    <a:pt x="8622" y="11984"/>
                  </a:lnTo>
                  <a:lnTo>
                    <a:pt x="8622" y="11984"/>
                  </a:lnTo>
                  <a:lnTo>
                    <a:pt x="8842" y="11716"/>
                  </a:lnTo>
                  <a:lnTo>
                    <a:pt x="9036" y="11423"/>
                  </a:lnTo>
                  <a:lnTo>
                    <a:pt x="9158" y="11131"/>
                  </a:lnTo>
                  <a:lnTo>
                    <a:pt x="9280" y="10814"/>
                  </a:lnTo>
                  <a:lnTo>
                    <a:pt x="9353" y="10498"/>
                  </a:lnTo>
                  <a:lnTo>
                    <a:pt x="9402" y="10181"/>
                  </a:lnTo>
                  <a:lnTo>
                    <a:pt x="9426" y="9889"/>
                  </a:lnTo>
                  <a:lnTo>
                    <a:pt x="9426" y="9597"/>
                  </a:lnTo>
                  <a:lnTo>
                    <a:pt x="9426" y="9597"/>
                  </a:lnTo>
                  <a:lnTo>
                    <a:pt x="9426" y="9280"/>
                  </a:lnTo>
                  <a:lnTo>
                    <a:pt x="9402" y="8964"/>
                  </a:lnTo>
                  <a:lnTo>
                    <a:pt x="9353" y="8647"/>
                  </a:lnTo>
                  <a:lnTo>
                    <a:pt x="9280" y="8330"/>
                  </a:lnTo>
                  <a:lnTo>
                    <a:pt x="9231" y="8038"/>
                  </a:lnTo>
                  <a:lnTo>
                    <a:pt x="9134" y="7746"/>
                  </a:lnTo>
                  <a:lnTo>
                    <a:pt x="9036" y="7502"/>
                  </a:lnTo>
                  <a:lnTo>
                    <a:pt x="8939" y="7259"/>
                  </a:lnTo>
                  <a:lnTo>
                    <a:pt x="12130" y="4093"/>
                  </a:lnTo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" name="Google Shape;178;p20"/>
            <p:cNvSpPr/>
            <p:nvPr/>
          </p:nvSpPr>
          <p:spPr>
            <a:xfrm>
              <a:off x="2814912" y="1754062"/>
              <a:ext cx="49950" cy="49950"/>
            </a:xfrm>
            <a:custGeom>
              <a:avLst/>
              <a:gdLst/>
              <a:ahLst/>
              <a:cxnLst/>
              <a:rect l="l" t="t" r="r" b="b"/>
              <a:pathLst>
                <a:path w="1998" h="1998" fill="none" extrusionOk="0">
                  <a:moveTo>
                    <a:pt x="1" y="1997"/>
                  </a:moveTo>
                  <a:lnTo>
                    <a:pt x="1998" y="0"/>
                  </a:lnTo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79" name="Google Shape;179;p20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13</a:t>
            </a:fld>
            <a:endParaRPr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5BF82FE-5092-4039-9DAD-75FE555445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2276" y="2891117"/>
            <a:ext cx="1439651" cy="1439651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E2AA2468-CB76-412B-9514-F4F603CCC0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30402" y="2929577"/>
            <a:ext cx="1317811" cy="1317811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4C5B9F8-5DEE-4605-A0A8-BB1C637C315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3176" y="2944909"/>
            <a:ext cx="1244669" cy="1244669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1" grpId="0" uiExpand="1" build="p"/>
      <p:bldP spid="172" grpId="0" uiExpand="1" build="p"/>
      <p:bldP spid="173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5"/>
          <p:cNvSpPr txBox="1">
            <a:spLocks noGrp="1"/>
          </p:cNvSpPr>
          <p:nvPr>
            <p:ph type="ctrTitle"/>
          </p:nvPr>
        </p:nvSpPr>
        <p:spPr>
          <a:xfrm>
            <a:off x="2022225" y="1693523"/>
            <a:ext cx="3787800" cy="1159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Git </a:t>
            </a:r>
            <a:r>
              <a:rPr lang="ko-KR" altLang="en-US" dirty="0"/>
              <a:t>왜 쓰는가</a:t>
            </a:r>
            <a:r>
              <a:rPr lang="en-US" altLang="ko-KR" dirty="0"/>
              <a:t>?</a:t>
            </a:r>
            <a:endParaRPr dirty="0"/>
          </a:p>
        </p:txBody>
      </p:sp>
      <p:sp>
        <p:nvSpPr>
          <p:cNvPr id="112" name="Google Shape;112;p15"/>
          <p:cNvSpPr txBox="1"/>
          <p:nvPr/>
        </p:nvSpPr>
        <p:spPr>
          <a:xfrm>
            <a:off x="1133975" y="2291150"/>
            <a:ext cx="543900" cy="56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rPr>
              <a:t>2</a:t>
            </a:r>
            <a:endParaRPr sz="2400" dirty="0">
              <a:latin typeface="Lora"/>
              <a:ea typeface="Lora"/>
              <a:cs typeface="Lora"/>
              <a:sym typeface="Lora"/>
            </a:endParaRPr>
          </a:p>
        </p:txBody>
      </p:sp>
      <p:sp>
        <p:nvSpPr>
          <p:cNvPr id="113" name="Google Shape;113;p15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14</a:t>
            </a:fld>
            <a:endParaRPr/>
          </a:p>
        </p:txBody>
      </p:sp>
      <p:sp>
        <p:nvSpPr>
          <p:cNvPr id="5" name="Google Shape;111;p15">
            <a:extLst>
              <a:ext uri="{FF2B5EF4-FFF2-40B4-BE49-F238E27FC236}">
                <a16:creationId xmlns:a16="http://schemas.microsoft.com/office/drawing/2014/main" id="{1C29DE63-7A70-45D4-BBFE-E5353DD0CA3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022300" y="2815923"/>
            <a:ext cx="5591400" cy="7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Git </a:t>
            </a:r>
            <a:r>
              <a:rPr lang="ko-KR" altLang="en-US" dirty="0"/>
              <a:t>장점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939182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 descr="암호, Html, 인터넷, 컴퓨터, 편물, 디지털, 소프트웨어">
            <a:extLst>
              <a:ext uri="{FF2B5EF4-FFF2-40B4-BE49-F238E27FC236}">
                <a16:creationId xmlns:a16="http://schemas.microsoft.com/office/drawing/2014/main" id="{7A5AD091-42AA-4F56-9368-0CB4FBD25F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05352" y="1513623"/>
            <a:ext cx="4373466" cy="29144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VBA] 에러 처리 완벽 가이드">
            <a:extLst>
              <a:ext uri="{FF2B5EF4-FFF2-40B4-BE49-F238E27FC236}">
                <a16:creationId xmlns:a16="http://schemas.microsoft.com/office/drawing/2014/main" id="{EEA37E77-2A7A-44FD-9003-FFF2DF98A0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15389" y="1659781"/>
            <a:ext cx="4724060" cy="26595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사무실, 칸막이, 직원, 일하고있는, 기업, 내부, 남자들, 여성">
            <a:extLst>
              <a:ext uri="{FF2B5EF4-FFF2-40B4-BE49-F238E27FC236}">
                <a16:creationId xmlns:a16="http://schemas.microsoft.com/office/drawing/2014/main" id="{DEADF5D6-F8F5-4FEA-8C3D-C53989C66D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26819" y="1580897"/>
            <a:ext cx="4301197" cy="28662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암호, 코딩, 컴퓨터, 데이터, 개발, 이더넷, Html">
            <a:extLst>
              <a:ext uri="{FF2B5EF4-FFF2-40B4-BE49-F238E27FC236}">
                <a16:creationId xmlns:a16="http://schemas.microsoft.com/office/drawing/2014/main" id="{B1EB2309-ED10-4514-B12F-31F3E955BE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12199" y="1559065"/>
            <a:ext cx="4315817" cy="28795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" name="그룹 3">
            <a:extLst>
              <a:ext uri="{FF2B5EF4-FFF2-40B4-BE49-F238E27FC236}">
                <a16:creationId xmlns:a16="http://schemas.microsoft.com/office/drawing/2014/main" id="{A32106C7-90BE-4067-9092-0CE6F4148FC5}"/>
              </a:ext>
            </a:extLst>
          </p:cNvPr>
          <p:cNvGrpSpPr/>
          <p:nvPr/>
        </p:nvGrpSpPr>
        <p:grpSpPr>
          <a:xfrm>
            <a:off x="5416598" y="1883995"/>
            <a:ext cx="1992599" cy="2457209"/>
            <a:chOff x="5416598" y="1883995"/>
            <a:chExt cx="1992599" cy="2457209"/>
          </a:xfrm>
        </p:grpSpPr>
        <p:grpSp>
          <p:nvGrpSpPr>
            <p:cNvPr id="21" name="Google Shape;1289;p49">
              <a:extLst>
                <a:ext uri="{FF2B5EF4-FFF2-40B4-BE49-F238E27FC236}">
                  <a16:creationId xmlns:a16="http://schemas.microsoft.com/office/drawing/2014/main" id="{405C55B5-0851-4180-BE4E-47F69B53ABE2}"/>
                </a:ext>
              </a:extLst>
            </p:cNvPr>
            <p:cNvGrpSpPr/>
            <p:nvPr/>
          </p:nvGrpSpPr>
          <p:grpSpPr>
            <a:xfrm>
              <a:off x="5416598" y="1883995"/>
              <a:ext cx="1992599" cy="2457209"/>
              <a:chOff x="1582665" y="1011072"/>
              <a:chExt cx="584040" cy="720220"/>
            </a:xfrm>
          </p:grpSpPr>
          <p:sp>
            <p:nvSpPr>
              <p:cNvPr id="22" name="Google Shape;1290;p49">
                <a:extLst>
                  <a:ext uri="{FF2B5EF4-FFF2-40B4-BE49-F238E27FC236}">
                    <a16:creationId xmlns:a16="http://schemas.microsoft.com/office/drawing/2014/main" id="{41B62FFC-6F2F-4CB7-8C1C-75525892736D}"/>
                  </a:ext>
                </a:extLst>
              </p:cNvPr>
              <p:cNvSpPr/>
              <p:nvPr/>
            </p:nvSpPr>
            <p:spPr>
              <a:xfrm>
                <a:off x="1638485" y="1571653"/>
                <a:ext cx="449564" cy="159640"/>
              </a:xfrm>
              <a:custGeom>
                <a:avLst/>
                <a:gdLst/>
                <a:ahLst/>
                <a:cxnLst/>
                <a:rect l="l" t="t" r="r" b="b"/>
                <a:pathLst>
                  <a:path w="767" h="273" extrusionOk="0">
                    <a:moveTo>
                      <a:pt x="8" y="71"/>
                    </a:moveTo>
                    <a:cubicBezTo>
                      <a:pt x="26" y="131"/>
                      <a:pt x="228" y="66"/>
                      <a:pt x="244" y="81"/>
                    </a:cubicBezTo>
                    <a:cubicBezTo>
                      <a:pt x="269" y="104"/>
                      <a:pt x="240" y="171"/>
                      <a:pt x="254" y="194"/>
                    </a:cubicBezTo>
                    <a:cubicBezTo>
                      <a:pt x="274" y="228"/>
                      <a:pt x="588" y="273"/>
                      <a:pt x="743" y="165"/>
                    </a:cubicBezTo>
                    <a:cubicBezTo>
                      <a:pt x="767" y="149"/>
                      <a:pt x="749" y="103"/>
                      <a:pt x="751" y="0"/>
                    </a:cubicBezTo>
                    <a:cubicBezTo>
                      <a:pt x="16" y="0"/>
                      <a:pt x="16" y="0"/>
                      <a:pt x="16" y="0"/>
                    </a:cubicBezTo>
                    <a:cubicBezTo>
                      <a:pt x="10" y="17"/>
                      <a:pt x="0" y="43"/>
                      <a:pt x="8" y="71"/>
                    </a:cubicBezTo>
                    <a:close/>
                  </a:path>
                </a:pathLst>
              </a:custGeom>
              <a:solidFill>
                <a:srgbClr val="FFCD00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i="0" u="none" strike="noStrike" cap="none">
                  <a:solidFill>
                    <a:schemeClr val="dk1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  <p:sp>
            <p:nvSpPr>
              <p:cNvPr id="23" name="Google Shape;1291;p49">
                <a:extLst>
                  <a:ext uri="{FF2B5EF4-FFF2-40B4-BE49-F238E27FC236}">
                    <a16:creationId xmlns:a16="http://schemas.microsoft.com/office/drawing/2014/main" id="{62B50102-7AF8-4332-94CD-99C73ED4D303}"/>
                  </a:ext>
                </a:extLst>
              </p:cNvPr>
              <p:cNvSpPr/>
              <p:nvPr/>
            </p:nvSpPr>
            <p:spPr>
              <a:xfrm>
                <a:off x="1590507" y="1435245"/>
                <a:ext cx="515072" cy="136407"/>
              </a:xfrm>
              <a:custGeom>
                <a:avLst/>
                <a:gdLst/>
                <a:ahLst/>
                <a:cxnLst/>
                <a:rect l="l" t="t" r="r" b="b"/>
                <a:pathLst>
                  <a:path w="879" h="233" extrusionOk="0">
                    <a:moveTo>
                      <a:pt x="75" y="52"/>
                    </a:moveTo>
                    <a:cubicBezTo>
                      <a:pt x="81" y="64"/>
                      <a:pt x="64" y="89"/>
                      <a:pt x="66" y="104"/>
                    </a:cubicBezTo>
                    <a:cubicBezTo>
                      <a:pt x="68" y="117"/>
                      <a:pt x="105" y="132"/>
                      <a:pt x="105" y="132"/>
                    </a:cubicBezTo>
                    <a:cubicBezTo>
                      <a:pt x="105" y="132"/>
                      <a:pt x="78" y="157"/>
                      <a:pt x="77" y="169"/>
                    </a:cubicBezTo>
                    <a:cubicBezTo>
                      <a:pt x="76" y="182"/>
                      <a:pt x="101" y="204"/>
                      <a:pt x="101" y="218"/>
                    </a:cubicBezTo>
                    <a:cubicBezTo>
                      <a:pt x="102" y="221"/>
                      <a:pt x="100" y="227"/>
                      <a:pt x="98" y="233"/>
                    </a:cubicBezTo>
                    <a:cubicBezTo>
                      <a:pt x="833" y="233"/>
                      <a:pt x="833" y="233"/>
                      <a:pt x="833" y="233"/>
                    </a:cubicBezTo>
                    <a:cubicBezTo>
                      <a:pt x="834" y="202"/>
                      <a:pt x="837" y="167"/>
                      <a:pt x="843" y="126"/>
                    </a:cubicBezTo>
                    <a:cubicBezTo>
                      <a:pt x="850" y="80"/>
                      <a:pt x="863" y="39"/>
                      <a:pt x="879" y="0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22" y="20"/>
                      <a:pt x="65" y="34"/>
                      <a:pt x="75" y="52"/>
                    </a:cubicBezTo>
                    <a:close/>
                  </a:path>
                </a:pathLst>
              </a:custGeom>
              <a:solidFill>
                <a:srgbClr val="FFCD00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i="0" u="none" strike="noStrike" cap="none">
                  <a:solidFill>
                    <a:schemeClr val="dk1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  <p:sp>
            <p:nvSpPr>
              <p:cNvPr id="24" name="Google Shape;1292;p49">
                <a:extLst>
                  <a:ext uri="{FF2B5EF4-FFF2-40B4-BE49-F238E27FC236}">
                    <a16:creationId xmlns:a16="http://schemas.microsoft.com/office/drawing/2014/main" id="{80154455-9AA6-45F3-9BD7-38DAE8C1F104}"/>
                  </a:ext>
                </a:extLst>
              </p:cNvPr>
              <p:cNvSpPr/>
              <p:nvPr/>
            </p:nvSpPr>
            <p:spPr>
              <a:xfrm>
                <a:off x="1582665" y="1299068"/>
                <a:ext cx="576890" cy="136177"/>
              </a:xfrm>
              <a:custGeom>
                <a:avLst/>
                <a:gdLst/>
                <a:ahLst/>
                <a:cxnLst/>
                <a:rect l="l" t="t" r="r" b="b"/>
                <a:pathLst>
                  <a:path w="984" h="233" extrusionOk="0">
                    <a:moveTo>
                      <a:pt x="984" y="0"/>
                    </a:moveTo>
                    <a:cubicBezTo>
                      <a:pt x="119" y="0"/>
                      <a:pt x="119" y="0"/>
                      <a:pt x="119" y="0"/>
                    </a:cubicBezTo>
                    <a:cubicBezTo>
                      <a:pt x="121" y="7"/>
                      <a:pt x="122" y="14"/>
                      <a:pt x="121" y="20"/>
                    </a:cubicBezTo>
                    <a:cubicBezTo>
                      <a:pt x="115" y="71"/>
                      <a:pt x="3" y="151"/>
                      <a:pt x="1" y="207"/>
                    </a:cubicBezTo>
                    <a:cubicBezTo>
                      <a:pt x="0" y="217"/>
                      <a:pt x="5" y="225"/>
                      <a:pt x="13" y="233"/>
                    </a:cubicBezTo>
                    <a:cubicBezTo>
                      <a:pt x="892" y="233"/>
                      <a:pt x="892" y="233"/>
                      <a:pt x="892" y="233"/>
                    </a:cubicBezTo>
                    <a:cubicBezTo>
                      <a:pt x="910" y="190"/>
                      <a:pt x="932" y="150"/>
                      <a:pt x="954" y="106"/>
                    </a:cubicBezTo>
                    <a:cubicBezTo>
                      <a:pt x="965" y="83"/>
                      <a:pt x="977" y="45"/>
                      <a:pt x="984" y="0"/>
                    </a:cubicBezTo>
                    <a:close/>
                  </a:path>
                </a:pathLst>
              </a:custGeom>
              <a:solidFill>
                <a:srgbClr val="FFCD00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i="0" u="none" strike="noStrike" cap="none">
                  <a:solidFill>
                    <a:schemeClr val="dk1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  <p:sp>
            <p:nvSpPr>
              <p:cNvPr id="25" name="Google Shape;1293;p49">
                <a:extLst>
                  <a:ext uri="{FF2B5EF4-FFF2-40B4-BE49-F238E27FC236}">
                    <a16:creationId xmlns:a16="http://schemas.microsoft.com/office/drawing/2014/main" id="{6A4A9779-73B3-493A-96D0-889F14010846}"/>
                  </a:ext>
                </a:extLst>
              </p:cNvPr>
              <p:cNvSpPr/>
              <p:nvPr/>
            </p:nvSpPr>
            <p:spPr>
              <a:xfrm>
                <a:off x="1665934" y="1011072"/>
                <a:ext cx="484393" cy="151589"/>
              </a:xfrm>
              <a:custGeom>
                <a:avLst/>
                <a:gdLst/>
                <a:ahLst/>
                <a:cxnLst/>
                <a:rect l="l" t="t" r="r" b="b"/>
                <a:pathLst>
                  <a:path w="826" h="259" extrusionOk="0">
                    <a:moveTo>
                      <a:pt x="691" y="105"/>
                    </a:moveTo>
                    <a:cubicBezTo>
                      <a:pt x="485" y="0"/>
                      <a:pt x="280" y="20"/>
                      <a:pt x="171" y="77"/>
                    </a:cubicBezTo>
                    <a:cubicBezTo>
                      <a:pt x="84" y="123"/>
                      <a:pt x="31" y="190"/>
                      <a:pt x="0" y="259"/>
                    </a:cubicBezTo>
                    <a:cubicBezTo>
                      <a:pt x="826" y="259"/>
                      <a:pt x="826" y="259"/>
                      <a:pt x="826" y="259"/>
                    </a:cubicBezTo>
                    <a:cubicBezTo>
                      <a:pt x="803" y="196"/>
                      <a:pt x="762" y="140"/>
                      <a:pt x="691" y="105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i="0" u="none" strike="noStrike" cap="none">
                  <a:solidFill>
                    <a:schemeClr val="dk1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  <p:sp>
            <p:nvSpPr>
              <p:cNvPr id="26" name="Google Shape;1294;p49">
                <a:extLst>
                  <a:ext uri="{FF2B5EF4-FFF2-40B4-BE49-F238E27FC236}">
                    <a16:creationId xmlns:a16="http://schemas.microsoft.com/office/drawing/2014/main" id="{FFDEE380-5DE6-4679-808B-BC8482EA545D}"/>
                  </a:ext>
                </a:extLst>
              </p:cNvPr>
              <p:cNvSpPr/>
              <p:nvPr/>
            </p:nvSpPr>
            <p:spPr>
              <a:xfrm>
                <a:off x="1639639" y="1162661"/>
                <a:ext cx="527066" cy="136407"/>
              </a:xfrm>
              <a:custGeom>
                <a:avLst/>
                <a:gdLst/>
                <a:ahLst/>
                <a:cxnLst/>
                <a:rect l="l" t="t" r="r" b="b"/>
                <a:pathLst>
                  <a:path w="899" h="233" extrusionOk="0">
                    <a:moveTo>
                      <a:pt x="871" y="0"/>
                    </a:moveTo>
                    <a:cubicBezTo>
                      <a:pt x="45" y="0"/>
                      <a:pt x="45" y="0"/>
                      <a:pt x="45" y="0"/>
                    </a:cubicBezTo>
                    <a:cubicBezTo>
                      <a:pt x="20" y="53"/>
                      <a:pt x="9" y="106"/>
                      <a:pt x="4" y="150"/>
                    </a:cubicBezTo>
                    <a:cubicBezTo>
                      <a:pt x="0" y="184"/>
                      <a:pt x="15" y="210"/>
                      <a:pt x="22" y="233"/>
                    </a:cubicBezTo>
                    <a:cubicBezTo>
                      <a:pt x="887" y="233"/>
                      <a:pt x="887" y="233"/>
                      <a:pt x="887" y="233"/>
                    </a:cubicBezTo>
                    <a:cubicBezTo>
                      <a:pt x="898" y="163"/>
                      <a:pt x="899" y="77"/>
                      <a:pt x="871" y="0"/>
                    </a:cubicBezTo>
                    <a:close/>
                  </a:path>
                </a:pathLst>
              </a:custGeom>
              <a:solidFill>
                <a:srgbClr val="FFCD00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i="0" u="none" strike="noStrike" cap="none">
                  <a:solidFill>
                    <a:schemeClr val="dk1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</p:grp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6A8C1F21-15FA-4844-B3DC-377823E1190E}"/>
                </a:ext>
              </a:extLst>
            </p:cNvPr>
            <p:cNvSpPr txBox="1"/>
            <p:nvPr/>
          </p:nvSpPr>
          <p:spPr>
            <a:xfrm>
              <a:off x="6192329" y="2574827"/>
              <a:ext cx="534121" cy="110799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6600" b="1" dirty="0">
                  <a:latin typeface="Quattrocento Sans" panose="020B0600000101010101" charset="0"/>
                </a:rPr>
                <a:t>?</a:t>
              </a:r>
              <a:endParaRPr lang="ko-KR" altLang="en-US" sz="6600" b="1" dirty="0">
                <a:latin typeface="Quattrocento Sans" panose="020B0600000101010101" charset="0"/>
              </a:endParaRPr>
            </a:p>
          </p:txBody>
        </p:sp>
      </p:grpSp>
      <p:sp>
        <p:nvSpPr>
          <p:cNvPr id="376" name="Google Shape;376;p33"/>
          <p:cNvSpPr txBox="1">
            <a:spLocks noGrp="1"/>
          </p:cNvSpPr>
          <p:nvPr>
            <p:ph type="title"/>
          </p:nvPr>
        </p:nvSpPr>
        <p:spPr>
          <a:xfrm>
            <a:off x="1381250" y="896112"/>
            <a:ext cx="38784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Git </a:t>
            </a:r>
            <a:r>
              <a:rPr lang="ko-KR" altLang="en-US" dirty="0"/>
              <a:t>왜 쓰는가</a:t>
            </a:r>
            <a:r>
              <a:rPr lang="en-US" altLang="ko-KR" dirty="0"/>
              <a:t>? [</a:t>
            </a:r>
            <a:r>
              <a:rPr lang="ko-KR" altLang="en-US" dirty="0"/>
              <a:t>개발자 시점</a:t>
            </a:r>
            <a:r>
              <a:rPr lang="en-US" altLang="ko-KR" dirty="0"/>
              <a:t>] </a:t>
            </a:r>
            <a:endParaRPr dirty="0"/>
          </a:p>
        </p:txBody>
      </p:sp>
      <p:sp>
        <p:nvSpPr>
          <p:cNvPr id="377" name="Google Shape;377;p33"/>
          <p:cNvSpPr txBox="1">
            <a:spLocks noGrp="1"/>
          </p:cNvSpPr>
          <p:nvPr>
            <p:ph type="body" idx="1"/>
          </p:nvPr>
        </p:nvSpPr>
        <p:spPr>
          <a:xfrm>
            <a:off x="1381250" y="1616475"/>
            <a:ext cx="3400800" cy="311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/>
          </a:p>
        </p:txBody>
      </p:sp>
      <p:grpSp>
        <p:nvGrpSpPr>
          <p:cNvPr id="378" name="Google Shape;378;p33"/>
          <p:cNvGrpSpPr/>
          <p:nvPr/>
        </p:nvGrpSpPr>
        <p:grpSpPr>
          <a:xfrm>
            <a:off x="889984" y="1007708"/>
            <a:ext cx="270226" cy="238344"/>
            <a:chOff x="5247525" y="3007275"/>
            <a:chExt cx="517575" cy="456510"/>
          </a:xfrm>
        </p:grpSpPr>
        <p:sp>
          <p:nvSpPr>
            <p:cNvPr id="379" name="Google Shape;379;p33"/>
            <p:cNvSpPr/>
            <p:nvPr/>
          </p:nvSpPr>
          <p:spPr>
            <a:xfrm>
              <a:off x="5247525" y="3007275"/>
              <a:ext cx="348900" cy="348900"/>
            </a:xfrm>
            <a:custGeom>
              <a:avLst/>
              <a:gdLst/>
              <a:ahLst/>
              <a:cxnLst/>
              <a:rect l="l" t="t" r="r" b="b"/>
              <a:pathLst>
                <a:path w="13956" h="13956" fill="none" extrusionOk="0">
                  <a:moveTo>
                    <a:pt x="13323" y="5772"/>
                  </a:moveTo>
                  <a:lnTo>
                    <a:pt x="11861" y="5626"/>
                  </a:lnTo>
                  <a:lnTo>
                    <a:pt x="11861" y="5626"/>
                  </a:lnTo>
                  <a:lnTo>
                    <a:pt x="11788" y="5334"/>
                  </a:lnTo>
                  <a:lnTo>
                    <a:pt x="11667" y="5042"/>
                  </a:lnTo>
                  <a:lnTo>
                    <a:pt x="11545" y="4750"/>
                  </a:lnTo>
                  <a:lnTo>
                    <a:pt x="11399" y="4482"/>
                  </a:lnTo>
                  <a:lnTo>
                    <a:pt x="12300" y="3337"/>
                  </a:lnTo>
                  <a:lnTo>
                    <a:pt x="12300" y="3337"/>
                  </a:lnTo>
                  <a:lnTo>
                    <a:pt x="12373" y="3240"/>
                  </a:lnTo>
                  <a:lnTo>
                    <a:pt x="12422" y="3118"/>
                  </a:lnTo>
                  <a:lnTo>
                    <a:pt x="12446" y="2996"/>
                  </a:lnTo>
                  <a:lnTo>
                    <a:pt x="12446" y="2850"/>
                  </a:lnTo>
                  <a:lnTo>
                    <a:pt x="12422" y="2728"/>
                  </a:lnTo>
                  <a:lnTo>
                    <a:pt x="12397" y="2606"/>
                  </a:lnTo>
                  <a:lnTo>
                    <a:pt x="12324" y="2485"/>
                  </a:lnTo>
                  <a:lnTo>
                    <a:pt x="12251" y="2387"/>
                  </a:lnTo>
                  <a:lnTo>
                    <a:pt x="11569" y="1705"/>
                  </a:lnTo>
                  <a:lnTo>
                    <a:pt x="11569" y="1705"/>
                  </a:lnTo>
                  <a:lnTo>
                    <a:pt x="11472" y="1632"/>
                  </a:lnTo>
                  <a:lnTo>
                    <a:pt x="11350" y="1559"/>
                  </a:lnTo>
                  <a:lnTo>
                    <a:pt x="11228" y="1510"/>
                  </a:lnTo>
                  <a:lnTo>
                    <a:pt x="11106" y="1510"/>
                  </a:lnTo>
                  <a:lnTo>
                    <a:pt x="10960" y="1510"/>
                  </a:lnTo>
                  <a:lnTo>
                    <a:pt x="10838" y="1535"/>
                  </a:lnTo>
                  <a:lnTo>
                    <a:pt x="10717" y="1583"/>
                  </a:lnTo>
                  <a:lnTo>
                    <a:pt x="10619" y="1656"/>
                  </a:lnTo>
                  <a:lnTo>
                    <a:pt x="9475" y="2558"/>
                  </a:lnTo>
                  <a:lnTo>
                    <a:pt x="9475" y="2558"/>
                  </a:lnTo>
                  <a:lnTo>
                    <a:pt x="9207" y="2411"/>
                  </a:lnTo>
                  <a:lnTo>
                    <a:pt x="8914" y="2290"/>
                  </a:lnTo>
                  <a:lnTo>
                    <a:pt x="8622" y="2168"/>
                  </a:lnTo>
                  <a:lnTo>
                    <a:pt x="8330" y="2070"/>
                  </a:lnTo>
                  <a:lnTo>
                    <a:pt x="8159" y="634"/>
                  </a:lnTo>
                  <a:lnTo>
                    <a:pt x="8159" y="634"/>
                  </a:lnTo>
                  <a:lnTo>
                    <a:pt x="8135" y="512"/>
                  </a:lnTo>
                  <a:lnTo>
                    <a:pt x="8086" y="390"/>
                  </a:lnTo>
                  <a:lnTo>
                    <a:pt x="8013" y="293"/>
                  </a:lnTo>
                  <a:lnTo>
                    <a:pt x="7940" y="195"/>
                  </a:lnTo>
                  <a:lnTo>
                    <a:pt x="7818" y="122"/>
                  </a:lnTo>
                  <a:lnTo>
                    <a:pt x="7721" y="49"/>
                  </a:lnTo>
                  <a:lnTo>
                    <a:pt x="7575" y="25"/>
                  </a:lnTo>
                  <a:lnTo>
                    <a:pt x="7453" y="0"/>
                  </a:lnTo>
                  <a:lnTo>
                    <a:pt x="6479" y="0"/>
                  </a:lnTo>
                  <a:lnTo>
                    <a:pt x="6479" y="0"/>
                  </a:lnTo>
                  <a:lnTo>
                    <a:pt x="6357" y="25"/>
                  </a:lnTo>
                  <a:lnTo>
                    <a:pt x="6235" y="49"/>
                  </a:lnTo>
                  <a:lnTo>
                    <a:pt x="6114" y="122"/>
                  </a:lnTo>
                  <a:lnTo>
                    <a:pt x="6016" y="195"/>
                  </a:lnTo>
                  <a:lnTo>
                    <a:pt x="5919" y="293"/>
                  </a:lnTo>
                  <a:lnTo>
                    <a:pt x="5846" y="390"/>
                  </a:lnTo>
                  <a:lnTo>
                    <a:pt x="5797" y="512"/>
                  </a:lnTo>
                  <a:lnTo>
                    <a:pt x="5773" y="634"/>
                  </a:lnTo>
                  <a:lnTo>
                    <a:pt x="5602" y="2070"/>
                  </a:lnTo>
                  <a:lnTo>
                    <a:pt x="5602" y="2070"/>
                  </a:lnTo>
                  <a:lnTo>
                    <a:pt x="5310" y="2168"/>
                  </a:lnTo>
                  <a:lnTo>
                    <a:pt x="5018" y="2290"/>
                  </a:lnTo>
                  <a:lnTo>
                    <a:pt x="4750" y="2411"/>
                  </a:lnTo>
                  <a:lnTo>
                    <a:pt x="4482" y="2558"/>
                  </a:lnTo>
                  <a:lnTo>
                    <a:pt x="3337" y="1656"/>
                  </a:lnTo>
                  <a:lnTo>
                    <a:pt x="3337" y="1656"/>
                  </a:lnTo>
                  <a:lnTo>
                    <a:pt x="3215" y="1583"/>
                  </a:lnTo>
                  <a:lnTo>
                    <a:pt x="3094" y="1535"/>
                  </a:lnTo>
                  <a:lnTo>
                    <a:pt x="2972" y="1510"/>
                  </a:lnTo>
                  <a:lnTo>
                    <a:pt x="2850" y="1510"/>
                  </a:lnTo>
                  <a:lnTo>
                    <a:pt x="2728" y="1510"/>
                  </a:lnTo>
                  <a:lnTo>
                    <a:pt x="2582" y="1559"/>
                  </a:lnTo>
                  <a:lnTo>
                    <a:pt x="2485" y="1632"/>
                  </a:lnTo>
                  <a:lnTo>
                    <a:pt x="2387" y="1705"/>
                  </a:lnTo>
                  <a:lnTo>
                    <a:pt x="1705" y="2387"/>
                  </a:lnTo>
                  <a:lnTo>
                    <a:pt x="1705" y="2387"/>
                  </a:lnTo>
                  <a:lnTo>
                    <a:pt x="1608" y="2485"/>
                  </a:lnTo>
                  <a:lnTo>
                    <a:pt x="1559" y="2606"/>
                  </a:lnTo>
                  <a:lnTo>
                    <a:pt x="1511" y="2728"/>
                  </a:lnTo>
                  <a:lnTo>
                    <a:pt x="1486" y="2850"/>
                  </a:lnTo>
                  <a:lnTo>
                    <a:pt x="1486" y="2996"/>
                  </a:lnTo>
                  <a:lnTo>
                    <a:pt x="1511" y="3118"/>
                  </a:lnTo>
                  <a:lnTo>
                    <a:pt x="1559" y="3240"/>
                  </a:lnTo>
                  <a:lnTo>
                    <a:pt x="1632" y="3337"/>
                  </a:lnTo>
                  <a:lnTo>
                    <a:pt x="2533" y="4482"/>
                  </a:lnTo>
                  <a:lnTo>
                    <a:pt x="2533" y="4482"/>
                  </a:lnTo>
                  <a:lnTo>
                    <a:pt x="2387" y="4750"/>
                  </a:lnTo>
                  <a:lnTo>
                    <a:pt x="2266" y="5042"/>
                  </a:lnTo>
                  <a:lnTo>
                    <a:pt x="2168" y="5334"/>
                  </a:lnTo>
                  <a:lnTo>
                    <a:pt x="2071" y="5626"/>
                  </a:lnTo>
                  <a:lnTo>
                    <a:pt x="634" y="5772"/>
                  </a:lnTo>
                  <a:lnTo>
                    <a:pt x="634" y="5772"/>
                  </a:lnTo>
                  <a:lnTo>
                    <a:pt x="512" y="5821"/>
                  </a:lnTo>
                  <a:lnTo>
                    <a:pt x="390" y="5870"/>
                  </a:lnTo>
                  <a:lnTo>
                    <a:pt x="268" y="5943"/>
                  </a:lnTo>
                  <a:lnTo>
                    <a:pt x="171" y="6016"/>
                  </a:lnTo>
                  <a:lnTo>
                    <a:pt x="98" y="6138"/>
                  </a:lnTo>
                  <a:lnTo>
                    <a:pt x="49" y="6235"/>
                  </a:lnTo>
                  <a:lnTo>
                    <a:pt x="1" y="6381"/>
                  </a:lnTo>
                  <a:lnTo>
                    <a:pt x="1" y="6503"/>
                  </a:lnTo>
                  <a:lnTo>
                    <a:pt x="1" y="7453"/>
                  </a:lnTo>
                  <a:lnTo>
                    <a:pt x="1" y="7453"/>
                  </a:lnTo>
                  <a:lnTo>
                    <a:pt x="1" y="7599"/>
                  </a:lnTo>
                  <a:lnTo>
                    <a:pt x="49" y="7721"/>
                  </a:lnTo>
                  <a:lnTo>
                    <a:pt x="98" y="7843"/>
                  </a:lnTo>
                  <a:lnTo>
                    <a:pt x="171" y="7940"/>
                  </a:lnTo>
                  <a:lnTo>
                    <a:pt x="268" y="8037"/>
                  </a:lnTo>
                  <a:lnTo>
                    <a:pt x="390" y="8111"/>
                  </a:lnTo>
                  <a:lnTo>
                    <a:pt x="512" y="8159"/>
                  </a:lnTo>
                  <a:lnTo>
                    <a:pt x="634" y="8184"/>
                  </a:lnTo>
                  <a:lnTo>
                    <a:pt x="2071" y="8354"/>
                  </a:lnTo>
                  <a:lnTo>
                    <a:pt x="2071" y="8354"/>
                  </a:lnTo>
                  <a:lnTo>
                    <a:pt x="2168" y="8646"/>
                  </a:lnTo>
                  <a:lnTo>
                    <a:pt x="2266" y="8914"/>
                  </a:lnTo>
                  <a:lnTo>
                    <a:pt x="2387" y="9206"/>
                  </a:lnTo>
                  <a:lnTo>
                    <a:pt x="2533" y="9474"/>
                  </a:lnTo>
                  <a:lnTo>
                    <a:pt x="1632" y="10619"/>
                  </a:lnTo>
                  <a:lnTo>
                    <a:pt x="1632" y="10619"/>
                  </a:lnTo>
                  <a:lnTo>
                    <a:pt x="1559" y="10741"/>
                  </a:lnTo>
                  <a:lnTo>
                    <a:pt x="1511" y="10863"/>
                  </a:lnTo>
                  <a:lnTo>
                    <a:pt x="1486" y="10984"/>
                  </a:lnTo>
                  <a:lnTo>
                    <a:pt x="1486" y="11106"/>
                  </a:lnTo>
                  <a:lnTo>
                    <a:pt x="1511" y="11228"/>
                  </a:lnTo>
                  <a:lnTo>
                    <a:pt x="1559" y="11350"/>
                  </a:lnTo>
                  <a:lnTo>
                    <a:pt x="1608" y="11472"/>
                  </a:lnTo>
                  <a:lnTo>
                    <a:pt x="1705" y="11569"/>
                  </a:lnTo>
                  <a:lnTo>
                    <a:pt x="2387" y="12251"/>
                  </a:lnTo>
                  <a:lnTo>
                    <a:pt x="2387" y="12251"/>
                  </a:lnTo>
                  <a:lnTo>
                    <a:pt x="2485" y="12348"/>
                  </a:lnTo>
                  <a:lnTo>
                    <a:pt x="2582" y="12397"/>
                  </a:lnTo>
                  <a:lnTo>
                    <a:pt x="2728" y="12446"/>
                  </a:lnTo>
                  <a:lnTo>
                    <a:pt x="2850" y="12470"/>
                  </a:lnTo>
                  <a:lnTo>
                    <a:pt x="2972" y="12470"/>
                  </a:lnTo>
                  <a:lnTo>
                    <a:pt x="3094" y="12421"/>
                  </a:lnTo>
                  <a:lnTo>
                    <a:pt x="3215" y="12373"/>
                  </a:lnTo>
                  <a:lnTo>
                    <a:pt x="3337" y="12324"/>
                  </a:lnTo>
                  <a:lnTo>
                    <a:pt x="4482" y="11423"/>
                  </a:lnTo>
                  <a:lnTo>
                    <a:pt x="4482" y="11423"/>
                  </a:lnTo>
                  <a:lnTo>
                    <a:pt x="4750" y="11545"/>
                  </a:lnTo>
                  <a:lnTo>
                    <a:pt x="5018" y="11691"/>
                  </a:lnTo>
                  <a:lnTo>
                    <a:pt x="5310" y="11788"/>
                  </a:lnTo>
                  <a:lnTo>
                    <a:pt x="5602" y="11886"/>
                  </a:lnTo>
                  <a:lnTo>
                    <a:pt x="5773" y="13322"/>
                  </a:lnTo>
                  <a:lnTo>
                    <a:pt x="5773" y="13322"/>
                  </a:lnTo>
                  <a:lnTo>
                    <a:pt x="5797" y="13444"/>
                  </a:lnTo>
                  <a:lnTo>
                    <a:pt x="5846" y="13566"/>
                  </a:lnTo>
                  <a:lnTo>
                    <a:pt x="5919" y="13688"/>
                  </a:lnTo>
                  <a:lnTo>
                    <a:pt x="6016" y="13785"/>
                  </a:lnTo>
                  <a:lnTo>
                    <a:pt x="6114" y="13858"/>
                  </a:lnTo>
                  <a:lnTo>
                    <a:pt x="6235" y="13907"/>
                  </a:lnTo>
                  <a:lnTo>
                    <a:pt x="6357" y="13956"/>
                  </a:lnTo>
                  <a:lnTo>
                    <a:pt x="6479" y="13956"/>
                  </a:lnTo>
                  <a:lnTo>
                    <a:pt x="7453" y="13956"/>
                  </a:lnTo>
                  <a:lnTo>
                    <a:pt x="7453" y="13956"/>
                  </a:lnTo>
                  <a:lnTo>
                    <a:pt x="7575" y="13956"/>
                  </a:lnTo>
                  <a:lnTo>
                    <a:pt x="7721" y="13907"/>
                  </a:lnTo>
                  <a:lnTo>
                    <a:pt x="7818" y="13858"/>
                  </a:lnTo>
                  <a:lnTo>
                    <a:pt x="7940" y="13785"/>
                  </a:lnTo>
                  <a:lnTo>
                    <a:pt x="8013" y="13688"/>
                  </a:lnTo>
                  <a:lnTo>
                    <a:pt x="8086" y="13566"/>
                  </a:lnTo>
                  <a:lnTo>
                    <a:pt x="8135" y="13444"/>
                  </a:lnTo>
                  <a:lnTo>
                    <a:pt x="8159" y="13322"/>
                  </a:lnTo>
                  <a:lnTo>
                    <a:pt x="8330" y="11886"/>
                  </a:lnTo>
                  <a:lnTo>
                    <a:pt x="8330" y="11886"/>
                  </a:lnTo>
                  <a:lnTo>
                    <a:pt x="8622" y="11788"/>
                  </a:lnTo>
                  <a:lnTo>
                    <a:pt x="8914" y="11691"/>
                  </a:lnTo>
                  <a:lnTo>
                    <a:pt x="9207" y="11545"/>
                  </a:lnTo>
                  <a:lnTo>
                    <a:pt x="9475" y="11423"/>
                  </a:lnTo>
                  <a:lnTo>
                    <a:pt x="10619" y="12324"/>
                  </a:lnTo>
                  <a:lnTo>
                    <a:pt x="10619" y="12324"/>
                  </a:lnTo>
                  <a:lnTo>
                    <a:pt x="10717" y="12373"/>
                  </a:lnTo>
                  <a:lnTo>
                    <a:pt x="10838" y="12421"/>
                  </a:lnTo>
                  <a:lnTo>
                    <a:pt x="10960" y="12470"/>
                  </a:lnTo>
                  <a:lnTo>
                    <a:pt x="11106" y="12470"/>
                  </a:lnTo>
                  <a:lnTo>
                    <a:pt x="11228" y="12446"/>
                  </a:lnTo>
                  <a:lnTo>
                    <a:pt x="11350" y="12397"/>
                  </a:lnTo>
                  <a:lnTo>
                    <a:pt x="11472" y="12348"/>
                  </a:lnTo>
                  <a:lnTo>
                    <a:pt x="11569" y="12251"/>
                  </a:lnTo>
                  <a:lnTo>
                    <a:pt x="12251" y="11569"/>
                  </a:lnTo>
                  <a:lnTo>
                    <a:pt x="12251" y="11569"/>
                  </a:lnTo>
                  <a:lnTo>
                    <a:pt x="12324" y="11472"/>
                  </a:lnTo>
                  <a:lnTo>
                    <a:pt x="12397" y="11350"/>
                  </a:lnTo>
                  <a:lnTo>
                    <a:pt x="12422" y="11228"/>
                  </a:lnTo>
                  <a:lnTo>
                    <a:pt x="12446" y="11106"/>
                  </a:lnTo>
                  <a:lnTo>
                    <a:pt x="12446" y="10984"/>
                  </a:lnTo>
                  <a:lnTo>
                    <a:pt x="12422" y="10863"/>
                  </a:lnTo>
                  <a:lnTo>
                    <a:pt x="12373" y="10741"/>
                  </a:lnTo>
                  <a:lnTo>
                    <a:pt x="12300" y="10619"/>
                  </a:lnTo>
                  <a:lnTo>
                    <a:pt x="11399" y="9474"/>
                  </a:lnTo>
                  <a:lnTo>
                    <a:pt x="11399" y="9474"/>
                  </a:lnTo>
                  <a:lnTo>
                    <a:pt x="11545" y="9206"/>
                  </a:lnTo>
                  <a:lnTo>
                    <a:pt x="11667" y="8914"/>
                  </a:lnTo>
                  <a:lnTo>
                    <a:pt x="11788" y="8646"/>
                  </a:lnTo>
                  <a:lnTo>
                    <a:pt x="11861" y="8354"/>
                  </a:lnTo>
                  <a:lnTo>
                    <a:pt x="13323" y="8184"/>
                  </a:lnTo>
                  <a:lnTo>
                    <a:pt x="13323" y="8184"/>
                  </a:lnTo>
                  <a:lnTo>
                    <a:pt x="13444" y="8159"/>
                  </a:lnTo>
                  <a:lnTo>
                    <a:pt x="13566" y="8111"/>
                  </a:lnTo>
                  <a:lnTo>
                    <a:pt x="13664" y="8037"/>
                  </a:lnTo>
                  <a:lnTo>
                    <a:pt x="13761" y="7940"/>
                  </a:lnTo>
                  <a:lnTo>
                    <a:pt x="13834" y="7843"/>
                  </a:lnTo>
                  <a:lnTo>
                    <a:pt x="13907" y="7721"/>
                  </a:lnTo>
                  <a:lnTo>
                    <a:pt x="13932" y="7599"/>
                  </a:lnTo>
                  <a:lnTo>
                    <a:pt x="13956" y="7453"/>
                  </a:lnTo>
                  <a:lnTo>
                    <a:pt x="13956" y="6503"/>
                  </a:lnTo>
                  <a:lnTo>
                    <a:pt x="13956" y="6503"/>
                  </a:lnTo>
                  <a:lnTo>
                    <a:pt x="13932" y="6381"/>
                  </a:lnTo>
                  <a:lnTo>
                    <a:pt x="13907" y="6235"/>
                  </a:lnTo>
                  <a:lnTo>
                    <a:pt x="13834" y="6138"/>
                  </a:lnTo>
                  <a:lnTo>
                    <a:pt x="13761" y="6016"/>
                  </a:lnTo>
                  <a:lnTo>
                    <a:pt x="13664" y="5943"/>
                  </a:lnTo>
                  <a:lnTo>
                    <a:pt x="13566" y="5870"/>
                  </a:lnTo>
                  <a:lnTo>
                    <a:pt x="13444" y="5821"/>
                  </a:lnTo>
                  <a:lnTo>
                    <a:pt x="13323" y="5772"/>
                  </a:lnTo>
                  <a:lnTo>
                    <a:pt x="13323" y="5772"/>
                  </a:lnTo>
                  <a:close/>
                  <a:moveTo>
                    <a:pt x="8573" y="8598"/>
                  </a:moveTo>
                  <a:lnTo>
                    <a:pt x="8573" y="8598"/>
                  </a:lnTo>
                  <a:lnTo>
                    <a:pt x="8403" y="8744"/>
                  </a:lnTo>
                  <a:lnTo>
                    <a:pt x="8232" y="8890"/>
                  </a:lnTo>
                  <a:lnTo>
                    <a:pt x="8038" y="8987"/>
                  </a:lnTo>
                  <a:lnTo>
                    <a:pt x="7818" y="9085"/>
                  </a:lnTo>
                  <a:lnTo>
                    <a:pt x="7624" y="9158"/>
                  </a:lnTo>
                  <a:lnTo>
                    <a:pt x="7404" y="9206"/>
                  </a:lnTo>
                  <a:lnTo>
                    <a:pt x="7185" y="9231"/>
                  </a:lnTo>
                  <a:lnTo>
                    <a:pt x="6966" y="9255"/>
                  </a:lnTo>
                  <a:lnTo>
                    <a:pt x="6747" y="9231"/>
                  </a:lnTo>
                  <a:lnTo>
                    <a:pt x="6528" y="9206"/>
                  </a:lnTo>
                  <a:lnTo>
                    <a:pt x="6333" y="9158"/>
                  </a:lnTo>
                  <a:lnTo>
                    <a:pt x="6114" y="9085"/>
                  </a:lnTo>
                  <a:lnTo>
                    <a:pt x="5919" y="8987"/>
                  </a:lnTo>
                  <a:lnTo>
                    <a:pt x="5724" y="8890"/>
                  </a:lnTo>
                  <a:lnTo>
                    <a:pt x="5529" y="8744"/>
                  </a:lnTo>
                  <a:lnTo>
                    <a:pt x="5359" y="8598"/>
                  </a:lnTo>
                  <a:lnTo>
                    <a:pt x="5359" y="8598"/>
                  </a:lnTo>
                  <a:lnTo>
                    <a:pt x="5212" y="8427"/>
                  </a:lnTo>
                  <a:lnTo>
                    <a:pt x="5066" y="8232"/>
                  </a:lnTo>
                  <a:lnTo>
                    <a:pt x="4969" y="8037"/>
                  </a:lnTo>
                  <a:lnTo>
                    <a:pt x="4871" y="7843"/>
                  </a:lnTo>
                  <a:lnTo>
                    <a:pt x="4798" y="7623"/>
                  </a:lnTo>
                  <a:lnTo>
                    <a:pt x="4750" y="7404"/>
                  </a:lnTo>
                  <a:lnTo>
                    <a:pt x="4701" y="7209"/>
                  </a:lnTo>
                  <a:lnTo>
                    <a:pt x="4701" y="6990"/>
                  </a:lnTo>
                  <a:lnTo>
                    <a:pt x="4701" y="6771"/>
                  </a:lnTo>
                  <a:lnTo>
                    <a:pt x="4750" y="6552"/>
                  </a:lnTo>
                  <a:lnTo>
                    <a:pt x="4798" y="6333"/>
                  </a:lnTo>
                  <a:lnTo>
                    <a:pt x="4871" y="6138"/>
                  </a:lnTo>
                  <a:lnTo>
                    <a:pt x="4969" y="5919"/>
                  </a:lnTo>
                  <a:lnTo>
                    <a:pt x="5066" y="5724"/>
                  </a:lnTo>
                  <a:lnTo>
                    <a:pt x="5212" y="5553"/>
                  </a:lnTo>
                  <a:lnTo>
                    <a:pt x="5359" y="5383"/>
                  </a:lnTo>
                  <a:lnTo>
                    <a:pt x="5359" y="5383"/>
                  </a:lnTo>
                  <a:lnTo>
                    <a:pt x="5529" y="5212"/>
                  </a:lnTo>
                  <a:lnTo>
                    <a:pt x="5724" y="5091"/>
                  </a:lnTo>
                  <a:lnTo>
                    <a:pt x="5919" y="4969"/>
                  </a:lnTo>
                  <a:lnTo>
                    <a:pt x="6114" y="4871"/>
                  </a:lnTo>
                  <a:lnTo>
                    <a:pt x="6333" y="4798"/>
                  </a:lnTo>
                  <a:lnTo>
                    <a:pt x="6528" y="4750"/>
                  </a:lnTo>
                  <a:lnTo>
                    <a:pt x="6747" y="4725"/>
                  </a:lnTo>
                  <a:lnTo>
                    <a:pt x="6966" y="4701"/>
                  </a:lnTo>
                  <a:lnTo>
                    <a:pt x="7185" y="4725"/>
                  </a:lnTo>
                  <a:lnTo>
                    <a:pt x="7404" y="4750"/>
                  </a:lnTo>
                  <a:lnTo>
                    <a:pt x="7624" y="4798"/>
                  </a:lnTo>
                  <a:lnTo>
                    <a:pt x="7818" y="4871"/>
                  </a:lnTo>
                  <a:lnTo>
                    <a:pt x="8038" y="4969"/>
                  </a:lnTo>
                  <a:lnTo>
                    <a:pt x="8232" y="5091"/>
                  </a:lnTo>
                  <a:lnTo>
                    <a:pt x="8403" y="5212"/>
                  </a:lnTo>
                  <a:lnTo>
                    <a:pt x="8573" y="5383"/>
                  </a:lnTo>
                  <a:lnTo>
                    <a:pt x="8573" y="5383"/>
                  </a:lnTo>
                  <a:lnTo>
                    <a:pt x="8744" y="5553"/>
                  </a:lnTo>
                  <a:lnTo>
                    <a:pt x="8866" y="5724"/>
                  </a:lnTo>
                  <a:lnTo>
                    <a:pt x="8987" y="5919"/>
                  </a:lnTo>
                  <a:lnTo>
                    <a:pt x="9085" y="6138"/>
                  </a:lnTo>
                  <a:lnTo>
                    <a:pt x="9158" y="6333"/>
                  </a:lnTo>
                  <a:lnTo>
                    <a:pt x="9207" y="6552"/>
                  </a:lnTo>
                  <a:lnTo>
                    <a:pt x="9231" y="6771"/>
                  </a:lnTo>
                  <a:lnTo>
                    <a:pt x="9231" y="6990"/>
                  </a:lnTo>
                  <a:lnTo>
                    <a:pt x="9231" y="7209"/>
                  </a:lnTo>
                  <a:lnTo>
                    <a:pt x="9207" y="7404"/>
                  </a:lnTo>
                  <a:lnTo>
                    <a:pt x="9158" y="7623"/>
                  </a:lnTo>
                  <a:lnTo>
                    <a:pt x="9085" y="7843"/>
                  </a:lnTo>
                  <a:lnTo>
                    <a:pt x="8987" y="8037"/>
                  </a:lnTo>
                  <a:lnTo>
                    <a:pt x="8866" y="8232"/>
                  </a:lnTo>
                  <a:lnTo>
                    <a:pt x="8744" y="8427"/>
                  </a:lnTo>
                  <a:lnTo>
                    <a:pt x="8573" y="8598"/>
                  </a:lnTo>
                  <a:lnTo>
                    <a:pt x="8573" y="8598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" name="Google Shape;380;p33"/>
            <p:cNvSpPr/>
            <p:nvPr/>
          </p:nvSpPr>
          <p:spPr>
            <a:xfrm>
              <a:off x="5566575" y="3265260"/>
              <a:ext cx="198525" cy="198525"/>
            </a:xfrm>
            <a:custGeom>
              <a:avLst/>
              <a:gdLst/>
              <a:ahLst/>
              <a:cxnLst/>
              <a:rect l="l" t="t" r="r" b="b"/>
              <a:pathLst>
                <a:path w="7941" h="7941" fill="none" extrusionOk="0">
                  <a:moveTo>
                    <a:pt x="7258" y="2144"/>
                  </a:moveTo>
                  <a:lnTo>
                    <a:pt x="6138" y="2388"/>
                  </a:lnTo>
                  <a:lnTo>
                    <a:pt x="6138" y="2388"/>
                  </a:lnTo>
                  <a:lnTo>
                    <a:pt x="6016" y="2217"/>
                  </a:lnTo>
                  <a:lnTo>
                    <a:pt x="5870" y="2071"/>
                  </a:lnTo>
                  <a:lnTo>
                    <a:pt x="6260" y="975"/>
                  </a:lnTo>
                  <a:lnTo>
                    <a:pt x="6260" y="975"/>
                  </a:lnTo>
                  <a:lnTo>
                    <a:pt x="6284" y="902"/>
                  </a:lnTo>
                  <a:lnTo>
                    <a:pt x="6284" y="829"/>
                  </a:lnTo>
                  <a:lnTo>
                    <a:pt x="6260" y="683"/>
                  </a:lnTo>
                  <a:lnTo>
                    <a:pt x="6162" y="561"/>
                  </a:lnTo>
                  <a:lnTo>
                    <a:pt x="6114" y="488"/>
                  </a:lnTo>
                  <a:lnTo>
                    <a:pt x="6065" y="464"/>
                  </a:lnTo>
                  <a:lnTo>
                    <a:pt x="5553" y="196"/>
                  </a:lnTo>
                  <a:lnTo>
                    <a:pt x="5553" y="196"/>
                  </a:lnTo>
                  <a:lnTo>
                    <a:pt x="5480" y="171"/>
                  </a:lnTo>
                  <a:lnTo>
                    <a:pt x="5407" y="171"/>
                  </a:lnTo>
                  <a:lnTo>
                    <a:pt x="5261" y="171"/>
                  </a:lnTo>
                  <a:lnTo>
                    <a:pt x="5115" y="244"/>
                  </a:lnTo>
                  <a:lnTo>
                    <a:pt x="5066" y="293"/>
                  </a:lnTo>
                  <a:lnTo>
                    <a:pt x="5018" y="342"/>
                  </a:lnTo>
                  <a:lnTo>
                    <a:pt x="4384" y="1316"/>
                  </a:lnTo>
                  <a:lnTo>
                    <a:pt x="4384" y="1316"/>
                  </a:lnTo>
                  <a:lnTo>
                    <a:pt x="4165" y="1292"/>
                  </a:lnTo>
                  <a:lnTo>
                    <a:pt x="3970" y="1292"/>
                  </a:lnTo>
                  <a:lnTo>
                    <a:pt x="3483" y="244"/>
                  </a:lnTo>
                  <a:lnTo>
                    <a:pt x="3483" y="244"/>
                  </a:lnTo>
                  <a:lnTo>
                    <a:pt x="3435" y="171"/>
                  </a:lnTo>
                  <a:lnTo>
                    <a:pt x="3386" y="123"/>
                  </a:lnTo>
                  <a:lnTo>
                    <a:pt x="3264" y="50"/>
                  </a:lnTo>
                  <a:lnTo>
                    <a:pt x="3118" y="1"/>
                  </a:lnTo>
                  <a:lnTo>
                    <a:pt x="3045" y="1"/>
                  </a:lnTo>
                  <a:lnTo>
                    <a:pt x="2972" y="25"/>
                  </a:lnTo>
                  <a:lnTo>
                    <a:pt x="2436" y="196"/>
                  </a:lnTo>
                  <a:lnTo>
                    <a:pt x="2436" y="196"/>
                  </a:lnTo>
                  <a:lnTo>
                    <a:pt x="2363" y="220"/>
                  </a:lnTo>
                  <a:lnTo>
                    <a:pt x="2290" y="269"/>
                  </a:lnTo>
                  <a:lnTo>
                    <a:pt x="2192" y="391"/>
                  </a:lnTo>
                  <a:lnTo>
                    <a:pt x="2144" y="537"/>
                  </a:lnTo>
                  <a:lnTo>
                    <a:pt x="2144" y="610"/>
                  </a:lnTo>
                  <a:lnTo>
                    <a:pt x="2144" y="683"/>
                  </a:lnTo>
                  <a:lnTo>
                    <a:pt x="2387" y="1828"/>
                  </a:lnTo>
                  <a:lnTo>
                    <a:pt x="2387" y="1828"/>
                  </a:lnTo>
                  <a:lnTo>
                    <a:pt x="2217" y="1949"/>
                  </a:lnTo>
                  <a:lnTo>
                    <a:pt x="2071" y="2095"/>
                  </a:lnTo>
                  <a:lnTo>
                    <a:pt x="999" y="1681"/>
                  </a:lnTo>
                  <a:lnTo>
                    <a:pt x="999" y="1681"/>
                  </a:lnTo>
                  <a:lnTo>
                    <a:pt x="926" y="1681"/>
                  </a:lnTo>
                  <a:lnTo>
                    <a:pt x="829" y="1657"/>
                  </a:lnTo>
                  <a:lnTo>
                    <a:pt x="682" y="1706"/>
                  </a:lnTo>
                  <a:lnTo>
                    <a:pt x="561" y="1779"/>
                  </a:lnTo>
                  <a:lnTo>
                    <a:pt x="512" y="1828"/>
                  </a:lnTo>
                  <a:lnTo>
                    <a:pt x="463" y="1901"/>
                  </a:lnTo>
                  <a:lnTo>
                    <a:pt x="220" y="2388"/>
                  </a:lnTo>
                  <a:lnTo>
                    <a:pt x="220" y="2388"/>
                  </a:lnTo>
                  <a:lnTo>
                    <a:pt x="195" y="2461"/>
                  </a:lnTo>
                  <a:lnTo>
                    <a:pt x="171" y="2534"/>
                  </a:lnTo>
                  <a:lnTo>
                    <a:pt x="195" y="2704"/>
                  </a:lnTo>
                  <a:lnTo>
                    <a:pt x="244" y="2826"/>
                  </a:lnTo>
                  <a:lnTo>
                    <a:pt x="293" y="2899"/>
                  </a:lnTo>
                  <a:lnTo>
                    <a:pt x="366" y="2948"/>
                  </a:lnTo>
                  <a:lnTo>
                    <a:pt x="1340" y="3581"/>
                  </a:lnTo>
                  <a:lnTo>
                    <a:pt x="1340" y="3581"/>
                  </a:lnTo>
                  <a:lnTo>
                    <a:pt x="1316" y="3776"/>
                  </a:lnTo>
                  <a:lnTo>
                    <a:pt x="1291" y="3995"/>
                  </a:lnTo>
                  <a:lnTo>
                    <a:pt x="244" y="4482"/>
                  </a:lnTo>
                  <a:lnTo>
                    <a:pt x="244" y="4482"/>
                  </a:lnTo>
                  <a:lnTo>
                    <a:pt x="195" y="4507"/>
                  </a:lnTo>
                  <a:lnTo>
                    <a:pt x="122" y="4555"/>
                  </a:lnTo>
                  <a:lnTo>
                    <a:pt x="49" y="4701"/>
                  </a:lnTo>
                  <a:lnTo>
                    <a:pt x="0" y="4848"/>
                  </a:lnTo>
                  <a:lnTo>
                    <a:pt x="25" y="4921"/>
                  </a:lnTo>
                  <a:lnTo>
                    <a:pt x="25" y="4994"/>
                  </a:lnTo>
                  <a:lnTo>
                    <a:pt x="220" y="5530"/>
                  </a:lnTo>
                  <a:lnTo>
                    <a:pt x="220" y="5530"/>
                  </a:lnTo>
                  <a:lnTo>
                    <a:pt x="244" y="5578"/>
                  </a:lnTo>
                  <a:lnTo>
                    <a:pt x="293" y="5651"/>
                  </a:lnTo>
                  <a:lnTo>
                    <a:pt x="390" y="5749"/>
                  </a:lnTo>
                  <a:lnTo>
                    <a:pt x="536" y="5797"/>
                  </a:lnTo>
                  <a:lnTo>
                    <a:pt x="609" y="5797"/>
                  </a:lnTo>
                  <a:lnTo>
                    <a:pt x="682" y="5797"/>
                  </a:lnTo>
                  <a:lnTo>
                    <a:pt x="1827" y="5554"/>
                  </a:lnTo>
                  <a:lnTo>
                    <a:pt x="1827" y="5554"/>
                  </a:lnTo>
                  <a:lnTo>
                    <a:pt x="1949" y="5724"/>
                  </a:lnTo>
                  <a:lnTo>
                    <a:pt x="2095" y="5870"/>
                  </a:lnTo>
                  <a:lnTo>
                    <a:pt x="1705" y="6966"/>
                  </a:lnTo>
                  <a:lnTo>
                    <a:pt x="1705" y="6966"/>
                  </a:lnTo>
                  <a:lnTo>
                    <a:pt x="1681" y="7040"/>
                  </a:lnTo>
                  <a:lnTo>
                    <a:pt x="1681" y="7113"/>
                  </a:lnTo>
                  <a:lnTo>
                    <a:pt x="1705" y="7259"/>
                  </a:lnTo>
                  <a:lnTo>
                    <a:pt x="1778" y="7380"/>
                  </a:lnTo>
                  <a:lnTo>
                    <a:pt x="1851" y="7429"/>
                  </a:lnTo>
                  <a:lnTo>
                    <a:pt x="1900" y="7478"/>
                  </a:lnTo>
                  <a:lnTo>
                    <a:pt x="2412" y="7721"/>
                  </a:lnTo>
                  <a:lnTo>
                    <a:pt x="2412" y="7721"/>
                  </a:lnTo>
                  <a:lnTo>
                    <a:pt x="2485" y="7770"/>
                  </a:lnTo>
                  <a:lnTo>
                    <a:pt x="2558" y="7770"/>
                  </a:lnTo>
                  <a:lnTo>
                    <a:pt x="2704" y="7770"/>
                  </a:lnTo>
                  <a:lnTo>
                    <a:pt x="2850" y="7697"/>
                  </a:lnTo>
                  <a:lnTo>
                    <a:pt x="2899" y="7648"/>
                  </a:lnTo>
                  <a:lnTo>
                    <a:pt x="2947" y="7600"/>
                  </a:lnTo>
                  <a:lnTo>
                    <a:pt x="3581" y="6625"/>
                  </a:lnTo>
                  <a:lnTo>
                    <a:pt x="3581" y="6625"/>
                  </a:lnTo>
                  <a:lnTo>
                    <a:pt x="3800" y="6650"/>
                  </a:lnTo>
                  <a:lnTo>
                    <a:pt x="3995" y="6650"/>
                  </a:lnTo>
                  <a:lnTo>
                    <a:pt x="4482" y="7697"/>
                  </a:lnTo>
                  <a:lnTo>
                    <a:pt x="4482" y="7697"/>
                  </a:lnTo>
                  <a:lnTo>
                    <a:pt x="4531" y="7770"/>
                  </a:lnTo>
                  <a:lnTo>
                    <a:pt x="4579" y="7819"/>
                  </a:lnTo>
                  <a:lnTo>
                    <a:pt x="4701" y="7892"/>
                  </a:lnTo>
                  <a:lnTo>
                    <a:pt x="4847" y="7941"/>
                  </a:lnTo>
                  <a:lnTo>
                    <a:pt x="4920" y="7941"/>
                  </a:lnTo>
                  <a:lnTo>
                    <a:pt x="4993" y="7916"/>
                  </a:lnTo>
                  <a:lnTo>
                    <a:pt x="5529" y="7746"/>
                  </a:lnTo>
                  <a:lnTo>
                    <a:pt x="5529" y="7746"/>
                  </a:lnTo>
                  <a:lnTo>
                    <a:pt x="5602" y="7721"/>
                  </a:lnTo>
                  <a:lnTo>
                    <a:pt x="5651" y="7673"/>
                  </a:lnTo>
                  <a:lnTo>
                    <a:pt x="5748" y="7551"/>
                  </a:lnTo>
                  <a:lnTo>
                    <a:pt x="5821" y="7405"/>
                  </a:lnTo>
                  <a:lnTo>
                    <a:pt x="5821" y="7332"/>
                  </a:lnTo>
                  <a:lnTo>
                    <a:pt x="5821" y="7259"/>
                  </a:lnTo>
                  <a:lnTo>
                    <a:pt x="5578" y="6114"/>
                  </a:lnTo>
                  <a:lnTo>
                    <a:pt x="5578" y="6114"/>
                  </a:lnTo>
                  <a:lnTo>
                    <a:pt x="5724" y="5992"/>
                  </a:lnTo>
                  <a:lnTo>
                    <a:pt x="5894" y="5846"/>
                  </a:lnTo>
                  <a:lnTo>
                    <a:pt x="6966" y="6260"/>
                  </a:lnTo>
                  <a:lnTo>
                    <a:pt x="6966" y="6260"/>
                  </a:lnTo>
                  <a:lnTo>
                    <a:pt x="7039" y="6260"/>
                  </a:lnTo>
                  <a:lnTo>
                    <a:pt x="7112" y="6285"/>
                  </a:lnTo>
                  <a:lnTo>
                    <a:pt x="7258" y="6236"/>
                  </a:lnTo>
                  <a:lnTo>
                    <a:pt x="7404" y="6163"/>
                  </a:lnTo>
                  <a:lnTo>
                    <a:pt x="7453" y="6114"/>
                  </a:lnTo>
                  <a:lnTo>
                    <a:pt x="7502" y="6041"/>
                  </a:lnTo>
                  <a:lnTo>
                    <a:pt x="7745" y="5530"/>
                  </a:lnTo>
                  <a:lnTo>
                    <a:pt x="7745" y="5530"/>
                  </a:lnTo>
                  <a:lnTo>
                    <a:pt x="7770" y="5481"/>
                  </a:lnTo>
                  <a:lnTo>
                    <a:pt x="7794" y="5383"/>
                  </a:lnTo>
                  <a:lnTo>
                    <a:pt x="7770" y="5237"/>
                  </a:lnTo>
                  <a:lnTo>
                    <a:pt x="7697" y="5115"/>
                  </a:lnTo>
                  <a:lnTo>
                    <a:pt x="7648" y="5042"/>
                  </a:lnTo>
                  <a:lnTo>
                    <a:pt x="7599" y="4994"/>
                  </a:lnTo>
                  <a:lnTo>
                    <a:pt x="6625" y="4360"/>
                  </a:lnTo>
                  <a:lnTo>
                    <a:pt x="6625" y="4360"/>
                  </a:lnTo>
                  <a:lnTo>
                    <a:pt x="6649" y="4166"/>
                  </a:lnTo>
                  <a:lnTo>
                    <a:pt x="6649" y="3946"/>
                  </a:lnTo>
                  <a:lnTo>
                    <a:pt x="7697" y="3459"/>
                  </a:lnTo>
                  <a:lnTo>
                    <a:pt x="7697" y="3459"/>
                  </a:lnTo>
                  <a:lnTo>
                    <a:pt x="7770" y="3435"/>
                  </a:lnTo>
                  <a:lnTo>
                    <a:pt x="7843" y="3386"/>
                  </a:lnTo>
                  <a:lnTo>
                    <a:pt x="7916" y="3240"/>
                  </a:lnTo>
                  <a:lnTo>
                    <a:pt x="7940" y="3094"/>
                  </a:lnTo>
                  <a:lnTo>
                    <a:pt x="7940" y="3021"/>
                  </a:lnTo>
                  <a:lnTo>
                    <a:pt x="7940" y="2948"/>
                  </a:lnTo>
                  <a:lnTo>
                    <a:pt x="7745" y="2412"/>
                  </a:lnTo>
                  <a:lnTo>
                    <a:pt x="7745" y="2412"/>
                  </a:lnTo>
                  <a:lnTo>
                    <a:pt x="7721" y="2339"/>
                  </a:lnTo>
                  <a:lnTo>
                    <a:pt x="7672" y="2290"/>
                  </a:lnTo>
                  <a:lnTo>
                    <a:pt x="7551" y="2193"/>
                  </a:lnTo>
                  <a:lnTo>
                    <a:pt x="7429" y="2144"/>
                  </a:lnTo>
                  <a:lnTo>
                    <a:pt x="7356" y="2144"/>
                  </a:lnTo>
                  <a:lnTo>
                    <a:pt x="7258" y="2144"/>
                  </a:lnTo>
                  <a:lnTo>
                    <a:pt x="7258" y="2144"/>
                  </a:lnTo>
                  <a:close/>
                  <a:moveTo>
                    <a:pt x="5480" y="4726"/>
                  </a:moveTo>
                  <a:lnTo>
                    <a:pt x="5480" y="4726"/>
                  </a:lnTo>
                  <a:lnTo>
                    <a:pt x="5383" y="4872"/>
                  </a:lnTo>
                  <a:lnTo>
                    <a:pt x="5286" y="4994"/>
                  </a:lnTo>
                  <a:lnTo>
                    <a:pt x="5188" y="5140"/>
                  </a:lnTo>
                  <a:lnTo>
                    <a:pt x="5066" y="5237"/>
                  </a:lnTo>
                  <a:lnTo>
                    <a:pt x="4945" y="5335"/>
                  </a:lnTo>
                  <a:lnTo>
                    <a:pt x="4798" y="5432"/>
                  </a:lnTo>
                  <a:lnTo>
                    <a:pt x="4652" y="5505"/>
                  </a:lnTo>
                  <a:lnTo>
                    <a:pt x="4506" y="5554"/>
                  </a:lnTo>
                  <a:lnTo>
                    <a:pt x="4360" y="5603"/>
                  </a:lnTo>
                  <a:lnTo>
                    <a:pt x="4190" y="5627"/>
                  </a:lnTo>
                  <a:lnTo>
                    <a:pt x="4043" y="5651"/>
                  </a:lnTo>
                  <a:lnTo>
                    <a:pt x="3873" y="5627"/>
                  </a:lnTo>
                  <a:lnTo>
                    <a:pt x="3702" y="5627"/>
                  </a:lnTo>
                  <a:lnTo>
                    <a:pt x="3556" y="5578"/>
                  </a:lnTo>
                  <a:lnTo>
                    <a:pt x="3386" y="5530"/>
                  </a:lnTo>
                  <a:lnTo>
                    <a:pt x="3240" y="5456"/>
                  </a:lnTo>
                  <a:lnTo>
                    <a:pt x="3240" y="5456"/>
                  </a:lnTo>
                  <a:lnTo>
                    <a:pt x="3094" y="5383"/>
                  </a:lnTo>
                  <a:lnTo>
                    <a:pt x="2947" y="5286"/>
                  </a:lnTo>
                  <a:lnTo>
                    <a:pt x="2826" y="5164"/>
                  </a:lnTo>
                  <a:lnTo>
                    <a:pt x="2704" y="5067"/>
                  </a:lnTo>
                  <a:lnTo>
                    <a:pt x="2606" y="4921"/>
                  </a:lnTo>
                  <a:lnTo>
                    <a:pt x="2533" y="4799"/>
                  </a:lnTo>
                  <a:lnTo>
                    <a:pt x="2460" y="4653"/>
                  </a:lnTo>
                  <a:lnTo>
                    <a:pt x="2387" y="4507"/>
                  </a:lnTo>
                  <a:lnTo>
                    <a:pt x="2363" y="4336"/>
                  </a:lnTo>
                  <a:lnTo>
                    <a:pt x="2314" y="4190"/>
                  </a:lnTo>
                  <a:lnTo>
                    <a:pt x="2314" y="4020"/>
                  </a:lnTo>
                  <a:lnTo>
                    <a:pt x="2314" y="3873"/>
                  </a:lnTo>
                  <a:lnTo>
                    <a:pt x="2339" y="3703"/>
                  </a:lnTo>
                  <a:lnTo>
                    <a:pt x="2363" y="3532"/>
                  </a:lnTo>
                  <a:lnTo>
                    <a:pt x="2412" y="3386"/>
                  </a:lnTo>
                  <a:lnTo>
                    <a:pt x="2485" y="3216"/>
                  </a:lnTo>
                  <a:lnTo>
                    <a:pt x="2485" y="3216"/>
                  </a:lnTo>
                  <a:lnTo>
                    <a:pt x="2582" y="3070"/>
                  </a:lnTo>
                  <a:lnTo>
                    <a:pt x="2680" y="2948"/>
                  </a:lnTo>
                  <a:lnTo>
                    <a:pt x="2777" y="2802"/>
                  </a:lnTo>
                  <a:lnTo>
                    <a:pt x="2899" y="2704"/>
                  </a:lnTo>
                  <a:lnTo>
                    <a:pt x="3020" y="2607"/>
                  </a:lnTo>
                  <a:lnTo>
                    <a:pt x="3167" y="2509"/>
                  </a:lnTo>
                  <a:lnTo>
                    <a:pt x="3313" y="2436"/>
                  </a:lnTo>
                  <a:lnTo>
                    <a:pt x="3459" y="2388"/>
                  </a:lnTo>
                  <a:lnTo>
                    <a:pt x="3605" y="2339"/>
                  </a:lnTo>
                  <a:lnTo>
                    <a:pt x="3775" y="2315"/>
                  </a:lnTo>
                  <a:lnTo>
                    <a:pt x="3922" y="2290"/>
                  </a:lnTo>
                  <a:lnTo>
                    <a:pt x="4092" y="2315"/>
                  </a:lnTo>
                  <a:lnTo>
                    <a:pt x="4263" y="2315"/>
                  </a:lnTo>
                  <a:lnTo>
                    <a:pt x="4409" y="2363"/>
                  </a:lnTo>
                  <a:lnTo>
                    <a:pt x="4579" y="2412"/>
                  </a:lnTo>
                  <a:lnTo>
                    <a:pt x="4725" y="2485"/>
                  </a:lnTo>
                  <a:lnTo>
                    <a:pt x="4725" y="2485"/>
                  </a:lnTo>
                  <a:lnTo>
                    <a:pt x="4871" y="2558"/>
                  </a:lnTo>
                  <a:lnTo>
                    <a:pt x="5018" y="2656"/>
                  </a:lnTo>
                  <a:lnTo>
                    <a:pt x="5139" y="2777"/>
                  </a:lnTo>
                  <a:lnTo>
                    <a:pt x="5261" y="2875"/>
                  </a:lnTo>
                  <a:lnTo>
                    <a:pt x="5359" y="3021"/>
                  </a:lnTo>
                  <a:lnTo>
                    <a:pt x="5432" y="3143"/>
                  </a:lnTo>
                  <a:lnTo>
                    <a:pt x="5505" y="3289"/>
                  </a:lnTo>
                  <a:lnTo>
                    <a:pt x="5578" y="3435"/>
                  </a:lnTo>
                  <a:lnTo>
                    <a:pt x="5602" y="3605"/>
                  </a:lnTo>
                  <a:lnTo>
                    <a:pt x="5626" y="3752"/>
                  </a:lnTo>
                  <a:lnTo>
                    <a:pt x="5651" y="3922"/>
                  </a:lnTo>
                  <a:lnTo>
                    <a:pt x="5651" y="4068"/>
                  </a:lnTo>
                  <a:lnTo>
                    <a:pt x="5626" y="4239"/>
                  </a:lnTo>
                  <a:lnTo>
                    <a:pt x="5602" y="4409"/>
                  </a:lnTo>
                  <a:lnTo>
                    <a:pt x="5553" y="4555"/>
                  </a:lnTo>
                  <a:lnTo>
                    <a:pt x="5480" y="4726"/>
                  </a:lnTo>
                  <a:lnTo>
                    <a:pt x="5480" y="4726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81" name="Google Shape;381;p33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15</a:t>
            </a:fld>
            <a:endParaRPr/>
          </a:p>
        </p:txBody>
      </p:sp>
      <p:sp>
        <p:nvSpPr>
          <p:cNvPr id="12" name="Google Shape;125;p17">
            <a:extLst>
              <a:ext uri="{FF2B5EF4-FFF2-40B4-BE49-F238E27FC236}">
                <a16:creationId xmlns:a16="http://schemas.microsoft.com/office/drawing/2014/main" id="{890E7DC4-E43C-47C3-9207-83A72F3EDA74}"/>
              </a:ext>
            </a:extLst>
          </p:cNvPr>
          <p:cNvSpPr txBox="1">
            <a:spLocks/>
          </p:cNvSpPr>
          <p:nvPr/>
        </p:nvSpPr>
        <p:spPr>
          <a:xfrm>
            <a:off x="157390" y="1719050"/>
            <a:ext cx="3400801" cy="3468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FFCD00"/>
              </a:buClr>
              <a:buSzPts val="2400"/>
              <a:buFont typeface="Quattrocento Sans"/>
              <a:buChar char="◉"/>
              <a:defRPr sz="2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L="914400" marR="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2000"/>
              <a:buFont typeface="Quattrocento Sans"/>
              <a:buChar char="○"/>
              <a:defRPr sz="20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2000"/>
              <a:buFont typeface="Quattrocento Sans"/>
              <a:buChar char="■"/>
              <a:defRPr sz="20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L="1828800" marR="0" lvl="3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●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L="2286000" marR="0" lvl="4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○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L="2743200" marR="0" lvl="5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■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6pPr>
            <a:lvl7pPr marL="3200400" marR="0" lvl="6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●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7pPr>
            <a:lvl8pPr marL="3657600" marR="0" lvl="7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○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8pPr>
            <a:lvl9pPr marL="4114800" marR="0" lvl="8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■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9pPr>
          </a:lstStyle>
          <a:p>
            <a:pPr>
              <a:buClr>
                <a:schemeClr val="accent1"/>
              </a:buClr>
            </a:pPr>
            <a:r>
              <a:rPr lang="ko-KR" altLang="en-US" sz="1400" dirty="0"/>
              <a:t>프로그램에 에러 발생했다면</a:t>
            </a:r>
            <a:r>
              <a:rPr lang="en-US" altLang="ko-KR" sz="1400" dirty="0"/>
              <a:t>?</a:t>
            </a:r>
          </a:p>
        </p:txBody>
      </p:sp>
      <p:sp>
        <p:nvSpPr>
          <p:cNvPr id="14" name="Google Shape;125;p17">
            <a:extLst>
              <a:ext uri="{FF2B5EF4-FFF2-40B4-BE49-F238E27FC236}">
                <a16:creationId xmlns:a16="http://schemas.microsoft.com/office/drawing/2014/main" id="{90CE228E-2E1D-442A-AF98-DDFF11FA8979}"/>
              </a:ext>
            </a:extLst>
          </p:cNvPr>
          <p:cNvSpPr txBox="1">
            <a:spLocks/>
          </p:cNvSpPr>
          <p:nvPr/>
        </p:nvSpPr>
        <p:spPr>
          <a:xfrm>
            <a:off x="157390" y="2732613"/>
            <a:ext cx="3400801" cy="532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FFCD00"/>
              </a:buClr>
              <a:buSzPts val="2400"/>
              <a:buFont typeface="Quattrocento Sans"/>
              <a:buChar char="◉"/>
              <a:defRPr sz="2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L="914400" marR="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2000"/>
              <a:buFont typeface="Quattrocento Sans"/>
              <a:buChar char="○"/>
              <a:defRPr sz="20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2000"/>
              <a:buFont typeface="Quattrocento Sans"/>
              <a:buChar char="■"/>
              <a:defRPr sz="20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L="1828800" marR="0" lvl="3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●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L="2286000" marR="0" lvl="4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○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L="2743200" marR="0" lvl="5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■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6pPr>
            <a:lvl7pPr marL="3200400" marR="0" lvl="6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●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7pPr>
            <a:lvl8pPr marL="3657600" marR="0" lvl="7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○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8pPr>
            <a:lvl9pPr marL="4114800" marR="0" lvl="8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■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9pPr>
          </a:lstStyle>
          <a:p>
            <a:pPr>
              <a:buClr>
                <a:schemeClr val="accent1"/>
              </a:buClr>
            </a:pPr>
            <a:r>
              <a:rPr lang="ko-KR" altLang="en-US" sz="1400" dirty="0"/>
              <a:t>누가 짠 건지 출처 불명이라면</a:t>
            </a:r>
            <a:r>
              <a:rPr lang="en-US" altLang="ko-KR" sz="1400" dirty="0"/>
              <a:t>?</a:t>
            </a:r>
          </a:p>
        </p:txBody>
      </p:sp>
      <p:sp>
        <p:nvSpPr>
          <p:cNvPr id="15" name="Google Shape;125;p17">
            <a:extLst>
              <a:ext uri="{FF2B5EF4-FFF2-40B4-BE49-F238E27FC236}">
                <a16:creationId xmlns:a16="http://schemas.microsoft.com/office/drawing/2014/main" id="{055D7D95-648E-4F34-ABE5-55B89E18F795}"/>
              </a:ext>
            </a:extLst>
          </p:cNvPr>
          <p:cNvSpPr txBox="1">
            <a:spLocks/>
          </p:cNvSpPr>
          <p:nvPr/>
        </p:nvSpPr>
        <p:spPr>
          <a:xfrm>
            <a:off x="157390" y="2350630"/>
            <a:ext cx="3400801" cy="3468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FFCD00"/>
              </a:buClr>
              <a:buSzPts val="2400"/>
              <a:buFont typeface="Quattrocento Sans"/>
              <a:buChar char="◉"/>
              <a:defRPr sz="2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L="914400" marR="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2000"/>
              <a:buFont typeface="Quattrocento Sans"/>
              <a:buChar char="○"/>
              <a:defRPr sz="20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2000"/>
              <a:buFont typeface="Quattrocento Sans"/>
              <a:buChar char="■"/>
              <a:defRPr sz="20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L="1828800" marR="0" lvl="3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●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L="2286000" marR="0" lvl="4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○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L="2743200" marR="0" lvl="5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■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6pPr>
            <a:lvl7pPr marL="3200400" marR="0" lvl="6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●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7pPr>
            <a:lvl8pPr marL="3657600" marR="0" lvl="7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○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8pPr>
            <a:lvl9pPr marL="4114800" marR="0" lvl="8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■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9pPr>
          </a:lstStyle>
          <a:p>
            <a:pPr>
              <a:buClr>
                <a:schemeClr val="accent1"/>
              </a:buClr>
            </a:pPr>
            <a:r>
              <a:rPr lang="ko-KR" altLang="en-US" sz="1400" dirty="0"/>
              <a:t>똑같은 코드를 </a:t>
            </a:r>
            <a:r>
              <a:rPr lang="ko-KR" altLang="en-US" sz="1400" dirty="0" err="1"/>
              <a:t>여러명이</a:t>
            </a:r>
            <a:r>
              <a:rPr lang="ko-KR" altLang="en-US" sz="1400" dirty="0"/>
              <a:t> 동시에 수정했다면</a:t>
            </a:r>
            <a:r>
              <a:rPr lang="en-US" altLang="ko-KR" sz="1400" dirty="0"/>
              <a:t>?</a:t>
            </a:r>
          </a:p>
        </p:txBody>
      </p:sp>
      <p:sp>
        <p:nvSpPr>
          <p:cNvPr id="18" name="Google Shape;125;p17">
            <a:extLst>
              <a:ext uri="{FF2B5EF4-FFF2-40B4-BE49-F238E27FC236}">
                <a16:creationId xmlns:a16="http://schemas.microsoft.com/office/drawing/2014/main" id="{9EF2B8DD-FD27-460B-9590-6CCE132CFD30}"/>
              </a:ext>
            </a:extLst>
          </p:cNvPr>
          <p:cNvSpPr txBox="1">
            <a:spLocks/>
          </p:cNvSpPr>
          <p:nvPr/>
        </p:nvSpPr>
        <p:spPr>
          <a:xfrm>
            <a:off x="157389" y="3300266"/>
            <a:ext cx="3400801" cy="532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FFCD00"/>
              </a:buClr>
              <a:buSzPts val="2400"/>
              <a:buFont typeface="Quattrocento Sans"/>
              <a:buChar char="◉"/>
              <a:defRPr sz="2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L="914400" marR="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2000"/>
              <a:buFont typeface="Quattrocento Sans"/>
              <a:buChar char="○"/>
              <a:defRPr sz="20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2000"/>
              <a:buFont typeface="Quattrocento Sans"/>
              <a:buChar char="■"/>
              <a:defRPr sz="20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L="1828800" marR="0" lvl="3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●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L="2286000" marR="0" lvl="4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○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L="2743200" marR="0" lvl="5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■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6pPr>
            <a:lvl7pPr marL="3200400" marR="0" lvl="6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●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7pPr>
            <a:lvl8pPr marL="3657600" marR="0" lvl="7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○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8pPr>
            <a:lvl9pPr marL="4114800" marR="0" lvl="8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■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9pPr>
          </a:lstStyle>
          <a:p>
            <a:pPr>
              <a:buClr>
                <a:schemeClr val="accent1"/>
              </a:buClr>
            </a:pPr>
            <a:r>
              <a:rPr lang="ko-KR" altLang="en-US" sz="1400" dirty="0"/>
              <a:t>소스 코드를 합칠 때 추가된 코드만</a:t>
            </a:r>
            <a:r>
              <a:rPr lang="en-US" altLang="ko-KR" sz="1400" dirty="0"/>
              <a:t> 1</a:t>
            </a:r>
            <a:r>
              <a:rPr lang="ko-KR" altLang="en-US" sz="1400" dirty="0"/>
              <a:t>만 줄이 넘으면</a:t>
            </a:r>
            <a:r>
              <a:rPr lang="en-US" altLang="ko-KR" sz="1400" dirty="0"/>
              <a:t>?</a:t>
            </a:r>
          </a:p>
        </p:txBody>
      </p:sp>
      <p:pic>
        <p:nvPicPr>
          <p:cNvPr id="1032" name="Picture 8" descr="멘붕에 빠지게 되는 4단계 &amp; 멘붕 탈출법">
            <a:extLst>
              <a:ext uri="{FF2B5EF4-FFF2-40B4-BE49-F238E27FC236}">
                <a16:creationId xmlns:a16="http://schemas.microsoft.com/office/drawing/2014/main" id="{72EADC77-D19A-45A4-933E-3B618A9F88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34803" y="715435"/>
            <a:ext cx="5444602" cy="38475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991910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45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2000"/>
                                        <p:tgtEl>
                                          <p:spTgt spid="10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2000" fill="hold"/>
                                        <p:tgtEl>
                                          <p:spTgt spid="10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2000" fill="hold"/>
                                        <p:tgtEl>
                                          <p:spTgt spid="10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4" grpId="0"/>
      <p:bldP spid="15" grpId="0"/>
      <p:bldP spid="18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33"/>
          <p:cNvSpPr txBox="1">
            <a:spLocks noGrp="1"/>
          </p:cNvSpPr>
          <p:nvPr>
            <p:ph type="title"/>
          </p:nvPr>
        </p:nvSpPr>
        <p:spPr>
          <a:xfrm>
            <a:off x="1381250" y="896112"/>
            <a:ext cx="38784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버전관리</a:t>
            </a:r>
            <a:endParaRPr dirty="0"/>
          </a:p>
        </p:txBody>
      </p:sp>
      <p:sp>
        <p:nvSpPr>
          <p:cNvPr id="377" name="Google Shape;377;p33"/>
          <p:cNvSpPr txBox="1">
            <a:spLocks noGrp="1"/>
          </p:cNvSpPr>
          <p:nvPr>
            <p:ph type="body" idx="1"/>
          </p:nvPr>
        </p:nvSpPr>
        <p:spPr>
          <a:xfrm>
            <a:off x="1381250" y="1616475"/>
            <a:ext cx="3400800" cy="311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/>
          </a:p>
        </p:txBody>
      </p:sp>
      <p:grpSp>
        <p:nvGrpSpPr>
          <p:cNvPr id="378" name="Google Shape;378;p33"/>
          <p:cNvGrpSpPr/>
          <p:nvPr/>
        </p:nvGrpSpPr>
        <p:grpSpPr>
          <a:xfrm>
            <a:off x="889984" y="1007708"/>
            <a:ext cx="270226" cy="238344"/>
            <a:chOff x="5247525" y="3007275"/>
            <a:chExt cx="517575" cy="456510"/>
          </a:xfrm>
        </p:grpSpPr>
        <p:sp>
          <p:nvSpPr>
            <p:cNvPr id="379" name="Google Shape;379;p33"/>
            <p:cNvSpPr/>
            <p:nvPr/>
          </p:nvSpPr>
          <p:spPr>
            <a:xfrm>
              <a:off x="5247525" y="3007275"/>
              <a:ext cx="348900" cy="348900"/>
            </a:xfrm>
            <a:custGeom>
              <a:avLst/>
              <a:gdLst/>
              <a:ahLst/>
              <a:cxnLst/>
              <a:rect l="l" t="t" r="r" b="b"/>
              <a:pathLst>
                <a:path w="13956" h="13956" fill="none" extrusionOk="0">
                  <a:moveTo>
                    <a:pt x="13323" y="5772"/>
                  </a:moveTo>
                  <a:lnTo>
                    <a:pt x="11861" y="5626"/>
                  </a:lnTo>
                  <a:lnTo>
                    <a:pt x="11861" y="5626"/>
                  </a:lnTo>
                  <a:lnTo>
                    <a:pt x="11788" y="5334"/>
                  </a:lnTo>
                  <a:lnTo>
                    <a:pt x="11667" y="5042"/>
                  </a:lnTo>
                  <a:lnTo>
                    <a:pt x="11545" y="4750"/>
                  </a:lnTo>
                  <a:lnTo>
                    <a:pt x="11399" y="4482"/>
                  </a:lnTo>
                  <a:lnTo>
                    <a:pt x="12300" y="3337"/>
                  </a:lnTo>
                  <a:lnTo>
                    <a:pt x="12300" y="3337"/>
                  </a:lnTo>
                  <a:lnTo>
                    <a:pt x="12373" y="3240"/>
                  </a:lnTo>
                  <a:lnTo>
                    <a:pt x="12422" y="3118"/>
                  </a:lnTo>
                  <a:lnTo>
                    <a:pt x="12446" y="2996"/>
                  </a:lnTo>
                  <a:lnTo>
                    <a:pt x="12446" y="2850"/>
                  </a:lnTo>
                  <a:lnTo>
                    <a:pt x="12422" y="2728"/>
                  </a:lnTo>
                  <a:lnTo>
                    <a:pt x="12397" y="2606"/>
                  </a:lnTo>
                  <a:lnTo>
                    <a:pt x="12324" y="2485"/>
                  </a:lnTo>
                  <a:lnTo>
                    <a:pt x="12251" y="2387"/>
                  </a:lnTo>
                  <a:lnTo>
                    <a:pt x="11569" y="1705"/>
                  </a:lnTo>
                  <a:lnTo>
                    <a:pt x="11569" y="1705"/>
                  </a:lnTo>
                  <a:lnTo>
                    <a:pt x="11472" y="1632"/>
                  </a:lnTo>
                  <a:lnTo>
                    <a:pt x="11350" y="1559"/>
                  </a:lnTo>
                  <a:lnTo>
                    <a:pt x="11228" y="1510"/>
                  </a:lnTo>
                  <a:lnTo>
                    <a:pt x="11106" y="1510"/>
                  </a:lnTo>
                  <a:lnTo>
                    <a:pt x="10960" y="1510"/>
                  </a:lnTo>
                  <a:lnTo>
                    <a:pt x="10838" y="1535"/>
                  </a:lnTo>
                  <a:lnTo>
                    <a:pt x="10717" y="1583"/>
                  </a:lnTo>
                  <a:lnTo>
                    <a:pt x="10619" y="1656"/>
                  </a:lnTo>
                  <a:lnTo>
                    <a:pt x="9475" y="2558"/>
                  </a:lnTo>
                  <a:lnTo>
                    <a:pt x="9475" y="2558"/>
                  </a:lnTo>
                  <a:lnTo>
                    <a:pt x="9207" y="2411"/>
                  </a:lnTo>
                  <a:lnTo>
                    <a:pt x="8914" y="2290"/>
                  </a:lnTo>
                  <a:lnTo>
                    <a:pt x="8622" y="2168"/>
                  </a:lnTo>
                  <a:lnTo>
                    <a:pt x="8330" y="2070"/>
                  </a:lnTo>
                  <a:lnTo>
                    <a:pt x="8159" y="634"/>
                  </a:lnTo>
                  <a:lnTo>
                    <a:pt x="8159" y="634"/>
                  </a:lnTo>
                  <a:lnTo>
                    <a:pt x="8135" y="512"/>
                  </a:lnTo>
                  <a:lnTo>
                    <a:pt x="8086" y="390"/>
                  </a:lnTo>
                  <a:lnTo>
                    <a:pt x="8013" y="293"/>
                  </a:lnTo>
                  <a:lnTo>
                    <a:pt x="7940" y="195"/>
                  </a:lnTo>
                  <a:lnTo>
                    <a:pt x="7818" y="122"/>
                  </a:lnTo>
                  <a:lnTo>
                    <a:pt x="7721" y="49"/>
                  </a:lnTo>
                  <a:lnTo>
                    <a:pt x="7575" y="25"/>
                  </a:lnTo>
                  <a:lnTo>
                    <a:pt x="7453" y="0"/>
                  </a:lnTo>
                  <a:lnTo>
                    <a:pt x="6479" y="0"/>
                  </a:lnTo>
                  <a:lnTo>
                    <a:pt x="6479" y="0"/>
                  </a:lnTo>
                  <a:lnTo>
                    <a:pt x="6357" y="25"/>
                  </a:lnTo>
                  <a:lnTo>
                    <a:pt x="6235" y="49"/>
                  </a:lnTo>
                  <a:lnTo>
                    <a:pt x="6114" y="122"/>
                  </a:lnTo>
                  <a:lnTo>
                    <a:pt x="6016" y="195"/>
                  </a:lnTo>
                  <a:lnTo>
                    <a:pt x="5919" y="293"/>
                  </a:lnTo>
                  <a:lnTo>
                    <a:pt x="5846" y="390"/>
                  </a:lnTo>
                  <a:lnTo>
                    <a:pt x="5797" y="512"/>
                  </a:lnTo>
                  <a:lnTo>
                    <a:pt x="5773" y="634"/>
                  </a:lnTo>
                  <a:lnTo>
                    <a:pt x="5602" y="2070"/>
                  </a:lnTo>
                  <a:lnTo>
                    <a:pt x="5602" y="2070"/>
                  </a:lnTo>
                  <a:lnTo>
                    <a:pt x="5310" y="2168"/>
                  </a:lnTo>
                  <a:lnTo>
                    <a:pt x="5018" y="2290"/>
                  </a:lnTo>
                  <a:lnTo>
                    <a:pt x="4750" y="2411"/>
                  </a:lnTo>
                  <a:lnTo>
                    <a:pt x="4482" y="2558"/>
                  </a:lnTo>
                  <a:lnTo>
                    <a:pt x="3337" y="1656"/>
                  </a:lnTo>
                  <a:lnTo>
                    <a:pt x="3337" y="1656"/>
                  </a:lnTo>
                  <a:lnTo>
                    <a:pt x="3215" y="1583"/>
                  </a:lnTo>
                  <a:lnTo>
                    <a:pt x="3094" y="1535"/>
                  </a:lnTo>
                  <a:lnTo>
                    <a:pt x="2972" y="1510"/>
                  </a:lnTo>
                  <a:lnTo>
                    <a:pt x="2850" y="1510"/>
                  </a:lnTo>
                  <a:lnTo>
                    <a:pt x="2728" y="1510"/>
                  </a:lnTo>
                  <a:lnTo>
                    <a:pt x="2582" y="1559"/>
                  </a:lnTo>
                  <a:lnTo>
                    <a:pt x="2485" y="1632"/>
                  </a:lnTo>
                  <a:lnTo>
                    <a:pt x="2387" y="1705"/>
                  </a:lnTo>
                  <a:lnTo>
                    <a:pt x="1705" y="2387"/>
                  </a:lnTo>
                  <a:lnTo>
                    <a:pt x="1705" y="2387"/>
                  </a:lnTo>
                  <a:lnTo>
                    <a:pt x="1608" y="2485"/>
                  </a:lnTo>
                  <a:lnTo>
                    <a:pt x="1559" y="2606"/>
                  </a:lnTo>
                  <a:lnTo>
                    <a:pt x="1511" y="2728"/>
                  </a:lnTo>
                  <a:lnTo>
                    <a:pt x="1486" y="2850"/>
                  </a:lnTo>
                  <a:lnTo>
                    <a:pt x="1486" y="2996"/>
                  </a:lnTo>
                  <a:lnTo>
                    <a:pt x="1511" y="3118"/>
                  </a:lnTo>
                  <a:lnTo>
                    <a:pt x="1559" y="3240"/>
                  </a:lnTo>
                  <a:lnTo>
                    <a:pt x="1632" y="3337"/>
                  </a:lnTo>
                  <a:lnTo>
                    <a:pt x="2533" y="4482"/>
                  </a:lnTo>
                  <a:lnTo>
                    <a:pt x="2533" y="4482"/>
                  </a:lnTo>
                  <a:lnTo>
                    <a:pt x="2387" y="4750"/>
                  </a:lnTo>
                  <a:lnTo>
                    <a:pt x="2266" y="5042"/>
                  </a:lnTo>
                  <a:lnTo>
                    <a:pt x="2168" y="5334"/>
                  </a:lnTo>
                  <a:lnTo>
                    <a:pt x="2071" y="5626"/>
                  </a:lnTo>
                  <a:lnTo>
                    <a:pt x="634" y="5772"/>
                  </a:lnTo>
                  <a:lnTo>
                    <a:pt x="634" y="5772"/>
                  </a:lnTo>
                  <a:lnTo>
                    <a:pt x="512" y="5821"/>
                  </a:lnTo>
                  <a:lnTo>
                    <a:pt x="390" y="5870"/>
                  </a:lnTo>
                  <a:lnTo>
                    <a:pt x="268" y="5943"/>
                  </a:lnTo>
                  <a:lnTo>
                    <a:pt x="171" y="6016"/>
                  </a:lnTo>
                  <a:lnTo>
                    <a:pt x="98" y="6138"/>
                  </a:lnTo>
                  <a:lnTo>
                    <a:pt x="49" y="6235"/>
                  </a:lnTo>
                  <a:lnTo>
                    <a:pt x="1" y="6381"/>
                  </a:lnTo>
                  <a:lnTo>
                    <a:pt x="1" y="6503"/>
                  </a:lnTo>
                  <a:lnTo>
                    <a:pt x="1" y="7453"/>
                  </a:lnTo>
                  <a:lnTo>
                    <a:pt x="1" y="7453"/>
                  </a:lnTo>
                  <a:lnTo>
                    <a:pt x="1" y="7599"/>
                  </a:lnTo>
                  <a:lnTo>
                    <a:pt x="49" y="7721"/>
                  </a:lnTo>
                  <a:lnTo>
                    <a:pt x="98" y="7843"/>
                  </a:lnTo>
                  <a:lnTo>
                    <a:pt x="171" y="7940"/>
                  </a:lnTo>
                  <a:lnTo>
                    <a:pt x="268" y="8037"/>
                  </a:lnTo>
                  <a:lnTo>
                    <a:pt x="390" y="8111"/>
                  </a:lnTo>
                  <a:lnTo>
                    <a:pt x="512" y="8159"/>
                  </a:lnTo>
                  <a:lnTo>
                    <a:pt x="634" y="8184"/>
                  </a:lnTo>
                  <a:lnTo>
                    <a:pt x="2071" y="8354"/>
                  </a:lnTo>
                  <a:lnTo>
                    <a:pt x="2071" y="8354"/>
                  </a:lnTo>
                  <a:lnTo>
                    <a:pt x="2168" y="8646"/>
                  </a:lnTo>
                  <a:lnTo>
                    <a:pt x="2266" y="8914"/>
                  </a:lnTo>
                  <a:lnTo>
                    <a:pt x="2387" y="9206"/>
                  </a:lnTo>
                  <a:lnTo>
                    <a:pt x="2533" y="9474"/>
                  </a:lnTo>
                  <a:lnTo>
                    <a:pt x="1632" y="10619"/>
                  </a:lnTo>
                  <a:lnTo>
                    <a:pt x="1632" y="10619"/>
                  </a:lnTo>
                  <a:lnTo>
                    <a:pt x="1559" y="10741"/>
                  </a:lnTo>
                  <a:lnTo>
                    <a:pt x="1511" y="10863"/>
                  </a:lnTo>
                  <a:lnTo>
                    <a:pt x="1486" y="10984"/>
                  </a:lnTo>
                  <a:lnTo>
                    <a:pt x="1486" y="11106"/>
                  </a:lnTo>
                  <a:lnTo>
                    <a:pt x="1511" y="11228"/>
                  </a:lnTo>
                  <a:lnTo>
                    <a:pt x="1559" y="11350"/>
                  </a:lnTo>
                  <a:lnTo>
                    <a:pt x="1608" y="11472"/>
                  </a:lnTo>
                  <a:lnTo>
                    <a:pt x="1705" y="11569"/>
                  </a:lnTo>
                  <a:lnTo>
                    <a:pt x="2387" y="12251"/>
                  </a:lnTo>
                  <a:lnTo>
                    <a:pt x="2387" y="12251"/>
                  </a:lnTo>
                  <a:lnTo>
                    <a:pt x="2485" y="12348"/>
                  </a:lnTo>
                  <a:lnTo>
                    <a:pt x="2582" y="12397"/>
                  </a:lnTo>
                  <a:lnTo>
                    <a:pt x="2728" y="12446"/>
                  </a:lnTo>
                  <a:lnTo>
                    <a:pt x="2850" y="12470"/>
                  </a:lnTo>
                  <a:lnTo>
                    <a:pt x="2972" y="12470"/>
                  </a:lnTo>
                  <a:lnTo>
                    <a:pt x="3094" y="12421"/>
                  </a:lnTo>
                  <a:lnTo>
                    <a:pt x="3215" y="12373"/>
                  </a:lnTo>
                  <a:lnTo>
                    <a:pt x="3337" y="12324"/>
                  </a:lnTo>
                  <a:lnTo>
                    <a:pt x="4482" y="11423"/>
                  </a:lnTo>
                  <a:lnTo>
                    <a:pt x="4482" y="11423"/>
                  </a:lnTo>
                  <a:lnTo>
                    <a:pt x="4750" y="11545"/>
                  </a:lnTo>
                  <a:lnTo>
                    <a:pt x="5018" y="11691"/>
                  </a:lnTo>
                  <a:lnTo>
                    <a:pt x="5310" y="11788"/>
                  </a:lnTo>
                  <a:lnTo>
                    <a:pt x="5602" y="11886"/>
                  </a:lnTo>
                  <a:lnTo>
                    <a:pt x="5773" y="13322"/>
                  </a:lnTo>
                  <a:lnTo>
                    <a:pt x="5773" y="13322"/>
                  </a:lnTo>
                  <a:lnTo>
                    <a:pt x="5797" y="13444"/>
                  </a:lnTo>
                  <a:lnTo>
                    <a:pt x="5846" y="13566"/>
                  </a:lnTo>
                  <a:lnTo>
                    <a:pt x="5919" y="13688"/>
                  </a:lnTo>
                  <a:lnTo>
                    <a:pt x="6016" y="13785"/>
                  </a:lnTo>
                  <a:lnTo>
                    <a:pt x="6114" y="13858"/>
                  </a:lnTo>
                  <a:lnTo>
                    <a:pt x="6235" y="13907"/>
                  </a:lnTo>
                  <a:lnTo>
                    <a:pt x="6357" y="13956"/>
                  </a:lnTo>
                  <a:lnTo>
                    <a:pt x="6479" y="13956"/>
                  </a:lnTo>
                  <a:lnTo>
                    <a:pt x="7453" y="13956"/>
                  </a:lnTo>
                  <a:lnTo>
                    <a:pt x="7453" y="13956"/>
                  </a:lnTo>
                  <a:lnTo>
                    <a:pt x="7575" y="13956"/>
                  </a:lnTo>
                  <a:lnTo>
                    <a:pt x="7721" y="13907"/>
                  </a:lnTo>
                  <a:lnTo>
                    <a:pt x="7818" y="13858"/>
                  </a:lnTo>
                  <a:lnTo>
                    <a:pt x="7940" y="13785"/>
                  </a:lnTo>
                  <a:lnTo>
                    <a:pt x="8013" y="13688"/>
                  </a:lnTo>
                  <a:lnTo>
                    <a:pt x="8086" y="13566"/>
                  </a:lnTo>
                  <a:lnTo>
                    <a:pt x="8135" y="13444"/>
                  </a:lnTo>
                  <a:lnTo>
                    <a:pt x="8159" y="13322"/>
                  </a:lnTo>
                  <a:lnTo>
                    <a:pt x="8330" y="11886"/>
                  </a:lnTo>
                  <a:lnTo>
                    <a:pt x="8330" y="11886"/>
                  </a:lnTo>
                  <a:lnTo>
                    <a:pt x="8622" y="11788"/>
                  </a:lnTo>
                  <a:lnTo>
                    <a:pt x="8914" y="11691"/>
                  </a:lnTo>
                  <a:lnTo>
                    <a:pt x="9207" y="11545"/>
                  </a:lnTo>
                  <a:lnTo>
                    <a:pt x="9475" y="11423"/>
                  </a:lnTo>
                  <a:lnTo>
                    <a:pt x="10619" y="12324"/>
                  </a:lnTo>
                  <a:lnTo>
                    <a:pt x="10619" y="12324"/>
                  </a:lnTo>
                  <a:lnTo>
                    <a:pt x="10717" y="12373"/>
                  </a:lnTo>
                  <a:lnTo>
                    <a:pt x="10838" y="12421"/>
                  </a:lnTo>
                  <a:lnTo>
                    <a:pt x="10960" y="12470"/>
                  </a:lnTo>
                  <a:lnTo>
                    <a:pt x="11106" y="12470"/>
                  </a:lnTo>
                  <a:lnTo>
                    <a:pt x="11228" y="12446"/>
                  </a:lnTo>
                  <a:lnTo>
                    <a:pt x="11350" y="12397"/>
                  </a:lnTo>
                  <a:lnTo>
                    <a:pt x="11472" y="12348"/>
                  </a:lnTo>
                  <a:lnTo>
                    <a:pt x="11569" y="12251"/>
                  </a:lnTo>
                  <a:lnTo>
                    <a:pt x="12251" y="11569"/>
                  </a:lnTo>
                  <a:lnTo>
                    <a:pt x="12251" y="11569"/>
                  </a:lnTo>
                  <a:lnTo>
                    <a:pt x="12324" y="11472"/>
                  </a:lnTo>
                  <a:lnTo>
                    <a:pt x="12397" y="11350"/>
                  </a:lnTo>
                  <a:lnTo>
                    <a:pt x="12422" y="11228"/>
                  </a:lnTo>
                  <a:lnTo>
                    <a:pt x="12446" y="11106"/>
                  </a:lnTo>
                  <a:lnTo>
                    <a:pt x="12446" y="10984"/>
                  </a:lnTo>
                  <a:lnTo>
                    <a:pt x="12422" y="10863"/>
                  </a:lnTo>
                  <a:lnTo>
                    <a:pt x="12373" y="10741"/>
                  </a:lnTo>
                  <a:lnTo>
                    <a:pt x="12300" y="10619"/>
                  </a:lnTo>
                  <a:lnTo>
                    <a:pt x="11399" y="9474"/>
                  </a:lnTo>
                  <a:lnTo>
                    <a:pt x="11399" y="9474"/>
                  </a:lnTo>
                  <a:lnTo>
                    <a:pt x="11545" y="9206"/>
                  </a:lnTo>
                  <a:lnTo>
                    <a:pt x="11667" y="8914"/>
                  </a:lnTo>
                  <a:lnTo>
                    <a:pt x="11788" y="8646"/>
                  </a:lnTo>
                  <a:lnTo>
                    <a:pt x="11861" y="8354"/>
                  </a:lnTo>
                  <a:lnTo>
                    <a:pt x="13323" y="8184"/>
                  </a:lnTo>
                  <a:lnTo>
                    <a:pt x="13323" y="8184"/>
                  </a:lnTo>
                  <a:lnTo>
                    <a:pt x="13444" y="8159"/>
                  </a:lnTo>
                  <a:lnTo>
                    <a:pt x="13566" y="8111"/>
                  </a:lnTo>
                  <a:lnTo>
                    <a:pt x="13664" y="8037"/>
                  </a:lnTo>
                  <a:lnTo>
                    <a:pt x="13761" y="7940"/>
                  </a:lnTo>
                  <a:lnTo>
                    <a:pt x="13834" y="7843"/>
                  </a:lnTo>
                  <a:lnTo>
                    <a:pt x="13907" y="7721"/>
                  </a:lnTo>
                  <a:lnTo>
                    <a:pt x="13932" y="7599"/>
                  </a:lnTo>
                  <a:lnTo>
                    <a:pt x="13956" y="7453"/>
                  </a:lnTo>
                  <a:lnTo>
                    <a:pt x="13956" y="6503"/>
                  </a:lnTo>
                  <a:lnTo>
                    <a:pt x="13956" y="6503"/>
                  </a:lnTo>
                  <a:lnTo>
                    <a:pt x="13932" y="6381"/>
                  </a:lnTo>
                  <a:lnTo>
                    <a:pt x="13907" y="6235"/>
                  </a:lnTo>
                  <a:lnTo>
                    <a:pt x="13834" y="6138"/>
                  </a:lnTo>
                  <a:lnTo>
                    <a:pt x="13761" y="6016"/>
                  </a:lnTo>
                  <a:lnTo>
                    <a:pt x="13664" y="5943"/>
                  </a:lnTo>
                  <a:lnTo>
                    <a:pt x="13566" y="5870"/>
                  </a:lnTo>
                  <a:lnTo>
                    <a:pt x="13444" y="5821"/>
                  </a:lnTo>
                  <a:lnTo>
                    <a:pt x="13323" y="5772"/>
                  </a:lnTo>
                  <a:lnTo>
                    <a:pt x="13323" y="5772"/>
                  </a:lnTo>
                  <a:close/>
                  <a:moveTo>
                    <a:pt x="8573" y="8598"/>
                  </a:moveTo>
                  <a:lnTo>
                    <a:pt x="8573" y="8598"/>
                  </a:lnTo>
                  <a:lnTo>
                    <a:pt x="8403" y="8744"/>
                  </a:lnTo>
                  <a:lnTo>
                    <a:pt x="8232" y="8890"/>
                  </a:lnTo>
                  <a:lnTo>
                    <a:pt x="8038" y="8987"/>
                  </a:lnTo>
                  <a:lnTo>
                    <a:pt x="7818" y="9085"/>
                  </a:lnTo>
                  <a:lnTo>
                    <a:pt x="7624" y="9158"/>
                  </a:lnTo>
                  <a:lnTo>
                    <a:pt x="7404" y="9206"/>
                  </a:lnTo>
                  <a:lnTo>
                    <a:pt x="7185" y="9231"/>
                  </a:lnTo>
                  <a:lnTo>
                    <a:pt x="6966" y="9255"/>
                  </a:lnTo>
                  <a:lnTo>
                    <a:pt x="6747" y="9231"/>
                  </a:lnTo>
                  <a:lnTo>
                    <a:pt x="6528" y="9206"/>
                  </a:lnTo>
                  <a:lnTo>
                    <a:pt x="6333" y="9158"/>
                  </a:lnTo>
                  <a:lnTo>
                    <a:pt x="6114" y="9085"/>
                  </a:lnTo>
                  <a:lnTo>
                    <a:pt x="5919" y="8987"/>
                  </a:lnTo>
                  <a:lnTo>
                    <a:pt x="5724" y="8890"/>
                  </a:lnTo>
                  <a:lnTo>
                    <a:pt x="5529" y="8744"/>
                  </a:lnTo>
                  <a:lnTo>
                    <a:pt x="5359" y="8598"/>
                  </a:lnTo>
                  <a:lnTo>
                    <a:pt x="5359" y="8598"/>
                  </a:lnTo>
                  <a:lnTo>
                    <a:pt x="5212" y="8427"/>
                  </a:lnTo>
                  <a:lnTo>
                    <a:pt x="5066" y="8232"/>
                  </a:lnTo>
                  <a:lnTo>
                    <a:pt x="4969" y="8037"/>
                  </a:lnTo>
                  <a:lnTo>
                    <a:pt x="4871" y="7843"/>
                  </a:lnTo>
                  <a:lnTo>
                    <a:pt x="4798" y="7623"/>
                  </a:lnTo>
                  <a:lnTo>
                    <a:pt x="4750" y="7404"/>
                  </a:lnTo>
                  <a:lnTo>
                    <a:pt x="4701" y="7209"/>
                  </a:lnTo>
                  <a:lnTo>
                    <a:pt x="4701" y="6990"/>
                  </a:lnTo>
                  <a:lnTo>
                    <a:pt x="4701" y="6771"/>
                  </a:lnTo>
                  <a:lnTo>
                    <a:pt x="4750" y="6552"/>
                  </a:lnTo>
                  <a:lnTo>
                    <a:pt x="4798" y="6333"/>
                  </a:lnTo>
                  <a:lnTo>
                    <a:pt x="4871" y="6138"/>
                  </a:lnTo>
                  <a:lnTo>
                    <a:pt x="4969" y="5919"/>
                  </a:lnTo>
                  <a:lnTo>
                    <a:pt x="5066" y="5724"/>
                  </a:lnTo>
                  <a:lnTo>
                    <a:pt x="5212" y="5553"/>
                  </a:lnTo>
                  <a:lnTo>
                    <a:pt x="5359" y="5383"/>
                  </a:lnTo>
                  <a:lnTo>
                    <a:pt x="5359" y="5383"/>
                  </a:lnTo>
                  <a:lnTo>
                    <a:pt x="5529" y="5212"/>
                  </a:lnTo>
                  <a:lnTo>
                    <a:pt x="5724" y="5091"/>
                  </a:lnTo>
                  <a:lnTo>
                    <a:pt x="5919" y="4969"/>
                  </a:lnTo>
                  <a:lnTo>
                    <a:pt x="6114" y="4871"/>
                  </a:lnTo>
                  <a:lnTo>
                    <a:pt x="6333" y="4798"/>
                  </a:lnTo>
                  <a:lnTo>
                    <a:pt x="6528" y="4750"/>
                  </a:lnTo>
                  <a:lnTo>
                    <a:pt x="6747" y="4725"/>
                  </a:lnTo>
                  <a:lnTo>
                    <a:pt x="6966" y="4701"/>
                  </a:lnTo>
                  <a:lnTo>
                    <a:pt x="7185" y="4725"/>
                  </a:lnTo>
                  <a:lnTo>
                    <a:pt x="7404" y="4750"/>
                  </a:lnTo>
                  <a:lnTo>
                    <a:pt x="7624" y="4798"/>
                  </a:lnTo>
                  <a:lnTo>
                    <a:pt x="7818" y="4871"/>
                  </a:lnTo>
                  <a:lnTo>
                    <a:pt x="8038" y="4969"/>
                  </a:lnTo>
                  <a:lnTo>
                    <a:pt x="8232" y="5091"/>
                  </a:lnTo>
                  <a:lnTo>
                    <a:pt x="8403" y="5212"/>
                  </a:lnTo>
                  <a:lnTo>
                    <a:pt x="8573" y="5383"/>
                  </a:lnTo>
                  <a:lnTo>
                    <a:pt x="8573" y="5383"/>
                  </a:lnTo>
                  <a:lnTo>
                    <a:pt x="8744" y="5553"/>
                  </a:lnTo>
                  <a:lnTo>
                    <a:pt x="8866" y="5724"/>
                  </a:lnTo>
                  <a:lnTo>
                    <a:pt x="8987" y="5919"/>
                  </a:lnTo>
                  <a:lnTo>
                    <a:pt x="9085" y="6138"/>
                  </a:lnTo>
                  <a:lnTo>
                    <a:pt x="9158" y="6333"/>
                  </a:lnTo>
                  <a:lnTo>
                    <a:pt x="9207" y="6552"/>
                  </a:lnTo>
                  <a:lnTo>
                    <a:pt x="9231" y="6771"/>
                  </a:lnTo>
                  <a:lnTo>
                    <a:pt x="9231" y="6990"/>
                  </a:lnTo>
                  <a:lnTo>
                    <a:pt x="9231" y="7209"/>
                  </a:lnTo>
                  <a:lnTo>
                    <a:pt x="9207" y="7404"/>
                  </a:lnTo>
                  <a:lnTo>
                    <a:pt x="9158" y="7623"/>
                  </a:lnTo>
                  <a:lnTo>
                    <a:pt x="9085" y="7843"/>
                  </a:lnTo>
                  <a:lnTo>
                    <a:pt x="8987" y="8037"/>
                  </a:lnTo>
                  <a:lnTo>
                    <a:pt x="8866" y="8232"/>
                  </a:lnTo>
                  <a:lnTo>
                    <a:pt x="8744" y="8427"/>
                  </a:lnTo>
                  <a:lnTo>
                    <a:pt x="8573" y="8598"/>
                  </a:lnTo>
                  <a:lnTo>
                    <a:pt x="8573" y="8598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" name="Google Shape;380;p33"/>
            <p:cNvSpPr/>
            <p:nvPr/>
          </p:nvSpPr>
          <p:spPr>
            <a:xfrm>
              <a:off x="5566575" y="3265260"/>
              <a:ext cx="198525" cy="198525"/>
            </a:xfrm>
            <a:custGeom>
              <a:avLst/>
              <a:gdLst/>
              <a:ahLst/>
              <a:cxnLst/>
              <a:rect l="l" t="t" r="r" b="b"/>
              <a:pathLst>
                <a:path w="7941" h="7941" fill="none" extrusionOk="0">
                  <a:moveTo>
                    <a:pt x="7258" y="2144"/>
                  </a:moveTo>
                  <a:lnTo>
                    <a:pt x="6138" y="2388"/>
                  </a:lnTo>
                  <a:lnTo>
                    <a:pt x="6138" y="2388"/>
                  </a:lnTo>
                  <a:lnTo>
                    <a:pt x="6016" y="2217"/>
                  </a:lnTo>
                  <a:lnTo>
                    <a:pt x="5870" y="2071"/>
                  </a:lnTo>
                  <a:lnTo>
                    <a:pt x="6260" y="975"/>
                  </a:lnTo>
                  <a:lnTo>
                    <a:pt x="6260" y="975"/>
                  </a:lnTo>
                  <a:lnTo>
                    <a:pt x="6284" y="902"/>
                  </a:lnTo>
                  <a:lnTo>
                    <a:pt x="6284" y="829"/>
                  </a:lnTo>
                  <a:lnTo>
                    <a:pt x="6260" y="683"/>
                  </a:lnTo>
                  <a:lnTo>
                    <a:pt x="6162" y="561"/>
                  </a:lnTo>
                  <a:lnTo>
                    <a:pt x="6114" y="488"/>
                  </a:lnTo>
                  <a:lnTo>
                    <a:pt x="6065" y="464"/>
                  </a:lnTo>
                  <a:lnTo>
                    <a:pt x="5553" y="196"/>
                  </a:lnTo>
                  <a:lnTo>
                    <a:pt x="5553" y="196"/>
                  </a:lnTo>
                  <a:lnTo>
                    <a:pt x="5480" y="171"/>
                  </a:lnTo>
                  <a:lnTo>
                    <a:pt x="5407" y="171"/>
                  </a:lnTo>
                  <a:lnTo>
                    <a:pt x="5261" y="171"/>
                  </a:lnTo>
                  <a:lnTo>
                    <a:pt x="5115" y="244"/>
                  </a:lnTo>
                  <a:lnTo>
                    <a:pt x="5066" y="293"/>
                  </a:lnTo>
                  <a:lnTo>
                    <a:pt x="5018" y="342"/>
                  </a:lnTo>
                  <a:lnTo>
                    <a:pt x="4384" y="1316"/>
                  </a:lnTo>
                  <a:lnTo>
                    <a:pt x="4384" y="1316"/>
                  </a:lnTo>
                  <a:lnTo>
                    <a:pt x="4165" y="1292"/>
                  </a:lnTo>
                  <a:lnTo>
                    <a:pt x="3970" y="1292"/>
                  </a:lnTo>
                  <a:lnTo>
                    <a:pt x="3483" y="244"/>
                  </a:lnTo>
                  <a:lnTo>
                    <a:pt x="3483" y="244"/>
                  </a:lnTo>
                  <a:lnTo>
                    <a:pt x="3435" y="171"/>
                  </a:lnTo>
                  <a:lnTo>
                    <a:pt x="3386" y="123"/>
                  </a:lnTo>
                  <a:lnTo>
                    <a:pt x="3264" y="50"/>
                  </a:lnTo>
                  <a:lnTo>
                    <a:pt x="3118" y="1"/>
                  </a:lnTo>
                  <a:lnTo>
                    <a:pt x="3045" y="1"/>
                  </a:lnTo>
                  <a:lnTo>
                    <a:pt x="2972" y="25"/>
                  </a:lnTo>
                  <a:lnTo>
                    <a:pt x="2436" y="196"/>
                  </a:lnTo>
                  <a:lnTo>
                    <a:pt x="2436" y="196"/>
                  </a:lnTo>
                  <a:lnTo>
                    <a:pt x="2363" y="220"/>
                  </a:lnTo>
                  <a:lnTo>
                    <a:pt x="2290" y="269"/>
                  </a:lnTo>
                  <a:lnTo>
                    <a:pt x="2192" y="391"/>
                  </a:lnTo>
                  <a:lnTo>
                    <a:pt x="2144" y="537"/>
                  </a:lnTo>
                  <a:lnTo>
                    <a:pt x="2144" y="610"/>
                  </a:lnTo>
                  <a:lnTo>
                    <a:pt x="2144" y="683"/>
                  </a:lnTo>
                  <a:lnTo>
                    <a:pt x="2387" y="1828"/>
                  </a:lnTo>
                  <a:lnTo>
                    <a:pt x="2387" y="1828"/>
                  </a:lnTo>
                  <a:lnTo>
                    <a:pt x="2217" y="1949"/>
                  </a:lnTo>
                  <a:lnTo>
                    <a:pt x="2071" y="2095"/>
                  </a:lnTo>
                  <a:lnTo>
                    <a:pt x="999" y="1681"/>
                  </a:lnTo>
                  <a:lnTo>
                    <a:pt x="999" y="1681"/>
                  </a:lnTo>
                  <a:lnTo>
                    <a:pt x="926" y="1681"/>
                  </a:lnTo>
                  <a:lnTo>
                    <a:pt x="829" y="1657"/>
                  </a:lnTo>
                  <a:lnTo>
                    <a:pt x="682" y="1706"/>
                  </a:lnTo>
                  <a:lnTo>
                    <a:pt x="561" y="1779"/>
                  </a:lnTo>
                  <a:lnTo>
                    <a:pt x="512" y="1828"/>
                  </a:lnTo>
                  <a:lnTo>
                    <a:pt x="463" y="1901"/>
                  </a:lnTo>
                  <a:lnTo>
                    <a:pt x="220" y="2388"/>
                  </a:lnTo>
                  <a:lnTo>
                    <a:pt x="220" y="2388"/>
                  </a:lnTo>
                  <a:lnTo>
                    <a:pt x="195" y="2461"/>
                  </a:lnTo>
                  <a:lnTo>
                    <a:pt x="171" y="2534"/>
                  </a:lnTo>
                  <a:lnTo>
                    <a:pt x="195" y="2704"/>
                  </a:lnTo>
                  <a:lnTo>
                    <a:pt x="244" y="2826"/>
                  </a:lnTo>
                  <a:lnTo>
                    <a:pt x="293" y="2899"/>
                  </a:lnTo>
                  <a:lnTo>
                    <a:pt x="366" y="2948"/>
                  </a:lnTo>
                  <a:lnTo>
                    <a:pt x="1340" y="3581"/>
                  </a:lnTo>
                  <a:lnTo>
                    <a:pt x="1340" y="3581"/>
                  </a:lnTo>
                  <a:lnTo>
                    <a:pt x="1316" y="3776"/>
                  </a:lnTo>
                  <a:lnTo>
                    <a:pt x="1291" y="3995"/>
                  </a:lnTo>
                  <a:lnTo>
                    <a:pt x="244" y="4482"/>
                  </a:lnTo>
                  <a:lnTo>
                    <a:pt x="244" y="4482"/>
                  </a:lnTo>
                  <a:lnTo>
                    <a:pt x="195" y="4507"/>
                  </a:lnTo>
                  <a:lnTo>
                    <a:pt x="122" y="4555"/>
                  </a:lnTo>
                  <a:lnTo>
                    <a:pt x="49" y="4701"/>
                  </a:lnTo>
                  <a:lnTo>
                    <a:pt x="0" y="4848"/>
                  </a:lnTo>
                  <a:lnTo>
                    <a:pt x="25" y="4921"/>
                  </a:lnTo>
                  <a:lnTo>
                    <a:pt x="25" y="4994"/>
                  </a:lnTo>
                  <a:lnTo>
                    <a:pt x="220" y="5530"/>
                  </a:lnTo>
                  <a:lnTo>
                    <a:pt x="220" y="5530"/>
                  </a:lnTo>
                  <a:lnTo>
                    <a:pt x="244" y="5578"/>
                  </a:lnTo>
                  <a:lnTo>
                    <a:pt x="293" y="5651"/>
                  </a:lnTo>
                  <a:lnTo>
                    <a:pt x="390" y="5749"/>
                  </a:lnTo>
                  <a:lnTo>
                    <a:pt x="536" y="5797"/>
                  </a:lnTo>
                  <a:lnTo>
                    <a:pt x="609" y="5797"/>
                  </a:lnTo>
                  <a:lnTo>
                    <a:pt x="682" y="5797"/>
                  </a:lnTo>
                  <a:lnTo>
                    <a:pt x="1827" y="5554"/>
                  </a:lnTo>
                  <a:lnTo>
                    <a:pt x="1827" y="5554"/>
                  </a:lnTo>
                  <a:lnTo>
                    <a:pt x="1949" y="5724"/>
                  </a:lnTo>
                  <a:lnTo>
                    <a:pt x="2095" y="5870"/>
                  </a:lnTo>
                  <a:lnTo>
                    <a:pt x="1705" y="6966"/>
                  </a:lnTo>
                  <a:lnTo>
                    <a:pt x="1705" y="6966"/>
                  </a:lnTo>
                  <a:lnTo>
                    <a:pt x="1681" y="7040"/>
                  </a:lnTo>
                  <a:lnTo>
                    <a:pt x="1681" y="7113"/>
                  </a:lnTo>
                  <a:lnTo>
                    <a:pt x="1705" y="7259"/>
                  </a:lnTo>
                  <a:lnTo>
                    <a:pt x="1778" y="7380"/>
                  </a:lnTo>
                  <a:lnTo>
                    <a:pt x="1851" y="7429"/>
                  </a:lnTo>
                  <a:lnTo>
                    <a:pt x="1900" y="7478"/>
                  </a:lnTo>
                  <a:lnTo>
                    <a:pt x="2412" y="7721"/>
                  </a:lnTo>
                  <a:lnTo>
                    <a:pt x="2412" y="7721"/>
                  </a:lnTo>
                  <a:lnTo>
                    <a:pt x="2485" y="7770"/>
                  </a:lnTo>
                  <a:lnTo>
                    <a:pt x="2558" y="7770"/>
                  </a:lnTo>
                  <a:lnTo>
                    <a:pt x="2704" y="7770"/>
                  </a:lnTo>
                  <a:lnTo>
                    <a:pt x="2850" y="7697"/>
                  </a:lnTo>
                  <a:lnTo>
                    <a:pt x="2899" y="7648"/>
                  </a:lnTo>
                  <a:lnTo>
                    <a:pt x="2947" y="7600"/>
                  </a:lnTo>
                  <a:lnTo>
                    <a:pt x="3581" y="6625"/>
                  </a:lnTo>
                  <a:lnTo>
                    <a:pt x="3581" y="6625"/>
                  </a:lnTo>
                  <a:lnTo>
                    <a:pt x="3800" y="6650"/>
                  </a:lnTo>
                  <a:lnTo>
                    <a:pt x="3995" y="6650"/>
                  </a:lnTo>
                  <a:lnTo>
                    <a:pt x="4482" y="7697"/>
                  </a:lnTo>
                  <a:lnTo>
                    <a:pt x="4482" y="7697"/>
                  </a:lnTo>
                  <a:lnTo>
                    <a:pt x="4531" y="7770"/>
                  </a:lnTo>
                  <a:lnTo>
                    <a:pt x="4579" y="7819"/>
                  </a:lnTo>
                  <a:lnTo>
                    <a:pt x="4701" y="7892"/>
                  </a:lnTo>
                  <a:lnTo>
                    <a:pt x="4847" y="7941"/>
                  </a:lnTo>
                  <a:lnTo>
                    <a:pt x="4920" y="7941"/>
                  </a:lnTo>
                  <a:lnTo>
                    <a:pt x="4993" y="7916"/>
                  </a:lnTo>
                  <a:lnTo>
                    <a:pt x="5529" y="7746"/>
                  </a:lnTo>
                  <a:lnTo>
                    <a:pt x="5529" y="7746"/>
                  </a:lnTo>
                  <a:lnTo>
                    <a:pt x="5602" y="7721"/>
                  </a:lnTo>
                  <a:lnTo>
                    <a:pt x="5651" y="7673"/>
                  </a:lnTo>
                  <a:lnTo>
                    <a:pt x="5748" y="7551"/>
                  </a:lnTo>
                  <a:lnTo>
                    <a:pt x="5821" y="7405"/>
                  </a:lnTo>
                  <a:lnTo>
                    <a:pt x="5821" y="7332"/>
                  </a:lnTo>
                  <a:lnTo>
                    <a:pt x="5821" y="7259"/>
                  </a:lnTo>
                  <a:lnTo>
                    <a:pt x="5578" y="6114"/>
                  </a:lnTo>
                  <a:lnTo>
                    <a:pt x="5578" y="6114"/>
                  </a:lnTo>
                  <a:lnTo>
                    <a:pt x="5724" y="5992"/>
                  </a:lnTo>
                  <a:lnTo>
                    <a:pt x="5894" y="5846"/>
                  </a:lnTo>
                  <a:lnTo>
                    <a:pt x="6966" y="6260"/>
                  </a:lnTo>
                  <a:lnTo>
                    <a:pt x="6966" y="6260"/>
                  </a:lnTo>
                  <a:lnTo>
                    <a:pt x="7039" y="6260"/>
                  </a:lnTo>
                  <a:lnTo>
                    <a:pt x="7112" y="6285"/>
                  </a:lnTo>
                  <a:lnTo>
                    <a:pt x="7258" y="6236"/>
                  </a:lnTo>
                  <a:lnTo>
                    <a:pt x="7404" y="6163"/>
                  </a:lnTo>
                  <a:lnTo>
                    <a:pt x="7453" y="6114"/>
                  </a:lnTo>
                  <a:lnTo>
                    <a:pt x="7502" y="6041"/>
                  </a:lnTo>
                  <a:lnTo>
                    <a:pt x="7745" y="5530"/>
                  </a:lnTo>
                  <a:lnTo>
                    <a:pt x="7745" y="5530"/>
                  </a:lnTo>
                  <a:lnTo>
                    <a:pt x="7770" y="5481"/>
                  </a:lnTo>
                  <a:lnTo>
                    <a:pt x="7794" y="5383"/>
                  </a:lnTo>
                  <a:lnTo>
                    <a:pt x="7770" y="5237"/>
                  </a:lnTo>
                  <a:lnTo>
                    <a:pt x="7697" y="5115"/>
                  </a:lnTo>
                  <a:lnTo>
                    <a:pt x="7648" y="5042"/>
                  </a:lnTo>
                  <a:lnTo>
                    <a:pt x="7599" y="4994"/>
                  </a:lnTo>
                  <a:lnTo>
                    <a:pt x="6625" y="4360"/>
                  </a:lnTo>
                  <a:lnTo>
                    <a:pt x="6625" y="4360"/>
                  </a:lnTo>
                  <a:lnTo>
                    <a:pt x="6649" y="4166"/>
                  </a:lnTo>
                  <a:lnTo>
                    <a:pt x="6649" y="3946"/>
                  </a:lnTo>
                  <a:lnTo>
                    <a:pt x="7697" y="3459"/>
                  </a:lnTo>
                  <a:lnTo>
                    <a:pt x="7697" y="3459"/>
                  </a:lnTo>
                  <a:lnTo>
                    <a:pt x="7770" y="3435"/>
                  </a:lnTo>
                  <a:lnTo>
                    <a:pt x="7843" y="3386"/>
                  </a:lnTo>
                  <a:lnTo>
                    <a:pt x="7916" y="3240"/>
                  </a:lnTo>
                  <a:lnTo>
                    <a:pt x="7940" y="3094"/>
                  </a:lnTo>
                  <a:lnTo>
                    <a:pt x="7940" y="3021"/>
                  </a:lnTo>
                  <a:lnTo>
                    <a:pt x="7940" y="2948"/>
                  </a:lnTo>
                  <a:lnTo>
                    <a:pt x="7745" y="2412"/>
                  </a:lnTo>
                  <a:lnTo>
                    <a:pt x="7745" y="2412"/>
                  </a:lnTo>
                  <a:lnTo>
                    <a:pt x="7721" y="2339"/>
                  </a:lnTo>
                  <a:lnTo>
                    <a:pt x="7672" y="2290"/>
                  </a:lnTo>
                  <a:lnTo>
                    <a:pt x="7551" y="2193"/>
                  </a:lnTo>
                  <a:lnTo>
                    <a:pt x="7429" y="2144"/>
                  </a:lnTo>
                  <a:lnTo>
                    <a:pt x="7356" y="2144"/>
                  </a:lnTo>
                  <a:lnTo>
                    <a:pt x="7258" y="2144"/>
                  </a:lnTo>
                  <a:lnTo>
                    <a:pt x="7258" y="2144"/>
                  </a:lnTo>
                  <a:close/>
                  <a:moveTo>
                    <a:pt x="5480" y="4726"/>
                  </a:moveTo>
                  <a:lnTo>
                    <a:pt x="5480" y="4726"/>
                  </a:lnTo>
                  <a:lnTo>
                    <a:pt x="5383" y="4872"/>
                  </a:lnTo>
                  <a:lnTo>
                    <a:pt x="5286" y="4994"/>
                  </a:lnTo>
                  <a:lnTo>
                    <a:pt x="5188" y="5140"/>
                  </a:lnTo>
                  <a:lnTo>
                    <a:pt x="5066" y="5237"/>
                  </a:lnTo>
                  <a:lnTo>
                    <a:pt x="4945" y="5335"/>
                  </a:lnTo>
                  <a:lnTo>
                    <a:pt x="4798" y="5432"/>
                  </a:lnTo>
                  <a:lnTo>
                    <a:pt x="4652" y="5505"/>
                  </a:lnTo>
                  <a:lnTo>
                    <a:pt x="4506" y="5554"/>
                  </a:lnTo>
                  <a:lnTo>
                    <a:pt x="4360" y="5603"/>
                  </a:lnTo>
                  <a:lnTo>
                    <a:pt x="4190" y="5627"/>
                  </a:lnTo>
                  <a:lnTo>
                    <a:pt x="4043" y="5651"/>
                  </a:lnTo>
                  <a:lnTo>
                    <a:pt x="3873" y="5627"/>
                  </a:lnTo>
                  <a:lnTo>
                    <a:pt x="3702" y="5627"/>
                  </a:lnTo>
                  <a:lnTo>
                    <a:pt x="3556" y="5578"/>
                  </a:lnTo>
                  <a:lnTo>
                    <a:pt x="3386" y="5530"/>
                  </a:lnTo>
                  <a:lnTo>
                    <a:pt x="3240" y="5456"/>
                  </a:lnTo>
                  <a:lnTo>
                    <a:pt x="3240" y="5456"/>
                  </a:lnTo>
                  <a:lnTo>
                    <a:pt x="3094" y="5383"/>
                  </a:lnTo>
                  <a:lnTo>
                    <a:pt x="2947" y="5286"/>
                  </a:lnTo>
                  <a:lnTo>
                    <a:pt x="2826" y="5164"/>
                  </a:lnTo>
                  <a:lnTo>
                    <a:pt x="2704" y="5067"/>
                  </a:lnTo>
                  <a:lnTo>
                    <a:pt x="2606" y="4921"/>
                  </a:lnTo>
                  <a:lnTo>
                    <a:pt x="2533" y="4799"/>
                  </a:lnTo>
                  <a:lnTo>
                    <a:pt x="2460" y="4653"/>
                  </a:lnTo>
                  <a:lnTo>
                    <a:pt x="2387" y="4507"/>
                  </a:lnTo>
                  <a:lnTo>
                    <a:pt x="2363" y="4336"/>
                  </a:lnTo>
                  <a:lnTo>
                    <a:pt x="2314" y="4190"/>
                  </a:lnTo>
                  <a:lnTo>
                    <a:pt x="2314" y="4020"/>
                  </a:lnTo>
                  <a:lnTo>
                    <a:pt x="2314" y="3873"/>
                  </a:lnTo>
                  <a:lnTo>
                    <a:pt x="2339" y="3703"/>
                  </a:lnTo>
                  <a:lnTo>
                    <a:pt x="2363" y="3532"/>
                  </a:lnTo>
                  <a:lnTo>
                    <a:pt x="2412" y="3386"/>
                  </a:lnTo>
                  <a:lnTo>
                    <a:pt x="2485" y="3216"/>
                  </a:lnTo>
                  <a:lnTo>
                    <a:pt x="2485" y="3216"/>
                  </a:lnTo>
                  <a:lnTo>
                    <a:pt x="2582" y="3070"/>
                  </a:lnTo>
                  <a:lnTo>
                    <a:pt x="2680" y="2948"/>
                  </a:lnTo>
                  <a:lnTo>
                    <a:pt x="2777" y="2802"/>
                  </a:lnTo>
                  <a:lnTo>
                    <a:pt x="2899" y="2704"/>
                  </a:lnTo>
                  <a:lnTo>
                    <a:pt x="3020" y="2607"/>
                  </a:lnTo>
                  <a:lnTo>
                    <a:pt x="3167" y="2509"/>
                  </a:lnTo>
                  <a:lnTo>
                    <a:pt x="3313" y="2436"/>
                  </a:lnTo>
                  <a:lnTo>
                    <a:pt x="3459" y="2388"/>
                  </a:lnTo>
                  <a:lnTo>
                    <a:pt x="3605" y="2339"/>
                  </a:lnTo>
                  <a:lnTo>
                    <a:pt x="3775" y="2315"/>
                  </a:lnTo>
                  <a:lnTo>
                    <a:pt x="3922" y="2290"/>
                  </a:lnTo>
                  <a:lnTo>
                    <a:pt x="4092" y="2315"/>
                  </a:lnTo>
                  <a:lnTo>
                    <a:pt x="4263" y="2315"/>
                  </a:lnTo>
                  <a:lnTo>
                    <a:pt x="4409" y="2363"/>
                  </a:lnTo>
                  <a:lnTo>
                    <a:pt x="4579" y="2412"/>
                  </a:lnTo>
                  <a:lnTo>
                    <a:pt x="4725" y="2485"/>
                  </a:lnTo>
                  <a:lnTo>
                    <a:pt x="4725" y="2485"/>
                  </a:lnTo>
                  <a:lnTo>
                    <a:pt x="4871" y="2558"/>
                  </a:lnTo>
                  <a:lnTo>
                    <a:pt x="5018" y="2656"/>
                  </a:lnTo>
                  <a:lnTo>
                    <a:pt x="5139" y="2777"/>
                  </a:lnTo>
                  <a:lnTo>
                    <a:pt x="5261" y="2875"/>
                  </a:lnTo>
                  <a:lnTo>
                    <a:pt x="5359" y="3021"/>
                  </a:lnTo>
                  <a:lnTo>
                    <a:pt x="5432" y="3143"/>
                  </a:lnTo>
                  <a:lnTo>
                    <a:pt x="5505" y="3289"/>
                  </a:lnTo>
                  <a:lnTo>
                    <a:pt x="5578" y="3435"/>
                  </a:lnTo>
                  <a:lnTo>
                    <a:pt x="5602" y="3605"/>
                  </a:lnTo>
                  <a:lnTo>
                    <a:pt x="5626" y="3752"/>
                  </a:lnTo>
                  <a:lnTo>
                    <a:pt x="5651" y="3922"/>
                  </a:lnTo>
                  <a:lnTo>
                    <a:pt x="5651" y="4068"/>
                  </a:lnTo>
                  <a:lnTo>
                    <a:pt x="5626" y="4239"/>
                  </a:lnTo>
                  <a:lnTo>
                    <a:pt x="5602" y="4409"/>
                  </a:lnTo>
                  <a:lnTo>
                    <a:pt x="5553" y="4555"/>
                  </a:lnTo>
                  <a:lnTo>
                    <a:pt x="5480" y="4726"/>
                  </a:lnTo>
                  <a:lnTo>
                    <a:pt x="5480" y="4726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81" name="Google Shape;381;p33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16</a:t>
            </a:fld>
            <a:endParaRPr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C2692512-DCB1-4A1E-AA78-851F14F7A2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2645" y="1714737"/>
            <a:ext cx="4153084" cy="29156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1E6D5DC0-0654-4D87-BD22-B8C2FA33D7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8690" y="1714738"/>
            <a:ext cx="4140981" cy="291567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005758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1" dur="12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33"/>
          <p:cNvSpPr txBox="1">
            <a:spLocks noGrp="1"/>
          </p:cNvSpPr>
          <p:nvPr>
            <p:ph type="title"/>
          </p:nvPr>
        </p:nvSpPr>
        <p:spPr>
          <a:xfrm>
            <a:off x="1381250" y="896112"/>
            <a:ext cx="38784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백업</a:t>
            </a:r>
            <a:r>
              <a:rPr lang="en-US" altLang="ko-KR" dirty="0"/>
              <a:t>&amp;</a:t>
            </a:r>
            <a:r>
              <a:rPr lang="ko-KR" altLang="en-US" dirty="0"/>
              <a:t>협업</a:t>
            </a:r>
            <a:endParaRPr dirty="0"/>
          </a:p>
        </p:txBody>
      </p:sp>
      <p:sp>
        <p:nvSpPr>
          <p:cNvPr id="377" name="Google Shape;377;p33"/>
          <p:cNvSpPr txBox="1">
            <a:spLocks noGrp="1"/>
          </p:cNvSpPr>
          <p:nvPr>
            <p:ph type="body" idx="1"/>
          </p:nvPr>
        </p:nvSpPr>
        <p:spPr>
          <a:xfrm>
            <a:off x="1381250" y="1616475"/>
            <a:ext cx="3400800" cy="311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/>
          </a:p>
        </p:txBody>
      </p:sp>
      <p:grpSp>
        <p:nvGrpSpPr>
          <p:cNvPr id="378" name="Google Shape;378;p33"/>
          <p:cNvGrpSpPr/>
          <p:nvPr/>
        </p:nvGrpSpPr>
        <p:grpSpPr>
          <a:xfrm>
            <a:off x="889984" y="1007708"/>
            <a:ext cx="270226" cy="238344"/>
            <a:chOff x="5247525" y="3007275"/>
            <a:chExt cx="517575" cy="456510"/>
          </a:xfrm>
        </p:grpSpPr>
        <p:sp>
          <p:nvSpPr>
            <p:cNvPr id="379" name="Google Shape;379;p33"/>
            <p:cNvSpPr/>
            <p:nvPr/>
          </p:nvSpPr>
          <p:spPr>
            <a:xfrm>
              <a:off x="5247525" y="3007275"/>
              <a:ext cx="348900" cy="348900"/>
            </a:xfrm>
            <a:custGeom>
              <a:avLst/>
              <a:gdLst/>
              <a:ahLst/>
              <a:cxnLst/>
              <a:rect l="l" t="t" r="r" b="b"/>
              <a:pathLst>
                <a:path w="13956" h="13956" fill="none" extrusionOk="0">
                  <a:moveTo>
                    <a:pt x="13323" y="5772"/>
                  </a:moveTo>
                  <a:lnTo>
                    <a:pt x="11861" y="5626"/>
                  </a:lnTo>
                  <a:lnTo>
                    <a:pt x="11861" y="5626"/>
                  </a:lnTo>
                  <a:lnTo>
                    <a:pt x="11788" y="5334"/>
                  </a:lnTo>
                  <a:lnTo>
                    <a:pt x="11667" y="5042"/>
                  </a:lnTo>
                  <a:lnTo>
                    <a:pt x="11545" y="4750"/>
                  </a:lnTo>
                  <a:lnTo>
                    <a:pt x="11399" y="4482"/>
                  </a:lnTo>
                  <a:lnTo>
                    <a:pt x="12300" y="3337"/>
                  </a:lnTo>
                  <a:lnTo>
                    <a:pt x="12300" y="3337"/>
                  </a:lnTo>
                  <a:lnTo>
                    <a:pt x="12373" y="3240"/>
                  </a:lnTo>
                  <a:lnTo>
                    <a:pt x="12422" y="3118"/>
                  </a:lnTo>
                  <a:lnTo>
                    <a:pt x="12446" y="2996"/>
                  </a:lnTo>
                  <a:lnTo>
                    <a:pt x="12446" y="2850"/>
                  </a:lnTo>
                  <a:lnTo>
                    <a:pt x="12422" y="2728"/>
                  </a:lnTo>
                  <a:lnTo>
                    <a:pt x="12397" y="2606"/>
                  </a:lnTo>
                  <a:lnTo>
                    <a:pt x="12324" y="2485"/>
                  </a:lnTo>
                  <a:lnTo>
                    <a:pt x="12251" y="2387"/>
                  </a:lnTo>
                  <a:lnTo>
                    <a:pt x="11569" y="1705"/>
                  </a:lnTo>
                  <a:lnTo>
                    <a:pt x="11569" y="1705"/>
                  </a:lnTo>
                  <a:lnTo>
                    <a:pt x="11472" y="1632"/>
                  </a:lnTo>
                  <a:lnTo>
                    <a:pt x="11350" y="1559"/>
                  </a:lnTo>
                  <a:lnTo>
                    <a:pt x="11228" y="1510"/>
                  </a:lnTo>
                  <a:lnTo>
                    <a:pt x="11106" y="1510"/>
                  </a:lnTo>
                  <a:lnTo>
                    <a:pt x="10960" y="1510"/>
                  </a:lnTo>
                  <a:lnTo>
                    <a:pt x="10838" y="1535"/>
                  </a:lnTo>
                  <a:lnTo>
                    <a:pt x="10717" y="1583"/>
                  </a:lnTo>
                  <a:lnTo>
                    <a:pt x="10619" y="1656"/>
                  </a:lnTo>
                  <a:lnTo>
                    <a:pt x="9475" y="2558"/>
                  </a:lnTo>
                  <a:lnTo>
                    <a:pt x="9475" y="2558"/>
                  </a:lnTo>
                  <a:lnTo>
                    <a:pt x="9207" y="2411"/>
                  </a:lnTo>
                  <a:lnTo>
                    <a:pt x="8914" y="2290"/>
                  </a:lnTo>
                  <a:lnTo>
                    <a:pt x="8622" y="2168"/>
                  </a:lnTo>
                  <a:lnTo>
                    <a:pt x="8330" y="2070"/>
                  </a:lnTo>
                  <a:lnTo>
                    <a:pt x="8159" y="634"/>
                  </a:lnTo>
                  <a:lnTo>
                    <a:pt x="8159" y="634"/>
                  </a:lnTo>
                  <a:lnTo>
                    <a:pt x="8135" y="512"/>
                  </a:lnTo>
                  <a:lnTo>
                    <a:pt x="8086" y="390"/>
                  </a:lnTo>
                  <a:lnTo>
                    <a:pt x="8013" y="293"/>
                  </a:lnTo>
                  <a:lnTo>
                    <a:pt x="7940" y="195"/>
                  </a:lnTo>
                  <a:lnTo>
                    <a:pt x="7818" y="122"/>
                  </a:lnTo>
                  <a:lnTo>
                    <a:pt x="7721" y="49"/>
                  </a:lnTo>
                  <a:lnTo>
                    <a:pt x="7575" y="25"/>
                  </a:lnTo>
                  <a:lnTo>
                    <a:pt x="7453" y="0"/>
                  </a:lnTo>
                  <a:lnTo>
                    <a:pt x="6479" y="0"/>
                  </a:lnTo>
                  <a:lnTo>
                    <a:pt x="6479" y="0"/>
                  </a:lnTo>
                  <a:lnTo>
                    <a:pt x="6357" y="25"/>
                  </a:lnTo>
                  <a:lnTo>
                    <a:pt x="6235" y="49"/>
                  </a:lnTo>
                  <a:lnTo>
                    <a:pt x="6114" y="122"/>
                  </a:lnTo>
                  <a:lnTo>
                    <a:pt x="6016" y="195"/>
                  </a:lnTo>
                  <a:lnTo>
                    <a:pt x="5919" y="293"/>
                  </a:lnTo>
                  <a:lnTo>
                    <a:pt x="5846" y="390"/>
                  </a:lnTo>
                  <a:lnTo>
                    <a:pt x="5797" y="512"/>
                  </a:lnTo>
                  <a:lnTo>
                    <a:pt x="5773" y="634"/>
                  </a:lnTo>
                  <a:lnTo>
                    <a:pt x="5602" y="2070"/>
                  </a:lnTo>
                  <a:lnTo>
                    <a:pt x="5602" y="2070"/>
                  </a:lnTo>
                  <a:lnTo>
                    <a:pt x="5310" y="2168"/>
                  </a:lnTo>
                  <a:lnTo>
                    <a:pt x="5018" y="2290"/>
                  </a:lnTo>
                  <a:lnTo>
                    <a:pt x="4750" y="2411"/>
                  </a:lnTo>
                  <a:lnTo>
                    <a:pt x="4482" y="2558"/>
                  </a:lnTo>
                  <a:lnTo>
                    <a:pt x="3337" y="1656"/>
                  </a:lnTo>
                  <a:lnTo>
                    <a:pt x="3337" y="1656"/>
                  </a:lnTo>
                  <a:lnTo>
                    <a:pt x="3215" y="1583"/>
                  </a:lnTo>
                  <a:lnTo>
                    <a:pt x="3094" y="1535"/>
                  </a:lnTo>
                  <a:lnTo>
                    <a:pt x="2972" y="1510"/>
                  </a:lnTo>
                  <a:lnTo>
                    <a:pt x="2850" y="1510"/>
                  </a:lnTo>
                  <a:lnTo>
                    <a:pt x="2728" y="1510"/>
                  </a:lnTo>
                  <a:lnTo>
                    <a:pt x="2582" y="1559"/>
                  </a:lnTo>
                  <a:lnTo>
                    <a:pt x="2485" y="1632"/>
                  </a:lnTo>
                  <a:lnTo>
                    <a:pt x="2387" y="1705"/>
                  </a:lnTo>
                  <a:lnTo>
                    <a:pt x="1705" y="2387"/>
                  </a:lnTo>
                  <a:lnTo>
                    <a:pt x="1705" y="2387"/>
                  </a:lnTo>
                  <a:lnTo>
                    <a:pt x="1608" y="2485"/>
                  </a:lnTo>
                  <a:lnTo>
                    <a:pt x="1559" y="2606"/>
                  </a:lnTo>
                  <a:lnTo>
                    <a:pt x="1511" y="2728"/>
                  </a:lnTo>
                  <a:lnTo>
                    <a:pt x="1486" y="2850"/>
                  </a:lnTo>
                  <a:lnTo>
                    <a:pt x="1486" y="2996"/>
                  </a:lnTo>
                  <a:lnTo>
                    <a:pt x="1511" y="3118"/>
                  </a:lnTo>
                  <a:lnTo>
                    <a:pt x="1559" y="3240"/>
                  </a:lnTo>
                  <a:lnTo>
                    <a:pt x="1632" y="3337"/>
                  </a:lnTo>
                  <a:lnTo>
                    <a:pt x="2533" y="4482"/>
                  </a:lnTo>
                  <a:lnTo>
                    <a:pt x="2533" y="4482"/>
                  </a:lnTo>
                  <a:lnTo>
                    <a:pt x="2387" y="4750"/>
                  </a:lnTo>
                  <a:lnTo>
                    <a:pt x="2266" y="5042"/>
                  </a:lnTo>
                  <a:lnTo>
                    <a:pt x="2168" y="5334"/>
                  </a:lnTo>
                  <a:lnTo>
                    <a:pt x="2071" y="5626"/>
                  </a:lnTo>
                  <a:lnTo>
                    <a:pt x="634" y="5772"/>
                  </a:lnTo>
                  <a:lnTo>
                    <a:pt x="634" y="5772"/>
                  </a:lnTo>
                  <a:lnTo>
                    <a:pt x="512" y="5821"/>
                  </a:lnTo>
                  <a:lnTo>
                    <a:pt x="390" y="5870"/>
                  </a:lnTo>
                  <a:lnTo>
                    <a:pt x="268" y="5943"/>
                  </a:lnTo>
                  <a:lnTo>
                    <a:pt x="171" y="6016"/>
                  </a:lnTo>
                  <a:lnTo>
                    <a:pt x="98" y="6138"/>
                  </a:lnTo>
                  <a:lnTo>
                    <a:pt x="49" y="6235"/>
                  </a:lnTo>
                  <a:lnTo>
                    <a:pt x="1" y="6381"/>
                  </a:lnTo>
                  <a:lnTo>
                    <a:pt x="1" y="6503"/>
                  </a:lnTo>
                  <a:lnTo>
                    <a:pt x="1" y="7453"/>
                  </a:lnTo>
                  <a:lnTo>
                    <a:pt x="1" y="7453"/>
                  </a:lnTo>
                  <a:lnTo>
                    <a:pt x="1" y="7599"/>
                  </a:lnTo>
                  <a:lnTo>
                    <a:pt x="49" y="7721"/>
                  </a:lnTo>
                  <a:lnTo>
                    <a:pt x="98" y="7843"/>
                  </a:lnTo>
                  <a:lnTo>
                    <a:pt x="171" y="7940"/>
                  </a:lnTo>
                  <a:lnTo>
                    <a:pt x="268" y="8037"/>
                  </a:lnTo>
                  <a:lnTo>
                    <a:pt x="390" y="8111"/>
                  </a:lnTo>
                  <a:lnTo>
                    <a:pt x="512" y="8159"/>
                  </a:lnTo>
                  <a:lnTo>
                    <a:pt x="634" y="8184"/>
                  </a:lnTo>
                  <a:lnTo>
                    <a:pt x="2071" y="8354"/>
                  </a:lnTo>
                  <a:lnTo>
                    <a:pt x="2071" y="8354"/>
                  </a:lnTo>
                  <a:lnTo>
                    <a:pt x="2168" y="8646"/>
                  </a:lnTo>
                  <a:lnTo>
                    <a:pt x="2266" y="8914"/>
                  </a:lnTo>
                  <a:lnTo>
                    <a:pt x="2387" y="9206"/>
                  </a:lnTo>
                  <a:lnTo>
                    <a:pt x="2533" y="9474"/>
                  </a:lnTo>
                  <a:lnTo>
                    <a:pt x="1632" y="10619"/>
                  </a:lnTo>
                  <a:lnTo>
                    <a:pt x="1632" y="10619"/>
                  </a:lnTo>
                  <a:lnTo>
                    <a:pt x="1559" y="10741"/>
                  </a:lnTo>
                  <a:lnTo>
                    <a:pt x="1511" y="10863"/>
                  </a:lnTo>
                  <a:lnTo>
                    <a:pt x="1486" y="10984"/>
                  </a:lnTo>
                  <a:lnTo>
                    <a:pt x="1486" y="11106"/>
                  </a:lnTo>
                  <a:lnTo>
                    <a:pt x="1511" y="11228"/>
                  </a:lnTo>
                  <a:lnTo>
                    <a:pt x="1559" y="11350"/>
                  </a:lnTo>
                  <a:lnTo>
                    <a:pt x="1608" y="11472"/>
                  </a:lnTo>
                  <a:lnTo>
                    <a:pt x="1705" y="11569"/>
                  </a:lnTo>
                  <a:lnTo>
                    <a:pt x="2387" y="12251"/>
                  </a:lnTo>
                  <a:lnTo>
                    <a:pt x="2387" y="12251"/>
                  </a:lnTo>
                  <a:lnTo>
                    <a:pt x="2485" y="12348"/>
                  </a:lnTo>
                  <a:lnTo>
                    <a:pt x="2582" y="12397"/>
                  </a:lnTo>
                  <a:lnTo>
                    <a:pt x="2728" y="12446"/>
                  </a:lnTo>
                  <a:lnTo>
                    <a:pt x="2850" y="12470"/>
                  </a:lnTo>
                  <a:lnTo>
                    <a:pt x="2972" y="12470"/>
                  </a:lnTo>
                  <a:lnTo>
                    <a:pt x="3094" y="12421"/>
                  </a:lnTo>
                  <a:lnTo>
                    <a:pt x="3215" y="12373"/>
                  </a:lnTo>
                  <a:lnTo>
                    <a:pt x="3337" y="12324"/>
                  </a:lnTo>
                  <a:lnTo>
                    <a:pt x="4482" y="11423"/>
                  </a:lnTo>
                  <a:lnTo>
                    <a:pt x="4482" y="11423"/>
                  </a:lnTo>
                  <a:lnTo>
                    <a:pt x="4750" y="11545"/>
                  </a:lnTo>
                  <a:lnTo>
                    <a:pt x="5018" y="11691"/>
                  </a:lnTo>
                  <a:lnTo>
                    <a:pt x="5310" y="11788"/>
                  </a:lnTo>
                  <a:lnTo>
                    <a:pt x="5602" y="11886"/>
                  </a:lnTo>
                  <a:lnTo>
                    <a:pt x="5773" y="13322"/>
                  </a:lnTo>
                  <a:lnTo>
                    <a:pt x="5773" y="13322"/>
                  </a:lnTo>
                  <a:lnTo>
                    <a:pt x="5797" y="13444"/>
                  </a:lnTo>
                  <a:lnTo>
                    <a:pt x="5846" y="13566"/>
                  </a:lnTo>
                  <a:lnTo>
                    <a:pt x="5919" y="13688"/>
                  </a:lnTo>
                  <a:lnTo>
                    <a:pt x="6016" y="13785"/>
                  </a:lnTo>
                  <a:lnTo>
                    <a:pt x="6114" y="13858"/>
                  </a:lnTo>
                  <a:lnTo>
                    <a:pt x="6235" y="13907"/>
                  </a:lnTo>
                  <a:lnTo>
                    <a:pt x="6357" y="13956"/>
                  </a:lnTo>
                  <a:lnTo>
                    <a:pt x="6479" y="13956"/>
                  </a:lnTo>
                  <a:lnTo>
                    <a:pt x="7453" y="13956"/>
                  </a:lnTo>
                  <a:lnTo>
                    <a:pt x="7453" y="13956"/>
                  </a:lnTo>
                  <a:lnTo>
                    <a:pt x="7575" y="13956"/>
                  </a:lnTo>
                  <a:lnTo>
                    <a:pt x="7721" y="13907"/>
                  </a:lnTo>
                  <a:lnTo>
                    <a:pt x="7818" y="13858"/>
                  </a:lnTo>
                  <a:lnTo>
                    <a:pt x="7940" y="13785"/>
                  </a:lnTo>
                  <a:lnTo>
                    <a:pt x="8013" y="13688"/>
                  </a:lnTo>
                  <a:lnTo>
                    <a:pt x="8086" y="13566"/>
                  </a:lnTo>
                  <a:lnTo>
                    <a:pt x="8135" y="13444"/>
                  </a:lnTo>
                  <a:lnTo>
                    <a:pt x="8159" y="13322"/>
                  </a:lnTo>
                  <a:lnTo>
                    <a:pt x="8330" y="11886"/>
                  </a:lnTo>
                  <a:lnTo>
                    <a:pt x="8330" y="11886"/>
                  </a:lnTo>
                  <a:lnTo>
                    <a:pt x="8622" y="11788"/>
                  </a:lnTo>
                  <a:lnTo>
                    <a:pt x="8914" y="11691"/>
                  </a:lnTo>
                  <a:lnTo>
                    <a:pt x="9207" y="11545"/>
                  </a:lnTo>
                  <a:lnTo>
                    <a:pt x="9475" y="11423"/>
                  </a:lnTo>
                  <a:lnTo>
                    <a:pt x="10619" y="12324"/>
                  </a:lnTo>
                  <a:lnTo>
                    <a:pt x="10619" y="12324"/>
                  </a:lnTo>
                  <a:lnTo>
                    <a:pt x="10717" y="12373"/>
                  </a:lnTo>
                  <a:lnTo>
                    <a:pt x="10838" y="12421"/>
                  </a:lnTo>
                  <a:lnTo>
                    <a:pt x="10960" y="12470"/>
                  </a:lnTo>
                  <a:lnTo>
                    <a:pt x="11106" y="12470"/>
                  </a:lnTo>
                  <a:lnTo>
                    <a:pt x="11228" y="12446"/>
                  </a:lnTo>
                  <a:lnTo>
                    <a:pt x="11350" y="12397"/>
                  </a:lnTo>
                  <a:lnTo>
                    <a:pt x="11472" y="12348"/>
                  </a:lnTo>
                  <a:lnTo>
                    <a:pt x="11569" y="12251"/>
                  </a:lnTo>
                  <a:lnTo>
                    <a:pt x="12251" y="11569"/>
                  </a:lnTo>
                  <a:lnTo>
                    <a:pt x="12251" y="11569"/>
                  </a:lnTo>
                  <a:lnTo>
                    <a:pt x="12324" y="11472"/>
                  </a:lnTo>
                  <a:lnTo>
                    <a:pt x="12397" y="11350"/>
                  </a:lnTo>
                  <a:lnTo>
                    <a:pt x="12422" y="11228"/>
                  </a:lnTo>
                  <a:lnTo>
                    <a:pt x="12446" y="11106"/>
                  </a:lnTo>
                  <a:lnTo>
                    <a:pt x="12446" y="10984"/>
                  </a:lnTo>
                  <a:lnTo>
                    <a:pt x="12422" y="10863"/>
                  </a:lnTo>
                  <a:lnTo>
                    <a:pt x="12373" y="10741"/>
                  </a:lnTo>
                  <a:lnTo>
                    <a:pt x="12300" y="10619"/>
                  </a:lnTo>
                  <a:lnTo>
                    <a:pt x="11399" y="9474"/>
                  </a:lnTo>
                  <a:lnTo>
                    <a:pt x="11399" y="9474"/>
                  </a:lnTo>
                  <a:lnTo>
                    <a:pt x="11545" y="9206"/>
                  </a:lnTo>
                  <a:lnTo>
                    <a:pt x="11667" y="8914"/>
                  </a:lnTo>
                  <a:lnTo>
                    <a:pt x="11788" y="8646"/>
                  </a:lnTo>
                  <a:lnTo>
                    <a:pt x="11861" y="8354"/>
                  </a:lnTo>
                  <a:lnTo>
                    <a:pt x="13323" y="8184"/>
                  </a:lnTo>
                  <a:lnTo>
                    <a:pt x="13323" y="8184"/>
                  </a:lnTo>
                  <a:lnTo>
                    <a:pt x="13444" y="8159"/>
                  </a:lnTo>
                  <a:lnTo>
                    <a:pt x="13566" y="8111"/>
                  </a:lnTo>
                  <a:lnTo>
                    <a:pt x="13664" y="8037"/>
                  </a:lnTo>
                  <a:lnTo>
                    <a:pt x="13761" y="7940"/>
                  </a:lnTo>
                  <a:lnTo>
                    <a:pt x="13834" y="7843"/>
                  </a:lnTo>
                  <a:lnTo>
                    <a:pt x="13907" y="7721"/>
                  </a:lnTo>
                  <a:lnTo>
                    <a:pt x="13932" y="7599"/>
                  </a:lnTo>
                  <a:lnTo>
                    <a:pt x="13956" y="7453"/>
                  </a:lnTo>
                  <a:lnTo>
                    <a:pt x="13956" y="6503"/>
                  </a:lnTo>
                  <a:lnTo>
                    <a:pt x="13956" y="6503"/>
                  </a:lnTo>
                  <a:lnTo>
                    <a:pt x="13932" y="6381"/>
                  </a:lnTo>
                  <a:lnTo>
                    <a:pt x="13907" y="6235"/>
                  </a:lnTo>
                  <a:lnTo>
                    <a:pt x="13834" y="6138"/>
                  </a:lnTo>
                  <a:lnTo>
                    <a:pt x="13761" y="6016"/>
                  </a:lnTo>
                  <a:lnTo>
                    <a:pt x="13664" y="5943"/>
                  </a:lnTo>
                  <a:lnTo>
                    <a:pt x="13566" y="5870"/>
                  </a:lnTo>
                  <a:lnTo>
                    <a:pt x="13444" y="5821"/>
                  </a:lnTo>
                  <a:lnTo>
                    <a:pt x="13323" y="5772"/>
                  </a:lnTo>
                  <a:lnTo>
                    <a:pt x="13323" y="5772"/>
                  </a:lnTo>
                  <a:close/>
                  <a:moveTo>
                    <a:pt x="8573" y="8598"/>
                  </a:moveTo>
                  <a:lnTo>
                    <a:pt x="8573" y="8598"/>
                  </a:lnTo>
                  <a:lnTo>
                    <a:pt x="8403" y="8744"/>
                  </a:lnTo>
                  <a:lnTo>
                    <a:pt x="8232" y="8890"/>
                  </a:lnTo>
                  <a:lnTo>
                    <a:pt x="8038" y="8987"/>
                  </a:lnTo>
                  <a:lnTo>
                    <a:pt x="7818" y="9085"/>
                  </a:lnTo>
                  <a:lnTo>
                    <a:pt x="7624" y="9158"/>
                  </a:lnTo>
                  <a:lnTo>
                    <a:pt x="7404" y="9206"/>
                  </a:lnTo>
                  <a:lnTo>
                    <a:pt x="7185" y="9231"/>
                  </a:lnTo>
                  <a:lnTo>
                    <a:pt x="6966" y="9255"/>
                  </a:lnTo>
                  <a:lnTo>
                    <a:pt x="6747" y="9231"/>
                  </a:lnTo>
                  <a:lnTo>
                    <a:pt x="6528" y="9206"/>
                  </a:lnTo>
                  <a:lnTo>
                    <a:pt x="6333" y="9158"/>
                  </a:lnTo>
                  <a:lnTo>
                    <a:pt x="6114" y="9085"/>
                  </a:lnTo>
                  <a:lnTo>
                    <a:pt x="5919" y="8987"/>
                  </a:lnTo>
                  <a:lnTo>
                    <a:pt x="5724" y="8890"/>
                  </a:lnTo>
                  <a:lnTo>
                    <a:pt x="5529" y="8744"/>
                  </a:lnTo>
                  <a:lnTo>
                    <a:pt x="5359" y="8598"/>
                  </a:lnTo>
                  <a:lnTo>
                    <a:pt x="5359" y="8598"/>
                  </a:lnTo>
                  <a:lnTo>
                    <a:pt x="5212" y="8427"/>
                  </a:lnTo>
                  <a:lnTo>
                    <a:pt x="5066" y="8232"/>
                  </a:lnTo>
                  <a:lnTo>
                    <a:pt x="4969" y="8037"/>
                  </a:lnTo>
                  <a:lnTo>
                    <a:pt x="4871" y="7843"/>
                  </a:lnTo>
                  <a:lnTo>
                    <a:pt x="4798" y="7623"/>
                  </a:lnTo>
                  <a:lnTo>
                    <a:pt x="4750" y="7404"/>
                  </a:lnTo>
                  <a:lnTo>
                    <a:pt x="4701" y="7209"/>
                  </a:lnTo>
                  <a:lnTo>
                    <a:pt x="4701" y="6990"/>
                  </a:lnTo>
                  <a:lnTo>
                    <a:pt x="4701" y="6771"/>
                  </a:lnTo>
                  <a:lnTo>
                    <a:pt x="4750" y="6552"/>
                  </a:lnTo>
                  <a:lnTo>
                    <a:pt x="4798" y="6333"/>
                  </a:lnTo>
                  <a:lnTo>
                    <a:pt x="4871" y="6138"/>
                  </a:lnTo>
                  <a:lnTo>
                    <a:pt x="4969" y="5919"/>
                  </a:lnTo>
                  <a:lnTo>
                    <a:pt x="5066" y="5724"/>
                  </a:lnTo>
                  <a:lnTo>
                    <a:pt x="5212" y="5553"/>
                  </a:lnTo>
                  <a:lnTo>
                    <a:pt x="5359" y="5383"/>
                  </a:lnTo>
                  <a:lnTo>
                    <a:pt x="5359" y="5383"/>
                  </a:lnTo>
                  <a:lnTo>
                    <a:pt x="5529" y="5212"/>
                  </a:lnTo>
                  <a:lnTo>
                    <a:pt x="5724" y="5091"/>
                  </a:lnTo>
                  <a:lnTo>
                    <a:pt x="5919" y="4969"/>
                  </a:lnTo>
                  <a:lnTo>
                    <a:pt x="6114" y="4871"/>
                  </a:lnTo>
                  <a:lnTo>
                    <a:pt x="6333" y="4798"/>
                  </a:lnTo>
                  <a:lnTo>
                    <a:pt x="6528" y="4750"/>
                  </a:lnTo>
                  <a:lnTo>
                    <a:pt x="6747" y="4725"/>
                  </a:lnTo>
                  <a:lnTo>
                    <a:pt x="6966" y="4701"/>
                  </a:lnTo>
                  <a:lnTo>
                    <a:pt x="7185" y="4725"/>
                  </a:lnTo>
                  <a:lnTo>
                    <a:pt x="7404" y="4750"/>
                  </a:lnTo>
                  <a:lnTo>
                    <a:pt x="7624" y="4798"/>
                  </a:lnTo>
                  <a:lnTo>
                    <a:pt x="7818" y="4871"/>
                  </a:lnTo>
                  <a:lnTo>
                    <a:pt x="8038" y="4969"/>
                  </a:lnTo>
                  <a:lnTo>
                    <a:pt x="8232" y="5091"/>
                  </a:lnTo>
                  <a:lnTo>
                    <a:pt x="8403" y="5212"/>
                  </a:lnTo>
                  <a:lnTo>
                    <a:pt x="8573" y="5383"/>
                  </a:lnTo>
                  <a:lnTo>
                    <a:pt x="8573" y="5383"/>
                  </a:lnTo>
                  <a:lnTo>
                    <a:pt x="8744" y="5553"/>
                  </a:lnTo>
                  <a:lnTo>
                    <a:pt x="8866" y="5724"/>
                  </a:lnTo>
                  <a:lnTo>
                    <a:pt x="8987" y="5919"/>
                  </a:lnTo>
                  <a:lnTo>
                    <a:pt x="9085" y="6138"/>
                  </a:lnTo>
                  <a:lnTo>
                    <a:pt x="9158" y="6333"/>
                  </a:lnTo>
                  <a:lnTo>
                    <a:pt x="9207" y="6552"/>
                  </a:lnTo>
                  <a:lnTo>
                    <a:pt x="9231" y="6771"/>
                  </a:lnTo>
                  <a:lnTo>
                    <a:pt x="9231" y="6990"/>
                  </a:lnTo>
                  <a:lnTo>
                    <a:pt x="9231" y="7209"/>
                  </a:lnTo>
                  <a:lnTo>
                    <a:pt x="9207" y="7404"/>
                  </a:lnTo>
                  <a:lnTo>
                    <a:pt x="9158" y="7623"/>
                  </a:lnTo>
                  <a:lnTo>
                    <a:pt x="9085" y="7843"/>
                  </a:lnTo>
                  <a:lnTo>
                    <a:pt x="8987" y="8037"/>
                  </a:lnTo>
                  <a:lnTo>
                    <a:pt x="8866" y="8232"/>
                  </a:lnTo>
                  <a:lnTo>
                    <a:pt x="8744" y="8427"/>
                  </a:lnTo>
                  <a:lnTo>
                    <a:pt x="8573" y="8598"/>
                  </a:lnTo>
                  <a:lnTo>
                    <a:pt x="8573" y="8598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" name="Google Shape;380;p33"/>
            <p:cNvSpPr/>
            <p:nvPr/>
          </p:nvSpPr>
          <p:spPr>
            <a:xfrm>
              <a:off x="5566575" y="3265260"/>
              <a:ext cx="198525" cy="198525"/>
            </a:xfrm>
            <a:custGeom>
              <a:avLst/>
              <a:gdLst/>
              <a:ahLst/>
              <a:cxnLst/>
              <a:rect l="l" t="t" r="r" b="b"/>
              <a:pathLst>
                <a:path w="7941" h="7941" fill="none" extrusionOk="0">
                  <a:moveTo>
                    <a:pt x="7258" y="2144"/>
                  </a:moveTo>
                  <a:lnTo>
                    <a:pt x="6138" y="2388"/>
                  </a:lnTo>
                  <a:lnTo>
                    <a:pt x="6138" y="2388"/>
                  </a:lnTo>
                  <a:lnTo>
                    <a:pt x="6016" y="2217"/>
                  </a:lnTo>
                  <a:lnTo>
                    <a:pt x="5870" y="2071"/>
                  </a:lnTo>
                  <a:lnTo>
                    <a:pt x="6260" y="975"/>
                  </a:lnTo>
                  <a:lnTo>
                    <a:pt x="6260" y="975"/>
                  </a:lnTo>
                  <a:lnTo>
                    <a:pt x="6284" y="902"/>
                  </a:lnTo>
                  <a:lnTo>
                    <a:pt x="6284" y="829"/>
                  </a:lnTo>
                  <a:lnTo>
                    <a:pt x="6260" y="683"/>
                  </a:lnTo>
                  <a:lnTo>
                    <a:pt x="6162" y="561"/>
                  </a:lnTo>
                  <a:lnTo>
                    <a:pt x="6114" y="488"/>
                  </a:lnTo>
                  <a:lnTo>
                    <a:pt x="6065" y="464"/>
                  </a:lnTo>
                  <a:lnTo>
                    <a:pt x="5553" y="196"/>
                  </a:lnTo>
                  <a:lnTo>
                    <a:pt x="5553" y="196"/>
                  </a:lnTo>
                  <a:lnTo>
                    <a:pt x="5480" y="171"/>
                  </a:lnTo>
                  <a:lnTo>
                    <a:pt x="5407" y="171"/>
                  </a:lnTo>
                  <a:lnTo>
                    <a:pt x="5261" y="171"/>
                  </a:lnTo>
                  <a:lnTo>
                    <a:pt x="5115" y="244"/>
                  </a:lnTo>
                  <a:lnTo>
                    <a:pt x="5066" y="293"/>
                  </a:lnTo>
                  <a:lnTo>
                    <a:pt x="5018" y="342"/>
                  </a:lnTo>
                  <a:lnTo>
                    <a:pt x="4384" y="1316"/>
                  </a:lnTo>
                  <a:lnTo>
                    <a:pt x="4384" y="1316"/>
                  </a:lnTo>
                  <a:lnTo>
                    <a:pt x="4165" y="1292"/>
                  </a:lnTo>
                  <a:lnTo>
                    <a:pt x="3970" y="1292"/>
                  </a:lnTo>
                  <a:lnTo>
                    <a:pt x="3483" y="244"/>
                  </a:lnTo>
                  <a:lnTo>
                    <a:pt x="3483" y="244"/>
                  </a:lnTo>
                  <a:lnTo>
                    <a:pt x="3435" y="171"/>
                  </a:lnTo>
                  <a:lnTo>
                    <a:pt x="3386" y="123"/>
                  </a:lnTo>
                  <a:lnTo>
                    <a:pt x="3264" y="50"/>
                  </a:lnTo>
                  <a:lnTo>
                    <a:pt x="3118" y="1"/>
                  </a:lnTo>
                  <a:lnTo>
                    <a:pt x="3045" y="1"/>
                  </a:lnTo>
                  <a:lnTo>
                    <a:pt x="2972" y="25"/>
                  </a:lnTo>
                  <a:lnTo>
                    <a:pt x="2436" y="196"/>
                  </a:lnTo>
                  <a:lnTo>
                    <a:pt x="2436" y="196"/>
                  </a:lnTo>
                  <a:lnTo>
                    <a:pt x="2363" y="220"/>
                  </a:lnTo>
                  <a:lnTo>
                    <a:pt x="2290" y="269"/>
                  </a:lnTo>
                  <a:lnTo>
                    <a:pt x="2192" y="391"/>
                  </a:lnTo>
                  <a:lnTo>
                    <a:pt x="2144" y="537"/>
                  </a:lnTo>
                  <a:lnTo>
                    <a:pt x="2144" y="610"/>
                  </a:lnTo>
                  <a:lnTo>
                    <a:pt x="2144" y="683"/>
                  </a:lnTo>
                  <a:lnTo>
                    <a:pt x="2387" y="1828"/>
                  </a:lnTo>
                  <a:lnTo>
                    <a:pt x="2387" y="1828"/>
                  </a:lnTo>
                  <a:lnTo>
                    <a:pt x="2217" y="1949"/>
                  </a:lnTo>
                  <a:lnTo>
                    <a:pt x="2071" y="2095"/>
                  </a:lnTo>
                  <a:lnTo>
                    <a:pt x="999" y="1681"/>
                  </a:lnTo>
                  <a:lnTo>
                    <a:pt x="999" y="1681"/>
                  </a:lnTo>
                  <a:lnTo>
                    <a:pt x="926" y="1681"/>
                  </a:lnTo>
                  <a:lnTo>
                    <a:pt x="829" y="1657"/>
                  </a:lnTo>
                  <a:lnTo>
                    <a:pt x="682" y="1706"/>
                  </a:lnTo>
                  <a:lnTo>
                    <a:pt x="561" y="1779"/>
                  </a:lnTo>
                  <a:lnTo>
                    <a:pt x="512" y="1828"/>
                  </a:lnTo>
                  <a:lnTo>
                    <a:pt x="463" y="1901"/>
                  </a:lnTo>
                  <a:lnTo>
                    <a:pt x="220" y="2388"/>
                  </a:lnTo>
                  <a:lnTo>
                    <a:pt x="220" y="2388"/>
                  </a:lnTo>
                  <a:lnTo>
                    <a:pt x="195" y="2461"/>
                  </a:lnTo>
                  <a:lnTo>
                    <a:pt x="171" y="2534"/>
                  </a:lnTo>
                  <a:lnTo>
                    <a:pt x="195" y="2704"/>
                  </a:lnTo>
                  <a:lnTo>
                    <a:pt x="244" y="2826"/>
                  </a:lnTo>
                  <a:lnTo>
                    <a:pt x="293" y="2899"/>
                  </a:lnTo>
                  <a:lnTo>
                    <a:pt x="366" y="2948"/>
                  </a:lnTo>
                  <a:lnTo>
                    <a:pt x="1340" y="3581"/>
                  </a:lnTo>
                  <a:lnTo>
                    <a:pt x="1340" y="3581"/>
                  </a:lnTo>
                  <a:lnTo>
                    <a:pt x="1316" y="3776"/>
                  </a:lnTo>
                  <a:lnTo>
                    <a:pt x="1291" y="3995"/>
                  </a:lnTo>
                  <a:lnTo>
                    <a:pt x="244" y="4482"/>
                  </a:lnTo>
                  <a:lnTo>
                    <a:pt x="244" y="4482"/>
                  </a:lnTo>
                  <a:lnTo>
                    <a:pt x="195" y="4507"/>
                  </a:lnTo>
                  <a:lnTo>
                    <a:pt x="122" y="4555"/>
                  </a:lnTo>
                  <a:lnTo>
                    <a:pt x="49" y="4701"/>
                  </a:lnTo>
                  <a:lnTo>
                    <a:pt x="0" y="4848"/>
                  </a:lnTo>
                  <a:lnTo>
                    <a:pt x="25" y="4921"/>
                  </a:lnTo>
                  <a:lnTo>
                    <a:pt x="25" y="4994"/>
                  </a:lnTo>
                  <a:lnTo>
                    <a:pt x="220" y="5530"/>
                  </a:lnTo>
                  <a:lnTo>
                    <a:pt x="220" y="5530"/>
                  </a:lnTo>
                  <a:lnTo>
                    <a:pt x="244" y="5578"/>
                  </a:lnTo>
                  <a:lnTo>
                    <a:pt x="293" y="5651"/>
                  </a:lnTo>
                  <a:lnTo>
                    <a:pt x="390" y="5749"/>
                  </a:lnTo>
                  <a:lnTo>
                    <a:pt x="536" y="5797"/>
                  </a:lnTo>
                  <a:lnTo>
                    <a:pt x="609" y="5797"/>
                  </a:lnTo>
                  <a:lnTo>
                    <a:pt x="682" y="5797"/>
                  </a:lnTo>
                  <a:lnTo>
                    <a:pt x="1827" y="5554"/>
                  </a:lnTo>
                  <a:lnTo>
                    <a:pt x="1827" y="5554"/>
                  </a:lnTo>
                  <a:lnTo>
                    <a:pt x="1949" y="5724"/>
                  </a:lnTo>
                  <a:lnTo>
                    <a:pt x="2095" y="5870"/>
                  </a:lnTo>
                  <a:lnTo>
                    <a:pt x="1705" y="6966"/>
                  </a:lnTo>
                  <a:lnTo>
                    <a:pt x="1705" y="6966"/>
                  </a:lnTo>
                  <a:lnTo>
                    <a:pt x="1681" y="7040"/>
                  </a:lnTo>
                  <a:lnTo>
                    <a:pt x="1681" y="7113"/>
                  </a:lnTo>
                  <a:lnTo>
                    <a:pt x="1705" y="7259"/>
                  </a:lnTo>
                  <a:lnTo>
                    <a:pt x="1778" y="7380"/>
                  </a:lnTo>
                  <a:lnTo>
                    <a:pt x="1851" y="7429"/>
                  </a:lnTo>
                  <a:lnTo>
                    <a:pt x="1900" y="7478"/>
                  </a:lnTo>
                  <a:lnTo>
                    <a:pt x="2412" y="7721"/>
                  </a:lnTo>
                  <a:lnTo>
                    <a:pt x="2412" y="7721"/>
                  </a:lnTo>
                  <a:lnTo>
                    <a:pt x="2485" y="7770"/>
                  </a:lnTo>
                  <a:lnTo>
                    <a:pt x="2558" y="7770"/>
                  </a:lnTo>
                  <a:lnTo>
                    <a:pt x="2704" y="7770"/>
                  </a:lnTo>
                  <a:lnTo>
                    <a:pt x="2850" y="7697"/>
                  </a:lnTo>
                  <a:lnTo>
                    <a:pt x="2899" y="7648"/>
                  </a:lnTo>
                  <a:lnTo>
                    <a:pt x="2947" y="7600"/>
                  </a:lnTo>
                  <a:lnTo>
                    <a:pt x="3581" y="6625"/>
                  </a:lnTo>
                  <a:lnTo>
                    <a:pt x="3581" y="6625"/>
                  </a:lnTo>
                  <a:lnTo>
                    <a:pt x="3800" y="6650"/>
                  </a:lnTo>
                  <a:lnTo>
                    <a:pt x="3995" y="6650"/>
                  </a:lnTo>
                  <a:lnTo>
                    <a:pt x="4482" y="7697"/>
                  </a:lnTo>
                  <a:lnTo>
                    <a:pt x="4482" y="7697"/>
                  </a:lnTo>
                  <a:lnTo>
                    <a:pt x="4531" y="7770"/>
                  </a:lnTo>
                  <a:lnTo>
                    <a:pt x="4579" y="7819"/>
                  </a:lnTo>
                  <a:lnTo>
                    <a:pt x="4701" y="7892"/>
                  </a:lnTo>
                  <a:lnTo>
                    <a:pt x="4847" y="7941"/>
                  </a:lnTo>
                  <a:lnTo>
                    <a:pt x="4920" y="7941"/>
                  </a:lnTo>
                  <a:lnTo>
                    <a:pt x="4993" y="7916"/>
                  </a:lnTo>
                  <a:lnTo>
                    <a:pt x="5529" y="7746"/>
                  </a:lnTo>
                  <a:lnTo>
                    <a:pt x="5529" y="7746"/>
                  </a:lnTo>
                  <a:lnTo>
                    <a:pt x="5602" y="7721"/>
                  </a:lnTo>
                  <a:lnTo>
                    <a:pt x="5651" y="7673"/>
                  </a:lnTo>
                  <a:lnTo>
                    <a:pt x="5748" y="7551"/>
                  </a:lnTo>
                  <a:lnTo>
                    <a:pt x="5821" y="7405"/>
                  </a:lnTo>
                  <a:lnTo>
                    <a:pt x="5821" y="7332"/>
                  </a:lnTo>
                  <a:lnTo>
                    <a:pt x="5821" y="7259"/>
                  </a:lnTo>
                  <a:lnTo>
                    <a:pt x="5578" y="6114"/>
                  </a:lnTo>
                  <a:lnTo>
                    <a:pt x="5578" y="6114"/>
                  </a:lnTo>
                  <a:lnTo>
                    <a:pt x="5724" y="5992"/>
                  </a:lnTo>
                  <a:lnTo>
                    <a:pt x="5894" y="5846"/>
                  </a:lnTo>
                  <a:lnTo>
                    <a:pt x="6966" y="6260"/>
                  </a:lnTo>
                  <a:lnTo>
                    <a:pt x="6966" y="6260"/>
                  </a:lnTo>
                  <a:lnTo>
                    <a:pt x="7039" y="6260"/>
                  </a:lnTo>
                  <a:lnTo>
                    <a:pt x="7112" y="6285"/>
                  </a:lnTo>
                  <a:lnTo>
                    <a:pt x="7258" y="6236"/>
                  </a:lnTo>
                  <a:lnTo>
                    <a:pt x="7404" y="6163"/>
                  </a:lnTo>
                  <a:lnTo>
                    <a:pt x="7453" y="6114"/>
                  </a:lnTo>
                  <a:lnTo>
                    <a:pt x="7502" y="6041"/>
                  </a:lnTo>
                  <a:lnTo>
                    <a:pt x="7745" y="5530"/>
                  </a:lnTo>
                  <a:lnTo>
                    <a:pt x="7745" y="5530"/>
                  </a:lnTo>
                  <a:lnTo>
                    <a:pt x="7770" y="5481"/>
                  </a:lnTo>
                  <a:lnTo>
                    <a:pt x="7794" y="5383"/>
                  </a:lnTo>
                  <a:lnTo>
                    <a:pt x="7770" y="5237"/>
                  </a:lnTo>
                  <a:lnTo>
                    <a:pt x="7697" y="5115"/>
                  </a:lnTo>
                  <a:lnTo>
                    <a:pt x="7648" y="5042"/>
                  </a:lnTo>
                  <a:lnTo>
                    <a:pt x="7599" y="4994"/>
                  </a:lnTo>
                  <a:lnTo>
                    <a:pt x="6625" y="4360"/>
                  </a:lnTo>
                  <a:lnTo>
                    <a:pt x="6625" y="4360"/>
                  </a:lnTo>
                  <a:lnTo>
                    <a:pt x="6649" y="4166"/>
                  </a:lnTo>
                  <a:lnTo>
                    <a:pt x="6649" y="3946"/>
                  </a:lnTo>
                  <a:lnTo>
                    <a:pt x="7697" y="3459"/>
                  </a:lnTo>
                  <a:lnTo>
                    <a:pt x="7697" y="3459"/>
                  </a:lnTo>
                  <a:lnTo>
                    <a:pt x="7770" y="3435"/>
                  </a:lnTo>
                  <a:lnTo>
                    <a:pt x="7843" y="3386"/>
                  </a:lnTo>
                  <a:lnTo>
                    <a:pt x="7916" y="3240"/>
                  </a:lnTo>
                  <a:lnTo>
                    <a:pt x="7940" y="3094"/>
                  </a:lnTo>
                  <a:lnTo>
                    <a:pt x="7940" y="3021"/>
                  </a:lnTo>
                  <a:lnTo>
                    <a:pt x="7940" y="2948"/>
                  </a:lnTo>
                  <a:lnTo>
                    <a:pt x="7745" y="2412"/>
                  </a:lnTo>
                  <a:lnTo>
                    <a:pt x="7745" y="2412"/>
                  </a:lnTo>
                  <a:lnTo>
                    <a:pt x="7721" y="2339"/>
                  </a:lnTo>
                  <a:lnTo>
                    <a:pt x="7672" y="2290"/>
                  </a:lnTo>
                  <a:lnTo>
                    <a:pt x="7551" y="2193"/>
                  </a:lnTo>
                  <a:lnTo>
                    <a:pt x="7429" y="2144"/>
                  </a:lnTo>
                  <a:lnTo>
                    <a:pt x="7356" y="2144"/>
                  </a:lnTo>
                  <a:lnTo>
                    <a:pt x="7258" y="2144"/>
                  </a:lnTo>
                  <a:lnTo>
                    <a:pt x="7258" y="2144"/>
                  </a:lnTo>
                  <a:close/>
                  <a:moveTo>
                    <a:pt x="5480" y="4726"/>
                  </a:moveTo>
                  <a:lnTo>
                    <a:pt x="5480" y="4726"/>
                  </a:lnTo>
                  <a:lnTo>
                    <a:pt x="5383" y="4872"/>
                  </a:lnTo>
                  <a:lnTo>
                    <a:pt x="5286" y="4994"/>
                  </a:lnTo>
                  <a:lnTo>
                    <a:pt x="5188" y="5140"/>
                  </a:lnTo>
                  <a:lnTo>
                    <a:pt x="5066" y="5237"/>
                  </a:lnTo>
                  <a:lnTo>
                    <a:pt x="4945" y="5335"/>
                  </a:lnTo>
                  <a:lnTo>
                    <a:pt x="4798" y="5432"/>
                  </a:lnTo>
                  <a:lnTo>
                    <a:pt x="4652" y="5505"/>
                  </a:lnTo>
                  <a:lnTo>
                    <a:pt x="4506" y="5554"/>
                  </a:lnTo>
                  <a:lnTo>
                    <a:pt x="4360" y="5603"/>
                  </a:lnTo>
                  <a:lnTo>
                    <a:pt x="4190" y="5627"/>
                  </a:lnTo>
                  <a:lnTo>
                    <a:pt x="4043" y="5651"/>
                  </a:lnTo>
                  <a:lnTo>
                    <a:pt x="3873" y="5627"/>
                  </a:lnTo>
                  <a:lnTo>
                    <a:pt x="3702" y="5627"/>
                  </a:lnTo>
                  <a:lnTo>
                    <a:pt x="3556" y="5578"/>
                  </a:lnTo>
                  <a:lnTo>
                    <a:pt x="3386" y="5530"/>
                  </a:lnTo>
                  <a:lnTo>
                    <a:pt x="3240" y="5456"/>
                  </a:lnTo>
                  <a:lnTo>
                    <a:pt x="3240" y="5456"/>
                  </a:lnTo>
                  <a:lnTo>
                    <a:pt x="3094" y="5383"/>
                  </a:lnTo>
                  <a:lnTo>
                    <a:pt x="2947" y="5286"/>
                  </a:lnTo>
                  <a:lnTo>
                    <a:pt x="2826" y="5164"/>
                  </a:lnTo>
                  <a:lnTo>
                    <a:pt x="2704" y="5067"/>
                  </a:lnTo>
                  <a:lnTo>
                    <a:pt x="2606" y="4921"/>
                  </a:lnTo>
                  <a:lnTo>
                    <a:pt x="2533" y="4799"/>
                  </a:lnTo>
                  <a:lnTo>
                    <a:pt x="2460" y="4653"/>
                  </a:lnTo>
                  <a:lnTo>
                    <a:pt x="2387" y="4507"/>
                  </a:lnTo>
                  <a:lnTo>
                    <a:pt x="2363" y="4336"/>
                  </a:lnTo>
                  <a:lnTo>
                    <a:pt x="2314" y="4190"/>
                  </a:lnTo>
                  <a:lnTo>
                    <a:pt x="2314" y="4020"/>
                  </a:lnTo>
                  <a:lnTo>
                    <a:pt x="2314" y="3873"/>
                  </a:lnTo>
                  <a:lnTo>
                    <a:pt x="2339" y="3703"/>
                  </a:lnTo>
                  <a:lnTo>
                    <a:pt x="2363" y="3532"/>
                  </a:lnTo>
                  <a:lnTo>
                    <a:pt x="2412" y="3386"/>
                  </a:lnTo>
                  <a:lnTo>
                    <a:pt x="2485" y="3216"/>
                  </a:lnTo>
                  <a:lnTo>
                    <a:pt x="2485" y="3216"/>
                  </a:lnTo>
                  <a:lnTo>
                    <a:pt x="2582" y="3070"/>
                  </a:lnTo>
                  <a:lnTo>
                    <a:pt x="2680" y="2948"/>
                  </a:lnTo>
                  <a:lnTo>
                    <a:pt x="2777" y="2802"/>
                  </a:lnTo>
                  <a:lnTo>
                    <a:pt x="2899" y="2704"/>
                  </a:lnTo>
                  <a:lnTo>
                    <a:pt x="3020" y="2607"/>
                  </a:lnTo>
                  <a:lnTo>
                    <a:pt x="3167" y="2509"/>
                  </a:lnTo>
                  <a:lnTo>
                    <a:pt x="3313" y="2436"/>
                  </a:lnTo>
                  <a:lnTo>
                    <a:pt x="3459" y="2388"/>
                  </a:lnTo>
                  <a:lnTo>
                    <a:pt x="3605" y="2339"/>
                  </a:lnTo>
                  <a:lnTo>
                    <a:pt x="3775" y="2315"/>
                  </a:lnTo>
                  <a:lnTo>
                    <a:pt x="3922" y="2290"/>
                  </a:lnTo>
                  <a:lnTo>
                    <a:pt x="4092" y="2315"/>
                  </a:lnTo>
                  <a:lnTo>
                    <a:pt x="4263" y="2315"/>
                  </a:lnTo>
                  <a:lnTo>
                    <a:pt x="4409" y="2363"/>
                  </a:lnTo>
                  <a:lnTo>
                    <a:pt x="4579" y="2412"/>
                  </a:lnTo>
                  <a:lnTo>
                    <a:pt x="4725" y="2485"/>
                  </a:lnTo>
                  <a:lnTo>
                    <a:pt x="4725" y="2485"/>
                  </a:lnTo>
                  <a:lnTo>
                    <a:pt x="4871" y="2558"/>
                  </a:lnTo>
                  <a:lnTo>
                    <a:pt x="5018" y="2656"/>
                  </a:lnTo>
                  <a:lnTo>
                    <a:pt x="5139" y="2777"/>
                  </a:lnTo>
                  <a:lnTo>
                    <a:pt x="5261" y="2875"/>
                  </a:lnTo>
                  <a:lnTo>
                    <a:pt x="5359" y="3021"/>
                  </a:lnTo>
                  <a:lnTo>
                    <a:pt x="5432" y="3143"/>
                  </a:lnTo>
                  <a:lnTo>
                    <a:pt x="5505" y="3289"/>
                  </a:lnTo>
                  <a:lnTo>
                    <a:pt x="5578" y="3435"/>
                  </a:lnTo>
                  <a:lnTo>
                    <a:pt x="5602" y="3605"/>
                  </a:lnTo>
                  <a:lnTo>
                    <a:pt x="5626" y="3752"/>
                  </a:lnTo>
                  <a:lnTo>
                    <a:pt x="5651" y="3922"/>
                  </a:lnTo>
                  <a:lnTo>
                    <a:pt x="5651" y="4068"/>
                  </a:lnTo>
                  <a:lnTo>
                    <a:pt x="5626" y="4239"/>
                  </a:lnTo>
                  <a:lnTo>
                    <a:pt x="5602" y="4409"/>
                  </a:lnTo>
                  <a:lnTo>
                    <a:pt x="5553" y="4555"/>
                  </a:lnTo>
                  <a:lnTo>
                    <a:pt x="5480" y="4726"/>
                  </a:lnTo>
                  <a:lnTo>
                    <a:pt x="5480" y="4726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81" name="Google Shape;381;p33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17</a:t>
            </a:fld>
            <a:endParaRPr/>
          </a:p>
        </p:txBody>
      </p:sp>
      <p:pic>
        <p:nvPicPr>
          <p:cNvPr id="1026" name="Picture 2" descr="GitHub Download for Free - 2023 Latest Version">
            <a:extLst>
              <a:ext uri="{FF2B5EF4-FFF2-40B4-BE49-F238E27FC236}">
                <a16:creationId xmlns:a16="http://schemas.microsoft.com/office/drawing/2014/main" id="{08FB41F5-BDB8-4705-BF6B-0102C4B9FB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36446" y="2426530"/>
            <a:ext cx="1469422" cy="826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Google Shape;207;p23">
            <a:extLst>
              <a:ext uri="{FF2B5EF4-FFF2-40B4-BE49-F238E27FC236}">
                <a16:creationId xmlns:a16="http://schemas.microsoft.com/office/drawing/2014/main" id="{D206D0F0-BF84-4861-935E-7B40B2F93573}"/>
              </a:ext>
            </a:extLst>
          </p:cNvPr>
          <p:cNvSpPr/>
          <p:nvPr/>
        </p:nvSpPr>
        <p:spPr>
          <a:xfrm>
            <a:off x="2974486" y="1412689"/>
            <a:ext cx="2399100" cy="2399100"/>
          </a:xfrm>
          <a:prstGeom prst="ellipse">
            <a:avLst/>
          </a:prstGeom>
          <a:solidFill>
            <a:srgbClr val="FFCD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dirty="0">
                <a:latin typeface="Quattrocento Sans"/>
                <a:ea typeface="Quattrocento Sans"/>
                <a:cs typeface="Quattrocento Sans"/>
                <a:sym typeface="Quattrocento Sans"/>
              </a:rPr>
              <a:t>Repository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800" b="1" dirty="0">
                <a:latin typeface="Quattrocento Sans"/>
                <a:ea typeface="Quattrocento Sans"/>
                <a:cs typeface="Quattrocento Sans"/>
                <a:sym typeface="Quattrocento Sans"/>
              </a:rPr>
              <a:t>저장소</a:t>
            </a:r>
            <a:endParaRPr lang="en-US" altLang="ko-KR" sz="1800" b="1" dirty="0"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sz="1800" dirty="0"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800" dirty="0">
                <a:latin typeface="Quattrocento Sans"/>
                <a:ea typeface="Quattrocento Sans"/>
                <a:cs typeface="Quattrocento Sans"/>
                <a:sym typeface="Quattrocento Sans"/>
              </a:rPr>
              <a:t>로컬</a:t>
            </a:r>
            <a:r>
              <a:rPr lang="en-US" altLang="ko-KR" sz="1800" dirty="0">
                <a:latin typeface="Quattrocento Sans"/>
                <a:ea typeface="Quattrocento Sans"/>
                <a:cs typeface="Quattrocento Sans"/>
                <a:sym typeface="Quattrocento Sans"/>
              </a:rPr>
              <a:t>/</a:t>
            </a:r>
            <a:r>
              <a:rPr lang="ko-KR" altLang="en-US" sz="1800" dirty="0">
                <a:latin typeface="Quattrocento Sans"/>
                <a:ea typeface="Quattrocento Sans"/>
                <a:cs typeface="Quattrocento Sans"/>
                <a:sym typeface="Quattrocento Sans"/>
              </a:rPr>
              <a:t>원격</a:t>
            </a:r>
            <a:endParaRPr sz="1800" dirty="0"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pic>
        <p:nvPicPr>
          <p:cNvPr id="1028" name="Picture 4" descr="Press and Logos | GitLab">
            <a:extLst>
              <a:ext uri="{FF2B5EF4-FFF2-40B4-BE49-F238E27FC236}">
                <a16:creationId xmlns:a16="http://schemas.microsoft.com/office/drawing/2014/main" id="{34ACE0EE-86F3-4358-9DA6-328426144E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20988" y="2423274"/>
            <a:ext cx="2152598" cy="826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Bitbucket, original, wordmark, logo Icon in Devicon">
            <a:extLst>
              <a:ext uri="{FF2B5EF4-FFF2-40B4-BE49-F238E27FC236}">
                <a16:creationId xmlns:a16="http://schemas.microsoft.com/office/drawing/2014/main" id="{BAB7DF37-DA55-4719-B941-BC60118F04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02849" y="2413294"/>
            <a:ext cx="836529" cy="8365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378018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10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0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10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10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10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10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10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10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6" grpId="1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33"/>
          <p:cNvSpPr txBox="1">
            <a:spLocks noGrp="1"/>
          </p:cNvSpPr>
          <p:nvPr>
            <p:ph type="title"/>
          </p:nvPr>
        </p:nvSpPr>
        <p:spPr>
          <a:xfrm>
            <a:off x="1381250" y="896112"/>
            <a:ext cx="38784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백업</a:t>
            </a:r>
            <a:r>
              <a:rPr lang="en-US" altLang="ko-KR" dirty="0"/>
              <a:t>&amp;</a:t>
            </a:r>
            <a:r>
              <a:rPr lang="ko-KR" altLang="en-US" dirty="0"/>
              <a:t>협업</a:t>
            </a:r>
            <a:endParaRPr dirty="0"/>
          </a:p>
        </p:txBody>
      </p:sp>
      <p:grpSp>
        <p:nvGrpSpPr>
          <p:cNvPr id="378" name="Google Shape;378;p33"/>
          <p:cNvGrpSpPr/>
          <p:nvPr/>
        </p:nvGrpSpPr>
        <p:grpSpPr>
          <a:xfrm>
            <a:off x="889984" y="1007708"/>
            <a:ext cx="270226" cy="238344"/>
            <a:chOff x="5247525" y="3007275"/>
            <a:chExt cx="517575" cy="456510"/>
          </a:xfrm>
        </p:grpSpPr>
        <p:sp>
          <p:nvSpPr>
            <p:cNvPr id="379" name="Google Shape;379;p33"/>
            <p:cNvSpPr/>
            <p:nvPr/>
          </p:nvSpPr>
          <p:spPr>
            <a:xfrm>
              <a:off x="5247525" y="3007275"/>
              <a:ext cx="348900" cy="348900"/>
            </a:xfrm>
            <a:custGeom>
              <a:avLst/>
              <a:gdLst/>
              <a:ahLst/>
              <a:cxnLst/>
              <a:rect l="l" t="t" r="r" b="b"/>
              <a:pathLst>
                <a:path w="13956" h="13956" fill="none" extrusionOk="0">
                  <a:moveTo>
                    <a:pt x="13323" y="5772"/>
                  </a:moveTo>
                  <a:lnTo>
                    <a:pt x="11861" y="5626"/>
                  </a:lnTo>
                  <a:lnTo>
                    <a:pt x="11861" y="5626"/>
                  </a:lnTo>
                  <a:lnTo>
                    <a:pt x="11788" y="5334"/>
                  </a:lnTo>
                  <a:lnTo>
                    <a:pt x="11667" y="5042"/>
                  </a:lnTo>
                  <a:lnTo>
                    <a:pt x="11545" y="4750"/>
                  </a:lnTo>
                  <a:lnTo>
                    <a:pt x="11399" y="4482"/>
                  </a:lnTo>
                  <a:lnTo>
                    <a:pt x="12300" y="3337"/>
                  </a:lnTo>
                  <a:lnTo>
                    <a:pt x="12300" y="3337"/>
                  </a:lnTo>
                  <a:lnTo>
                    <a:pt x="12373" y="3240"/>
                  </a:lnTo>
                  <a:lnTo>
                    <a:pt x="12422" y="3118"/>
                  </a:lnTo>
                  <a:lnTo>
                    <a:pt x="12446" y="2996"/>
                  </a:lnTo>
                  <a:lnTo>
                    <a:pt x="12446" y="2850"/>
                  </a:lnTo>
                  <a:lnTo>
                    <a:pt x="12422" y="2728"/>
                  </a:lnTo>
                  <a:lnTo>
                    <a:pt x="12397" y="2606"/>
                  </a:lnTo>
                  <a:lnTo>
                    <a:pt x="12324" y="2485"/>
                  </a:lnTo>
                  <a:lnTo>
                    <a:pt x="12251" y="2387"/>
                  </a:lnTo>
                  <a:lnTo>
                    <a:pt x="11569" y="1705"/>
                  </a:lnTo>
                  <a:lnTo>
                    <a:pt x="11569" y="1705"/>
                  </a:lnTo>
                  <a:lnTo>
                    <a:pt x="11472" y="1632"/>
                  </a:lnTo>
                  <a:lnTo>
                    <a:pt x="11350" y="1559"/>
                  </a:lnTo>
                  <a:lnTo>
                    <a:pt x="11228" y="1510"/>
                  </a:lnTo>
                  <a:lnTo>
                    <a:pt x="11106" y="1510"/>
                  </a:lnTo>
                  <a:lnTo>
                    <a:pt x="10960" y="1510"/>
                  </a:lnTo>
                  <a:lnTo>
                    <a:pt x="10838" y="1535"/>
                  </a:lnTo>
                  <a:lnTo>
                    <a:pt x="10717" y="1583"/>
                  </a:lnTo>
                  <a:lnTo>
                    <a:pt x="10619" y="1656"/>
                  </a:lnTo>
                  <a:lnTo>
                    <a:pt x="9475" y="2558"/>
                  </a:lnTo>
                  <a:lnTo>
                    <a:pt x="9475" y="2558"/>
                  </a:lnTo>
                  <a:lnTo>
                    <a:pt x="9207" y="2411"/>
                  </a:lnTo>
                  <a:lnTo>
                    <a:pt x="8914" y="2290"/>
                  </a:lnTo>
                  <a:lnTo>
                    <a:pt x="8622" y="2168"/>
                  </a:lnTo>
                  <a:lnTo>
                    <a:pt x="8330" y="2070"/>
                  </a:lnTo>
                  <a:lnTo>
                    <a:pt x="8159" y="634"/>
                  </a:lnTo>
                  <a:lnTo>
                    <a:pt x="8159" y="634"/>
                  </a:lnTo>
                  <a:lnTo>
                    <a:pt x="8135" y="512"/>
                  </a:lnTo>
                  <a:lnTo>
                    <a:pt x="8086" y="390"/>
                  </a:lnTo>
                  <a:lnTo>
                    <a:pt x="8013" y="293"/>
                  </a:lnTo>
                  <a:lnTo>
                    <a:pt x="7940" y="195"/>
                  </a:lnTo>
                  <a:lnTo>
                    <a:pt x="7818" y="122"/>
                  </a:lnTo>
                  <a:lnTo>
                    <a:pt x="7721" y="49"/>
                  </a:lnTo>
                  <a:lnTo>
                    <a:pt x="7575" y="25"/>
                  </a:lnTo>
                  <a:lnTo>
                    <a:pt x="7453" y="0"/>
                  </a:lnTo>
                  <a:lnTo>
                    <a:pt x="6479" y="0"/>
                  </a:lnTo>
                  <a:lnTo>
                    <a:pt x="6479" y="0"/>
                  </a:lnTo>
                  <a:lnTo>
                    <a:pt x="6357" y="25"/>
                  </a:lnTo>
                  <a:lnTo>
                    <a:pt x="6235" y="49"/>
                  </a:lnTo>
                  <a:lnTo>
                    <a:pt x="6114" y="122"/>
                  </a:lnTo>
                  <a:lnTo>
                    <a:pt x="6016" y="195"/>
                  </a:lnTo>
                  <a:lnTo>
                    <a:pt x="5919" y="293"/>
                  </a:lnTo>
                  <a:lnTo>
                    <a:pt x="5846" y="390"/>
                  </a:lnTo>
                  <a:lnTo>
                    <a:pt x="5797" y="512"/>
                  </a:lnTo>
                  <a:lnTo>
                    <a:pt x="5773" y="634"/>
                  </a:lnTo>
                  <a:lnTo>
                    <a:pt x="5602" y="2070"/>
                  </a:lnTo>
                  <a:lnTo>
                    <a:pt x="5602" y="2070"/>
                  </a:lnTo>
                  <a:lnTo>
                    <a:pt x="5310" y="2168"/>
                  </a:lnTo>
                  <a:lnTo>
                    <a:pt x="5018" y="2290"/>
                  </a:lnTo>
                  <a:lnTo>
                    <a:pt x="4750" y="2411"/>
                  </a:lnTo>
                  <a:lnTo>
                    <a:pt x="4482" y="2558"/>
                  </a:lnTo>
                  <a:lnTo>
                    <a:pt x="3337" y="1656"/>
                  </a:lnTo>
                  <a:lnTo>
                    <a:pt x="3337" y="1656"/>
                  </a:lnTo>
                  <a:lnTo>
                    <a:pt x="3215" y="1583"/>
                  </a:lnTo>
                  <a:lnTo>
                    <a:pt x="3094" y="1535"/>
                  </a:lnTo>
                  <a:lnTo>
                    <a:pt x="2972" y="1510"/>
                  </a:lnTo>
                  <a:lnTo>
                    <a:pt x="2850" y="1510"/>
                  </a:lnTo>
                  <a:lnTo>
                    <a:pt x="2728" y="1510"/>
                  </a:lnTo>
                  <a:lnTo>
                    <a:pt x="2582" y="1559"/>
                  </a:lnTo>
                  <a:lnTo>
                    <a:pt x="2485" y="1632"/>
                  </a:lnTo>
                  <a:lnTo>
                    <a:pt x="2387" y="1705"/>
                  </a:lnTo>
                  <a:lnTo>
                    <a:pt x="1705" y="2387"/>
                  </a:lnTo>
                  <a:lnTo>
                    <a:pt x="1705" y="2387"/>
                  </a:lnTo>
                  <a:lnTo>
                    <a:pt x="1608" y="2485"/>
                  </a:lnTo>
                  <a:lnTo>
                    <a:pt x="1559" y="2606"/>
                  </a:lnTo>
                  <a:lnTo>
                    <a:pt x="1511" y="2728"/>
                  </a:lnTo>
                  <a:lnTo>
                    <a:pt x="1486" y="2850"/>
                  </a:lnTo>
                  <a:lnTo>
                    <a:pt x="1486" y="2996"/>
                  </a:lnTo>
                  <a:lnTo>
                    <a:pt x="1511" y="3118"/>
                  </a:lnTo>
                  <a:lnTo>
                    <a:pt x="1559" y="3240"/>
                  </a:lnTo>
                  <a:lnTo>
                    <a:pt x="1632" y="3337"/>
                  </a:lnTo>
                  <a:lnTo>
                    <a:pt x="2533" y="4482"/>
                  </a:lnTo>
                  <a:lnTo>
                    <a:pt x="2533" y="4482"/>
                  </a:lnTo>
                  <a:lnTo>
                    <a:pt x="2387" y="4750"/>
                  </a:lnTo>
                  <a:lnTo>
                    <a:pt x="2266" y="5042"/>
                  </a:lnTo>
                  <a:lnTo>
                    <a:pt x="2168" y="5334"/>
                  </a:lnTo>
                  <a:lnTo>
                    <a:pt x="2071" y="5626"/>
                  </a:lnTo>
                  <a:lnTo>
                    <a:pt x="634" y="5772"/>
                  </a:lnTo>
                  <a:lnTo>
                    <a:pt x="634" y="5772"/>
                  </a:lnTo>
                  <a:lnTo>
                    <a:pt x="512" y="5821"/>
                  </a:lnTo>
                  <a:lnTo>
                    <a:pt x="390" y="5870"/>
                  </a:lnTo>
                  <a:lnTo>
                    <a:pt x="268" y="5943"/>
                  </a:lnTo>
                  <a:lnTo>
                    <a:pt x="171" y="6016"/>
                  </a:lnTo>
                  <a:lnTo>
                    <a:pt x="98" y="6138"/>
                  </a:lnTo>
                  <a:lnTo>
                    <a:pt x="49" y="6235"/>
                  </a:lnTo>
                  <a:lnTo>
                    <a:pt x="1" y="6381"/>
                  </a:lnTo>
                  <a:lnTo>
                    <a:pt x="1" y="6503"/>
                  </a:lnTo>
                  <a:lnTo>
                    <a:pt x="1" y="7453"/>
                  </a:lnTo>
                  <a:lnTo>
                    <a:pt x="1" y="7453"/>
                  </a:lnTo>
                  <a:lnTo>
                    <a:pt x="1" y="7599"/>
                  </a:lnTo>
                  <a:lnTo>
                    <a:pt x="49" y="7721"/>
                  </a:lnTo>
                  <a:lnTo>
                    <a:pt x="98" y="7843"/>
                  </a:lnTo>
                  <a:lnTo>
                    <a:pt x="171" y="7940"/>
                  </a:lnTo>
                  <a:lnTo>
                    <a:pt x="268" y="8037"/>
                  </a:lnTo>
                  <a:lnTo>
                    <a:pt x="390" y="8111"/>
                  </a:lnTo>
                  <a:lnTo>
                    <a:pt x="512" y="8159"/>
                  </a:lnTo>
                  <a:lnTo>
                    <a:pt x="634" y="8184"/>
                  </a:lnTo>
                  <a:lnTo>
                    <a:pt x="2071" y="8354"/>
                  </a:lnTo>
                  <a:lnTo>
                    <a:pt x="2071" y="8354"/>
                  </a:lnTo>
                  <a:lnTo>
                    <a:pt x="2168" y="8646"/>
                  </a:lnTo>
                  <a:lnTo>
                    <a:pt x="2266" y="8914"/>
                  </a:lnTo>
                  <a:lnTo>
                    <a:pt x="2387" y="9206"/>
                  </a:lnTo>
                  <a:lnTo>
                    <a:pt x="2533" y="9474"/>
                  </a:lnTo>
                  <a:lnTo>
                    <a:pt x="1632" y="10619"/>
                  </a:lnTo>
                  <a:lnTo>
                    <a:pt x="1632" y="10619"/>
                  </a:lnTo>
                  <a:lnTo>
                    <a:pt x="1559" y="10741"/>
                  </a:lnTo>
                  <a:lnTo>
                    <a:pt x="1511" y="10863"/>
                  </a:lnTo>
                  <a:lnTo>
                    <a:pt x="1486" y="10984"/>
                  </a:lnTo>
                  <a:lnTo>
                    <a:pt x="1486" y="11106"/>
                  </a:lnTo>
                  <a:lnTo>
                    <a:pt x="1511" y="11228"/>
                  </a:lnTo>
                  <a:lnTo>
                    <a:pt x="1559" y="11350"/>
                  </a:lnTo>
                  <a:lnTo>
                    <a:pt x="1608" y="11472"/>
                  </a:lnTo>
                  <a:lnTo>
                    <a:pt x="1705" y="11569"/>
                  </a:lnTo>
                  <a:lnTo>
                    <a:pt x="2387" y="12251"/>
                  </a:lnTo>
                  <a:lnTo>
                    <a:pt x="2387" y="12251"/>
                  </a:lnTo>
                  <a:lnTo>
                    <a:pt x="2485" y="12348"/>
                  </a:lnTo>
                  <a:lnTo>
                    <a:pt x="2582" y="12397"/>
                  </a:lnTo>
                  <a:lnTo>
                    <a:pt x="2728" y="12446"/>
                  </a:lnTo>
                  <a:lnTo>
                    <a:pt x="2850" y="12470"/>
                  </a:lnTo>
                  <a:lnTo>
                    <a:pt x="2972" y="12470"/>
                  </a:lnTo>
                  <a:lnTo>
                    <a:pt x="3094" y="12421"/>
                  </a:lnTo>
                  <a:lnTo>
                    <a:pt x="3215" y="12373"/>
                  </a:lnTo>
                  <a:lnTo>
                    <a:pt x="3337" y="12324"/>
                  </a:lnTo>
                  <a:lnTo>
                    <a:pt x="4482" y="11423"/>
                  </a:lnTo>
                  <a:lnTo>
                    <a:pt x="4482" y="11423"/>
                  </a:lnTo>
                  <a:lnTo>
                    <a:pt x="4750" y="11545"/>
                  </a:lnTo>
                  <a:lnTo>
                    <a:pt x="5018" y="11691"/>
                  </a:lnTo>
                  <a:lnTo>
                    <a:pt x="5310" y="11788"/>
                  </a:lnTo>
                  <a:lnTo>
                    <a:pt x="5602" y="11886"/>
                  </a:lnTo>
                  <a:lnTo>
                    <a:pt x="5773" y="13322"/>
                  </a:lnTo>
                  <a:lnTo>
                    <a:pt x="5773" y="13322"/>
                  </a:lnTo>
                  <a:lnTo>
                    <a:pt x="5797" y="13444"/>
                  </a:lnTo>
                  <a:lnTo>
                    <a:pt x="5846" y="13566"/>
                  </a:lnTo>
                  <a:lnTo>
                    <a:pt x="5919" y="13688"/>
                  </a:lnTo>
                  <a:lnTo>
                    <a:pt x="6016" y="13785"/>
                  </a:lnTo>
                  <a:lnTo>
                    <a:pt x="6114" y="13858"/>
                  </a:lnTo>
                  <a:lnTo>
                    <a:pt x="6235" y="13907"/>
                  </a:lnTo>
                  <a:lnTo>
                    <a:pt x="6357" y="13956"/>
                  </a:lnTo>
                  <a:lnTo>
                    <a:pt x="6479" y="13956"/>
                  </a:lnTo>
                  <a:lnTo>
                    <a:pt x="7453" y="13956"/>
                  </a:lnTo>
                  <a:lnTo>
                    <a:pt x="7453" y="13956"/>
                  </a:lnTo>
                  <a:lnTo>
                    <a:pt x="7575" y="13956"/>
                  </a:lnTo>
                  <a:lnTo>
                    <a:pt x="7721" y="13907"/>
                  </a:lnTo>
                  <a:lnTo>
                    <a:pt x="7818" y="13858"/>
                  </a:lnTo>
                  <a:lnTo>
                    <a:pt x="7940" y="13785"/>
                  </a:lnTo>
                  <a:lnTo>
                    <a:pt x="8013" y="13688"/>
                  </a:lnTo>
                  <a:lnTo>
                    <a:pt x="8086" y="13566"/>
                  </a:lnTo>
                  <a:lnTo>
                    <a:pt x="8135" y="13444"/>
                  </a:lnTo>
                  <a:lnTo>
                    <a:pt x="8159" y="13322"/>
                  </a:lnTo>
                  <a:lnTo>
                    <a:pt x="8330" y="11886"/>
                  </a:lnTo>
                  <a:lnTo>
                    <a:pt x="8330" y="11886"/>
                  </a:lnTo>
                  <a:lnTo>
                    <a:pt x="8622" y="11788"/>
                  </a:lnTo>
                  <a:lnTo>
                    <a:pt x="8914" y="11691"/>
                  </a:lnTo>
                  <a:lnTo>
                    <a:pt x="9207" y="11545"/>
                  </a:lnTo>
                  <a:lnTo>
                    <a:pt x="9475" y="11423"/>
                  </a:lnTo>
                  <a:lnTo>
                    <a:pt x="10619" y="12324"/>
                  </a:lnTo>
                  <a:lnTo>
                    <a:pt x="10619" y="12324"/>
                  </a:lnTo>
                  <a:lnTo>
                    <a:pt x="10717" y="12373"/>
                  </a:lnTo>
                  <a:lnTo>
                    <a:pt x="10838" y="12421"/>
                  </a:lnTo>
                  <a:lnTo>
                    <a:pt x="10960" y="12470"/>
                  </a:lnTo>
                  <a:lnTo>
                    <a:pt x="11106" y="12470"/>
                  </a:lnTo>
                  <a:lnTo>
                    <a:pt x="11228" y="12446"/>
                  </a:lnTo>
                  <a:lnTo>
                    <a:pt x="11350" y="12397"/>
                  </a:lnTo>
                  <a:lnTo>
                    <a:pt x="11472" y="12348"/>
                  </a:lnTo>
                  <a:lnTo>
                    <a:pt x="11569" y="12251"/>
                  </a:lnTo>
                  <a:lnTo>
                    <a:pt x="12251" y="11569"/>
                  </a:lnTo>
                  <a:lnTo>
                    <a:pt x="12251" y="11569"/>
                  </a:lnTo>
                  <a:lnTo>
                    <a:pt x="12324" y="11472"/>
                  </a:lnTo>
                  <a:lnTo>
                    <a:pt x="12397" y="11350"/>
                  </a:lnTo>
                  <a:lnTo>
                    <a:pt x="12422" y="11228"/>
                  </a:lnTo>
                  <a:lnTo>
                    <a:pt x="12446" y="11106"/>
                  </a:lnTo>
                  <a:lnTo>
                    <a:pt x="12446" y="10984"/>
                  </a:lnTo>
                  <a:lnTo>
                    <a:pt x="12422" y="10863"/>
                  </a:lnTo>
                  <a:lnTo>
                    <a:pt x="12373" y="10741"/>
                  </a:lnTo>
                  <a:lnTo>
                    <a:pt x="12300" y="10619"/>
                  </a:lnTo>
                  <a:lnTo>
                    <a:pt x="11399" y="9474"/>
                  </a:lnTo>
                  <a:lnTo>
                    <a:pt x="11399" y="9474"/>
                  </a:lnTo>
                  <a:lnTo>
                    <a:pt x="11545" y="9206"/>
                  </a:lnTo>
                  <a:lnTo>
                    <a:pt x="11667" y="8914"/>
                  </a:lnTo>
                  <a:lnTo>
                    <a:pt x="11788" y="8646"/>
                  </a:lnTo>
                  <a:lnTo>
                    <a:pt x="11861" y="8354"/>
                  </a:lnTo>
                  <a:lnTo>
                    <a:pt x="13323" y="8184"/>
                  </a:lnTo>
                  <a:lnTo>
                    <a:pt x="13323" y="8184"/>
                  </a:lnTo>
                  <a:lnTo>
                    <a:pt x="13444" y="8159"/>
                  </a:lnTo>
                  <a:lnTo>
                    <a:pt x="13566" y="8111"/>
                  </a:lnTo>
                  <a:lnTo>
                    <a:pt x="13664" y="8037"/>
                  </a:lnTo>
                  <a:lnTo>
                    <a:pt x="13761" y="7940"/>
                  </a:lnTo>
                  <a:lnTo>
                    <a:pt x="13834" y="7843"/>
                  </a:lnTo>
                  <a:lnTo>
                    <a:pt x="13907" y="7721"/>
                  </a:lnTo>
                  <a:lnTo>
                    <a:pt x="13932" y="7599"/>
                  </a:lnTo>
                  <a:lnTo>
                    <a:pt x="13956" y="7453"/>
                  </a:lnTo>
                  <a:lnTo>
                    <a:pt x="13956" y="6503"/>
                  </a:lnTo>
                  <a:lnTo>
                    <a:pt x="13956" y="6503"/>
                  </a:lnTo>
                  <a:lnTo>
                    <a:pt x="13932" y="6381"/>
                  </a:lnTo>
                  <a:lnTo>
                    <a:pt x="13907" y="6235"/>
                  </a:lnTo>
                  <a:lnTo>
                    <a:pt x="13834" y="6138"/>
                  </a:lnTo>
                  <a:lnTo>
                    <a:pt x="13761" y="6016"/>
                  </a:lnTo>
                  <a:lnTo>
                    <a:pt x="13664" y="5943"/>
                  </a:lnTo>
                  <a:lnTo>
                    <a:pt x="13566" y="5870"/>
                  </a:lnTo>
                  <a:lnTo>
                    <a:pt x="13444" y="5821"/>
                  </a:lnTo>
                  <a:lnTo>
                    <a:pt x="13323" y="5772"/>
                  </a:lnTo>
                  <a:lnTo>
                    <a:pt x="13323" y="5772"/>
                  </a:lnTo>
                  <a:close/>
                  <a:moveTo>
                    <a:pt x="8573" y="8598"/>
                  </a:moveTo>
                  <a:lnTo>
                    <a:pt x="8573" y="8598"/>
                  </a:lnTo>
                  <a:lnTo>
                    <a:pt x="8403" y="8744"/>
                  </a:lnTo>
                  <a:lnTo>
                    <a:pt x="8232" y="8890"/>
                  </a:lnTo>
                  <a:lnTo>
                    <a:pt x="8038" y="8987"/>
                  </a:lnTo>
                  <a:lnTo>
                    <a:pt x="7818" y="9085"/>
                  </a:lnTo>
                  <a:lnTo>
                    <a:pt x="7624" y="9158"/>
                  </a:lnTo>
                  <a:lnTo>
                    <a:pt x="7404" y="9206"/>
                  </a:lnTo>
                  <a:lnTo>
                    <a:pt x="7185" y="9231"/>
                  </a:lnTo>
                  <a:lnTo>
                    <a:pt x="6966" y="9255"/>
                  </a:lnTo>
                  <a:lnTo>
                    <a:pt x="6747" y="9231"/>
                  </a:lnTo>
                  <a:lnTo>
                    <a:pt x="6528" y="9206"/>
                  </a:lnTo>
                  <a:lnTo>
                    <a:pt x="6333" y="9158"/>
                  </a:lnTo>
                  <a:lnTo>
                    <a:pt x="6114" y="9085"/>
                  </a:lnTo>
                  <a:lnTo>
                    <a:pt x="5919" y="8987"/>
                  </a:lnTo>
                  <a:lnTo>
                    <a:pt x="5724" y="8890"/>
                  </a:lnTo>
                  <a:lnTo>
                    <a:pt x="5529" y="8744"/>
                  </a:lnTo>
                  <a:lnTo>
                    <a:pt x="5359" y="8598"/>
                  </a:lnTo>
                  <a:lnTo>
                    <a:pt x="5359" y="8598"/>
                  </a:lnTo>
                  <a:lnTo>
                    <a:pt x="5212" y="8427"/>
                  </a:lnTo>
                  <a:lnTo>
                    <a:pt x="5066" y="8232"/>
                  </a:lnTo>
                  <a:lnTo>
                    <a:pt x="4969" y="8037"/>
                  </a:lnTo>
                  <a:lnTo>
                    <a:pt x="4871" y="7843"/>
                  </a:lnTo>
                  <a:lnTo>
                    <a:pt x="4798" y="7623"/>
                  </a:lnTo>
                  <a:lnTo>
                    <a:pt x="4750" y="7404"/>
                  </a:lnTo>
                  <a:lnTo>
                    <a:pt x="4701" y="7209"/>
                  </a:lnTo>
                  <a:lnTo>
                    <a:pt x="4701" y="6990"/>
                  </a:lnTo>
                  <a:lnTo>
                    <a:pt x="4701" y="6771"/>
                  </a:lnTo>
                  <a:lnTo>
                    <a:pt x="4750" y="6552"/>
                  </a:lnTo>
                  <a:lnTo>
                    <a:pt x="4798" y="6333"/>
                  </a:lnTo>
                  <a:lnTo>
                    <a:pt x="4871" y="6138"/>
                  </a:lnTo>
                  <a:lnTo>
                    <a:pt x="4969" y="5919"/>
                  </a:lnTo>
                  <a:lnTo>
                    <a:pt x="5066" y="5724"/>
                  </a:lnTo>
                  <a:lnTo>
                    <a:pt x="5212" y="5553"/>
                  </a:lnTo>
                  <a:lnTo>
                    <a:pt x="5359" y="5383"/>
                  </a:lnTo>
                  <a:lnTo>
                    <a:pt x="5359" y="5383"/>
                  </a:lnTo>
                  <a:lnTo>
                    <a:pt x="5529" y="5212"/>
                  </a:lnTo>
                  <a:lnTo>
                    <a:pt x="5724" y="5091"/>
                  </a:lnTo>
                  <a:lnTo>
                    <a:pt x="5919" y="4969"/>
                  </a:lnTo>
                  <a:lnTo>
                    <a:pt x="6114" y="4871"/>
                  </a:lnTo>
                  <a:lnTo>
                    <a:pt x="6333" y="4798"/>
                  </a:lnTo>
                  <a:lnTo>
                    <a:pt x="6528" y="4750"/>
                  </a:lnTo>
                  <a:lnTo>
                    <a:pt x="6747" y="4725"/>
                  </a:lnTo>
                  <a:lnTo>
                    <a:pt x="6966" y="4701"/>
                  </a:lnTo>
                  <a:lnTo>
                    <a:pt x="7185" y="4725"/>
                  </a:lnTo>
                  <a:lnTo>
                    <a:pt x="7404" y="4750"/>
                  </a:lnTo>
                  <a:lnTo>
                    <a:pt x="7624" y="4798"/>
                  </a:lnTo>
                  <a:lnTo>
                    <a:pt x="7818" y="4871"/>
                  </a:lnTo>
                  <a:lnTo>
                    <a:pt x="8038" y="4969"/>
                  </a:lnTo>
                  <a:lnTo>
                    <a:pt x="8232" y="5091"/>
                  </a:lnTo>
                  <a:lnTo>
                    <a:pt x="8403" y="5212"/>
                  </a:lnTo>
                  <a:lnTo>
                    <a:pt x="8573" y="5383"/>
                  </a:lnTo>
                  <a:lnTo>
                    <a:pt x="8573" y="5383"/>
                  </a:lnTo>
                  <a:lnTo>
                    <a:pt x="8744" y="5553"/>
                  </a:lnTo>
                  <a:lnTo>
                    <a:pt x="8866" y="5724"/>
                  </a:lnTo>
                  <a:lnTo>
                    <a:pt x="8987" y="5919"/>
                  </a:lnTo>
                  <a:lnTo>
                    <a:pt x="9085" y="6138"/>
                  </a:lnTo>
                  <a:lnTo>
                    <a:pt x="9158" y="6333"/>
                  </a:lnTo>
                  <a:lnTo>
                    <a:pt x="9207" y="6552"/>
                  </a:lnTo>
                  <a:lnTo>
                    <a:pt x="9231" y="6771"/>
                  </a:lnTo>
                  <a:lnTo>
                    <a:pt x="9231" y="6990"/>
                  </a:lnTo>
                  <a:lnTo>
                    <a:pt x="9231" y="7209"/>
                  </a:lnTo>
                  <a:lnTo>
                    <a:pt x="9207" y="7404"/>
                  </a:lnTo>
                  <a:lnTo>
                    <a:pt x="9158" y="7623"/>
                  </a:lnTo>
                  <a:lnTo>
                    <a:pt x="9085" y="7843"/>
                  </a:lnTo>
                  <a:lnTo>
                    <a:pt x="8987" y="8037"/>
                  </a:lnTo>
                  <a:lnTo>
                    <a:pt x="8866" y="8232"/>
                  </a:lnTo>
                  <a:lnTo>
                    <a:pt x="8744" y="8427"/>
                  </a:lnTo>
                  <a:lnTo>
                    <a:pt x="8573" y="8598"/>
                  </a:lnTo>
                  <a:lnTo>
                    <a:pt x="8573" y="8598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" name="Google Shape;380;p33"/>
            <p:cNvSpPr/>
            <p:nvPr/>
          </p:nvSpPr>
          <p:spPr>
            <a:xfrm>
              <a:off x="5566575" y="3265260"/>
              <a:ext cx="198525" cy="198525"/>
            </a:xfrm>
            <a:custGeom>
              <a:avLst/>
              <a:gdLst/>
              <a:ahLst/>
              <a:cxnLst/>
              <a:rect l="l" t="t" r="r" b="b"/>
              <a:pathLst>
                <a:path w="7941" h="7941" fill="none" extrusionOk="0">
                  <a:moveTo>
                    <a:pt x="7258" y="2144"/>
                  </a:moveTo>
                  <a:lnTo>
                    <a:pt x="6138" y="2388"/>
                  </a:lnTo>
                  <a:lnTo>
                    <a:pt x="6138" y="2388"/>
                  </a:lnTo>
                  <a:lnTo>
                    <a:pt x="6016" y="2217"/>
                  </a:lnTo>
                  <a:lnTo>
                    <a:pt x="5870" y="2071"/>
                  </a:lnTo>
                  <a:lnTo>
                    <a:pt x="6260" y="975"/>
                  </a:lnTo>
                  <a:lnTo>
                    <a:pt x="6260" y="975"/>
                  </a:lnTo>
                  <a:lnTo>
                    <a:pt x="6284" y="902"/>
                  </a:lnTo>
                  <a:lnTo>
                    <a:pt x="6284" y="829"/>
                  </a:lnTo>
                  <a:lnTo>
                    <a:pt x="6260" y="683"/>
                  </a:lnTo>
                  <a:lnTo>
                    <a:pt x="6162" y="561"/>
                  </a:lnTo>
                  <a:lnTo>
                    <a:pt x="6114" y="488"/>
                  </a:lnTo>
                  <a:lnTo>
                    <a:pt x="6065" y="464"/>
                  </a:lnTo>
                  <a:lnTo>
                    <a:pt x="5553" y="196"/>
                  </a:lnTo>
                  <a:lnTo>
                    <a:pt x="5553" y="196"/>
                  </a:lnTo>
                  <a:lnTo>
                    <a:pt x="5480" y="171"/>
                  </a:lnTo>
                  <a:lnTo>
                    <a:pt x="5407" y="171"/>
                  </a:lnTo>
                  <a:lnTo>
                    <a:pt x="5261" y="171"/>
                  </a:lnTo>
                  <a:lnTo>
                    <a:pt x="5115" y="244"/>
                  </a:lnTo>
                  <a:lnTo>
                    <a:pt x="5066" y="293"/>
                  </a:lnTo>
                  <a:lnTo>
                    <a:pt x="5018" y="342"/>
                  </a:lnTo>
                  <a:lnTo>
                    <a:pt x="4384" y="1316"/>
                  </a:lnTo>
                  <a:lnTo>
                    <a:pt x="4384" y="1316"/>
                  </a:lnTo>
                  <a:lnTo>
                    <a:pt x="4165" y="1292"/>
                  </a:lnTo>
                  <a:lnTo>
                    <a:pt x="3970" y="1292"/>
                  </a:lnTo>
                  <a:lnTo>
                    <a:pt x="3483" y="244"/>
                  </a:lnTo>
                  <a:lnTo>
                    <a:pt x="3483" y="244"/>
                  </a:lnTo>
                  <a:lnTo>
                    <a:pt x="3435" y="171"/>
                  </a:lnTo>
                  <a:lnTo>
                    <a:pt x="3386" y="123"/>
                  </a:lnTo>
                  <a:lnTo>
                    <a:pt x="3264" y="50"/>
                  </a:lnTo>
                  <a:lnTo>
                    <a:pt x="3118" y="1"/>
                  </a:lnTo>
                  <a:lnTo>
                    <a:pt x="3045" y="1"/>
                  </a:lnTo>
                  <a:lnTo>
                    <a:pt x="2972" y="25"/>
                  </a:lnTo>
                  <a:lnTo>
                    <a:pt x="2436" y="196"/>
                  </a:lnTo>
                  <a:lnTo>
                    <a:pt x="2436" y="196"/>
                  </a:lnTo>
                  <a:lnTo>
                    <a:pt x="2363" y="220"/>
                  </a:lnTo>
                  <a:lnTo>
                    <a:pt x="2290" y="269"/>
                  </a:lnTo>
                  <a:lnTo>
                    <a:pt x="2192" y="391"/>
                  </a:lnTo>
                  <a:lnTo>
                    <a:pt x="2144" y="537"/>
                  </a:lnTo>
                  <a:lnTo>
                    <a:pt x="2144" y="610"/>
                  </a:lnTo>
                  <a:lnTo>
                    <a:pt x="2144" y="683"/>
                  </a:lnTo>
                  <a:lnTo>
                    <a:pt x="2387" y="1828"/>
                  </a:lnTo>
                  <a:lnTo>
                    <a:pt x="2387" y="1828"/>
                  </a:lnTo>
                  <a:lnTo>
                    <a:pt x="2217" y="1949"/>
                  </a:lnTo>
                  <a:lnTo>
                    <a:pt x="2071" y="2095"/>
                  </a:lnTo>
                  <a:lnTo>
                    <a:pt x="999" y="1681"/>
                  </a:lnTo>
                  <a:lnTo>
                    <a:pt x="999" y="1681"/>
                  </a:lnTo>
                  <a:lnTo>
                    <a:pt x="926" y="1681"/>
                  </a:lnTo>
                  <a:lnTo>
                    <a:pt x="829" y="1657"/>
                  </a:lnTo>
                  <a:lnTo>
                    <a:pt x="682" y="1706"/>
                  </a:lnTo>
                  <a:lnTo>
                    <a:pt x="561" y="1779"/>
                  </a:lnTo>
                  <a:lnTo>
                    <a:pt x="512" y="1828"/>
                  </a:lnTo>
                  <a:lnTo>
                    <a:pt x="463" y="1901"/>
                  </a:lnTo>
                  <a:lnTo>
                    <a:pt x="220" y="2388"/>
                  </a:lnTo>
                  <a:lnTo>
                    <a:pt x="220" y="2388"/>
                  </a:lnTo>
                  <a:lnTo>
                    <a:pt x="195" y="2461"/>
                  </a:lnTo>
                  <a:lnTo>
                    <a:pt x="171" y="2534"/>
                  </a:lnTo>
                  <a:lnTo>
                    <a:pt x="195" y="2704"/>
                  </a:lnTo>
                  <a:lnTo>
                    <a:pt x="244" y="2826"/>
                  </a:lnTo>
                  <a:lnTo>
                    <a:pt x="293" y="2899"/>
                  </a:lnTo>
                  <a:lnTo>
                    <a:pt x="366" y="2948"/>
                  </a:lnTo>
                  <a:lnTo>
                    <a:pt x="1340" y="3581"/>
                  </a:lnTo>
                  <a:lnTo>
                    <a:pt x="1340" y="3581"/>
                  </a:lnTo>
                  <a:lnTo>
                    <a:pt x="1316" y="3776"/>
                  </a:lnTo>
                  <a:lnTo>
                    <a:pt x="1291" y="3995"/>
                  </a:lnTo>
                  <a:lnTo>
                    <a:pt x="244" y="4482"/>
                  </a:lnTo>
                  <a:lnTo>
                    <a:pt x="244" y="4482"/>
                  </a:lnTo>
                  <a:lnTo>
                    <a:pt x="195" y="4507"/>
                  </a:lnTo>
                  <a:lnTo>
                    <a:pt x="122" y="4555"/>
                  </a:lnTo>
                  <a:lnTo>
                    <a:pt x="49" y="4701"/>
                  </a:lnTo>
                  <a:lnTo>
                    <a:pt x="0" y="4848"/>
                  </a:lnTo>
                  <a:lnTo>
                    <a:pt x="25" y="4921"/>
                  </a:lnTo>
                  <a:lnTo>
                    <a:pt x="25" y="4994"/>
                  </a:lnTo>
                  <a:lnTo>
                    <a:pt x="220" y="5530"/>
                  </a:lnTo>
                  <a:lnTo>
                    <a:pt x="220" y="5530"/>
                  </a:lnTo>
                  <a:lnTo>
                    <a:pt x="244" y="5578"/>
                  </a:lnTo>
                  <a:lnTo>
                    <a:pt x="293" y="5651"/>
                  </a:lnTo>
                  <a:lnTo>
                    <a:pt x="390" y="5749"/>
                  </a:lnTo>
                  <a:lnTo>
                    <a:pt x="536" y="5797"/>
                  </a:lnTo>
                  <a:lnTo>
                    <a:pt x="609" y="5797"/>
                  </a:lnTo>
                  <a:lnTo>
                    <a:pt x="682" y="5797"/>
                  </a:lnTo>
                  <a:lnTo>
                    <a:pt x="1827" y="5554"/>
                  </a:lnTo>
                  <a:lnTo>
                    <a:pt x="1827" y="5554"/>
                  </a:lnTo>
                  <a:lnTo>
                    <a:pt x="1949" y="5724"/>
                  </a:lnTo>
                  <a:lnTo>
                    <a:pt x="2095" y="5870"/>
                  </a:lnTo>
                  <a:lnTo>
                    <a:pt x="1705" y="6966"/>
                  </a:lnTo>
                  <a:lnTo>
                    <a:pt x="1705" y="6966"/>
                  </a:lnTo>
                  <a:lnTo>
                    <a:pt x="1681" y="7040"/>
                  </a:lnTo>
                  <a:lnTo>
                    <a:pt x="1681" y="7113"/>
                  </a:lnTo>
                  <a:lnTo>
                    <a:pt x="1705" y="7259"/>
                  </a:lnTo>
                  <a:lnTo>
                    <a:pt x="1778" y="7380"/>
                  </a:lnTo>
                  <a:lnTo>
                    <a:pt x="1851" y="7429"/>
                  </a:lnTo>
                  <a:lnTo>
                    <a:pt x="1900" y="7478"/>
                  </a:lnTo>
                  <a:lnTo>
                    <a:pt x="2412" y="7721"/>
                  </a:lnTo>
                  <a:lnTo>
                    <a:pt x="2412" y="7721"/>
                  </a:lnTo>
                  <a:lnTo>
                    <a:pt x="2485" y="7770"/>
                  </a:lnTo>
                  <a:lnTo>
                    <a:pt x="2558" y="7770"/>
                  </a:lnTo>
                  <a:lnTo>
                    <a:pt x="2704" y="7770"/>
                  </a:lnTo>
                  <a:lnTo>
                    <a:pt x="2850" y="7697"/>
                  </a:lnTo>
                  <a:lnTo>
                    <a:pt x="2899" y="7648"/>
                  </a:lnTo>
                  <a:lnTo>
                    <a:pt x="2947" y="7600"/>
                  </a:lnTo>
                  <a:lnTo>
                    <a:pt x="3581" y="6625"/>
                  </a:lnTo>
                  <a:lnTo>
                    <a:pt x="3581" y="6625"/>
                  </a:lnTo>
                  <a:lnTo>
                    <a:pt x="3800" y="6650"/>
                  </a:lnTo>
                  <a:lnTo>
                    <a:pt x="3995" y="6650"/>
                  </a:lnTo>
                  <a:lnTo>
                    <a:pt x="4482" y="7697"/>
                  </a:lnTo>
                  <a:lnTo>
                    <a:pt x="4482" y="7697"/>
                  </a:lnTo>
                  <a:lnTo>
                    <a:pt x="4531" y="7770"/>
                  </a:lnTo>
                  <a:lnTo>
                    <a:pt x="4579" y="7819"/>
                  </a:lnTo>
                  <a:lnTo>
                    <a:pt x="4701" y="7892"/>
                  </a:lnTo>
                  <a:lnTo>
                    <a:pt x="4847" y="7941"/>
                  </a:lnTo>
                  <a:lnTo>
                    <a:pt x="4920" y="7941"/>
                  </a:lnTo>
                  <a:lnTo>
                    <a:pt x="4993" y="7916"/>
                  </a:lnTo>
                  <a:lnTo>
                    <a:pt x="5529" y="7746"/>
                  </a:lnTo>
                  <a:lnTo>
                    <a:pt x="5529" y="7746"/>
                  </a:lnTo>
                  <a:lnTo>
                    <a:pt x="5602" y="7721"/>
                  </a:lnTo>
                  <a:lnTo>
                    <a:pt x="5651" y="7673"/>
                  </a:lnTo>
                  <a:lnTo>
                    <a:pt x="5748" y="7551"/>
                  </a:lnTo>
                  <a:lnTo>
                    <a:pt x="5821" y="7405"/>
                  </a:lnTo>
                  <a:lnTo>
                    <a:pt x="5821" y="7332"/>
                  </a:lnTo>
                  <a:lnTo>
                    <a:pt x="5821" y="7259"/>
                  </a:lnTo>
                  <a:lnTo>
                    <a:pt x="5578" y="6114"/>
                  </a:lnTo>
                  <a:lnTo>
                    <a:pt x="5578" y="6114"/>
                  </a:lnTo>
                  <a:lnTo>
                    <a:pt x="5724" y="5992"/>
                  </a:lnTo>
                  <a:lnTo>
                    <a:pt x="5894" y="5846"/>
                  </a:lnTo>
                  <a:lnTo>
                    <a:pt x="6966" y="6260"/>
                  </a:lnTo>
                  <a:lnTo>
                    <a:pt x="6966" y="6260"/>
                  </a:lnTo>
                  <a:lnTo>
                    <a:pt x="7039" y="6260"/>
                  </a:lnTo>
                  <a:lnTo>
                    <a:pt x="7112" y="6285"/>
                  </a:lnTo>
                  <a:lnTo>
                    <a:pt x="7258" y="6236"/>
                  </a:lnTo>
                  <a:lnTo>
                    <a:pt x="7404" y="6163"/>
                  </a:lnTo>
                  <a:lnTo>
                    <a:pt x="7453" y="6114"/>
                  </a:lnTo>
                  <a:lnTo>
                    <a:pt x="7502" y="6041"/>
                  </a:lnTo>
                  <a:lnTo>
                    <a:pt x="7745" y="5530"/>
                  </a:lnTo>
                  <a:lnTo>
                    <a:pt x="7745" y="5530"/>
                  </a:lnTo>
                  <a:lnTo>
                    <a:pt x="7770" y="5481"/>
                  </a:lnTo>
                  <a:lnTo>
                    <a:pt x="7794" y="5383"/>
                  </a:lnTo>
                  <a:lnTo>
                    <a:pt x="7770" y="5237"/>
                  </a:lnTo>
                  <a:lnTo>
                    <a:pt x="7697" y="5115"/>
                  </a:lnTo>
                  <a:lnTo>
                    <a:pt x="7648" y="5042"/>
                  </a:lnTo>
                  <a:lnTo>
                    <a:pt x="7599" y="4994"/>
                  </a:lnTo>
                  <a:lnTo>
                    <a:pt x="6625" y="4360"/>
                  </a:lnTo>
                  <a:lnTo>
                    <a:pt x="6625" y="4360"/>
                  </a:lnTo>
                  <a:lnTo>
                    <a:pt x="6649" y="4166"/>
                  </a:lnTo>
                  <a:lnTo>
                    <a:pt x="6649" y="3946"/>
                  </a:lnTo>
                  <a:lnTo>
                    <a:pt x="7697" y="3459"/>
                  </a:lnTo>
                  <a:lnTo>
                    <a:pt x="7697" y="3459"/>
                  </a:lnTo>
                  <a:lnTo>
                    <a:pt x="7770" y="3435"/>
                  </a:lnTo>
                  <a:lnTo>
                    <a:pt x="7843" y="3386"/>
                  </a:lnTo>
                  <a:lnTo>
                    <a:pt x="7916" y="3240"/>
                  </a:lnTo>
                  <a:lnTo>
                    <a:pt x="7940" y="3094"/>
                  </a:lnTo>
                  <a:lnTo>
                    <a:pt x="7940" y="3021"/>
                  </a:lnTo>
                  <a:lnTo>
                    <a:pt x="7940" y="2948"/>
                  </a:lnTo>
                  <a:lnTo>
                    <a:pt x="7745" y="2412"/>
                  </a:lnTo>
                  <a:lnTo>
                    <a:pt x="7745" y="2412"/>
                  </a:lnTo>
                  <a:lnTo>
                    <a:pt x="7721" y="2339"/>
                  </a:lnTo>
                  <a:lnTo>
                    <a:pt x="7672" y="2290"/>
                  </a:lnTo>
                  <a:lnTo>
                    <a:pt x="7551" y="2193"/>
                  </a:lnTo>
                  <a:lnTo>
                    <a:pt x="7429" y="2144"/>
                  </a:lnTo>
                  <a:lnTo>
                    <a:pt x="7356" y="2144"/>
                  </a:lnTo>
                  <a:lnTo>
                    <a:pt x="7258" y="2144"/>
                  </a:lnTo>
                  <a:lnTo>
                    <a:pt x="7258" y="2144"/>
                  </a:lnTo>
                  <a:close/>
                  <a:moveTo>
                    <a:pt x="5480" y="4726"/>
                  </a:moveTo>
                  <a:lnTo>
                    <a:pt x="5480" y="4726"/>
                  </a:lnTo>
                  <a:lnTo>
                    <a:pt x="5383" y="4872"/>
                  </a:lnTo>
                  <a:lnTo>
                    <a:pt x="5286" y="4994"/>
                  </a:lnTo>
                  <a:lnTo>
                    <a:pt x="5188" y="5140"/>
                  </a:lnTo>
                  <a:lnTo>
                    <a:pt x="5066" y="5237"/>
                  </a:lnTo>
                  <a:lnTo>
                    <a:pt x="4945" y="5335"/>
                  </a:lnTo>
                  <a:lnTo>
                    <a:pt x="4798" y="5432"/>
                  </a:lnTo>
                  <a:lnTo>
                    <a:pt x="4652" y="5505"/>
                  </a:lnTo>
                  <a:lnTo>
                    <a:pt x="4506" y="5554"/>
                  </a:lnTo>
                  <a:lnTo>
                    <a:pt x="4360" y="5603"/>
                  </a:lnTo>
                  <a:lnTo>
                    <a:pt x="4190" y="5627"/>
                  </a:lnTo>
                  <a:lnTo>
                    <a:pt x="4043" y="5651"/>
                  </a:lnTo>
                  <a:lnTo>
                    <a:pt x="3873" y="5627"/>
                  </a:lnTo>
                  <a:lnTo>
                    <a:pt x="3702" y="5627"/>
                  </a:lnTo>
                  <a:lnTo>
                    <a:pt x="3556" y="5578"/>
                  </a:lnTo>
                  <a:lnTo>
                    <a:pt x="3386" y="5530"/>
                  </a:lnTo>
                  <a:lnTo>
                    <a:pt x="3240" y="5456"/>
                  </a:lnTo>
                  <a:lnTo>
                    <a:pt x="3240" y="5456"/>
                  </a:lnTo>
                  <a:lnTo>
                    <a:pt x="3094" y="5383"/>
                  </a:lnTo>
                  <a:lnTo>
                    <a:pt x="2947" y="5286"/>
                  </a:lnTo>
                  <a:lnTo>
                    <a:pt x="2826" y="5164"/>
                  </a:lnTo>
                  <a:lnTo>
                    <a:pt x="2704" y="5067"/>
                  </a:lnTo>
                  <a:lnTo>
                    <a:pt x="2606" y="4921"/>
                  </a:lnTo>
                  <a:lnTo>
                    <a:pt x="2533" y="4799"/>
                  </a:lnTo>
                  <a:lnTo>
                    <a:pt x="2460" y="4653"/>
                  </a:lnTo>
                  <a:lnTo>
                    <a:pt x="2387" y="4507"/>
                  </a:lnTo>
                  <a:lnTo>
                    <a:pt x="2363" y="4336"/>
                  </a:lnTo>
                  <a:lnTo>
                    <a:pt x="2314" y="4190"/>
                  </a:lnTo>
                  <a:lnTo>
                    <a:pt x="2314" y="4020"/>
                  </a:lnTo>
                  <a:lnTo>
                    <a:pt x="2314" y="3873"/>
                  </a:lnTo>
                  <a:lnTo>
                    <a:pt x="2339" y="3703"/>
                  </a:lnTo>
                  <a:lnTo>
                    <a:pt x="2363" y="3532"/>
                  </a:lnTo>
                  <a:lnTo>
                    <a:pt x="2412" y="3386"/>
                  </a:lnTo>
                  <a:lnTo>
                    <a:pt x="2485" y="3216"/>
                  </a:lnTo>
                  <a:lnTo>
                    <a:pt x="2485" y="3216"/>
                  </a:lnTo>
                  <a:lnTo>
                    <a:pt x="2582" y="3070"/>
                  </a:lnTo>
                  <a:lnTo>
                    <a:pt x="2680" y="2948"/>
                  </a:lnTo>
                  <a:lnTo>
                    <a:pt x="2777" y="2802"/>
                  </a:lnTo>
                  <a:lnTo>
                    <a:pt x="2899" y="2704"/>
                  </a:lnTo>
                  <a:lnTo>
                    <a:pt x="3020" y="2607"/>
                  </a:lnTo>
                  <a:lnTo>
                    <a:pt x="3167" y="2509"/>
                  </a:lnTo>
                  <a:lnTo>
                    <a:pt x="3313" y="2436"/>
                  </a:lnTo>
                  <a:lnTo>
                    <a:pt x="3459" y="2388"/>
                  </a:lnTo>
                  <a:lnTo>
                    <a:pt x="3605" y="2339"/>
                  </a:lnTo>
                  <a:lnTo>
                    <a:pt x="3775" y="2315"/>
                  </a:lnTo>
                  <a:lnTo>
                    <a:pt x="3922" y="2290"/>
                  </a:lnTo>
                  <a:lnTo>
                    <a:pt x="4092" y="2315"/>
                  </a:lnTo>
                  <a:lnTo>
                    <a:pt x="4263" y="2315"/>
                  </a:lnTo>
                  <a:lnTo>
                    <a:pt x="4409" y="2363"/>
                  </a:lnTo>
                  <a:lnTo>
                    <a:pt x="4579" y="2412"/>
                  </a:lnTo>
                  <a:lnTo>
                    <a:pt x="4725" y="2485"/>
                  </a:lnTo>
                  <a:lnTo>
                    <a:pt x="4725" y="2485"/>
                  </a:lnTo>
                  <a:lnTo>
                    <a:pt x="4871" y="2558"/>
                  </a:lnTo>
                  <a:lnTo>
                    <a:pt x="5018" y="2656"/>
                  </a:lnTo>
                  <a:lnTo>
                    <a:pt x="5139" y="2777"/>
                  </a:lnTo>
                  <a:lnTo>
                    <a:pt x="5261" y="2875"/>
                  </a:lnTo>
                  <a:lnTo>
                    <a:pt x="5359" y="3021"/>
                  </a:lnTo>
                  <a:lnTo>
                    <a:pt x="5432" y="3143"/>
                  </a:lnTo>
                  <a:lnTo>
                    <a:pt x="5505" y="3289"/>
                  </a:lnTo>
                  <a:lnTo>
                    <a:pt x="5578" y="3435"/>
                  </a:lnTo>
                  <a:lnTo>
                    <a:pt x="5602" y="3605"/>
                  </a:lnTo>
                  <a:lnTo>
                    <a:pt x="5626" y="3752"/>
                  </a:lnTo>
                  <a:lnTo>
                    <a:pt x="5651" y="3922"/>
                  </a:lnTo>
                  <a:lnTo>
                    <a:pt x="5651" y="4068"/>
                  </a:lnTo>
                  <a:lnTo>
                    <a:pt x="5626" y="4239"/>
                  </a:lnTo>
                  <a:lnTo>
                    <a:pt x="5602" y="4409"/>
                  </a:lnTo>
                  <a:lnTo>
                    <a:pt x="5553" y="4555"/>
                  </a:lnTo>
                  <a:lnTo>
                    <a:pt x="5480" y="4726"/>
                  </a:lnTo>
                  <a:lnTo>
                    <a:pt x="5480" y="4726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81" name="Google Shape;381;p33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18</a:t>
            </a:fld>
            <a:endParaRPr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3FA1803-C528-4BD7-B04C-BFA4ABE9DA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2145" y="1466406"/>
            <a:ext cx="6768849" cy="3179949"/>
          </a:xfrm>
          <a:prstGeom prst="rect">
            <a:avLst/>
          </a:prstGeom>
        </p:spPr>
      </p:pic>
      <p:sp>
        <p:nvSpPr>
          <p:cNvPr id="6" name="타원 5">
            <a:extLst>
              <a:ext uri="{FF2B5EF4-FFF2-40B4-BE49-F238E27FC236}">
                <a16:creationId xmlns:a16="http://schemas.microsoft.com/office/drawing/2014/main" id="{298E6A5A-F834-430F-812C-B30B417B78B5}"/>
              </a:ext>
            </a:extLst>
          </p:cNvPr>
          <p:cNvSpPr/>
          <p:nvPr/>
        </p:nvSpPr>
        <p:spPr>
          <a:xfrm>
            <a:off x="1687606" y="1896036"/>
            <a:ext cx="914400" cy="363070"/>
          </a:xfrm>
          <a:prstGeom prst="ellipse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6BA36D28-6EFC-43E2-8B35-4CB1FE7570FF}"/>
              </a:ext>
            </a:extLst>
          </p:cNvPr>
          <p:cNvSpPr/>
          <p:nvPr/>
        </p:nvSpPr>
        <p:spPr>
          <a:xfrm>
            <a:off x="3825689" y="2991972"/>
            <a:ext cx="1882588" cy="342900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9589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17"/>
          <p:cNvSpPr txBox="1">
            <a:spLocks noGrp="1"/>
          </p:cNvSpPr>
          <p:nvPr>
            <p:ph type="title"/>
          </p:nvPr>
        </p:nvSpPr>
        <p:spPr>
          <a:xfrm>
            <a:off x="1381250" y="896112"/>
            <a:ext cx="38784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그 외 좋은 점</a:t>
            </a:r>
            <a:endParaRPr dirty="0"/>
          </a:p>
        </p:txBody>
      </p:sp>
      <p:sp>
        <p:nvSpPr>
          <p:cNvPr id="125" name="Google Shape;125;p17"/>
          <p:cNvSpPr txBox="1">
            <a:spLocks noGrp="1"/>
          </p:cNvSpPr>
          <p:nvPr>
            <p:ph type="body" idx="1"/>
          </p:nvPr>
        </p:nvSpPr>
        <p:spPr>
          <a:xfrm>
            <a:off x="1381250" y="1616470"/>
            <a:ext cx="6809700" cy="311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1000" algn="l" rtl="0"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◉"/>
            </a:pPr>
            <a:r>
              <a:rPr lang="ko-KR" altLang="en-US" dirty="0"/>
              <a:t>다양한 분야</a:t>
            </a:r>
            <a:endParaRPr lang="en-US" altLang="ko-KR" dirty="0"/>
          </a:p>
          <a:p>
            <a:pPr marL="457200" lvl="0" indent="-381000" algn="l" rtl="0"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◉"/>
            </a:pPr>
            <a:r>
              <a:rPr lang="ko-KR" altLang="en-US" dirty="0"/>
              <a:t>나만의 포트폴리오</a:t>
            </a:r>
            <a:endParaRPr lang="en-US" altLang="ko-KR" dirty="0"/>
          </a:p>
          <a:p>
            <a:pPr marL="457200" lvl="0" indent="-381000" algn="l" rtl="0"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◉"/>
            </a:pPr>
            <a:r>
              <a:rPr lang="ko-KR" altLang="en-US" dirty="0"/>
              <a:t>커뮤니티</a:t>
            </a:r>
            <a:endParaRPr lang="en-US" altLang="ko-KR" dirty="0"/>
          </a:p>
          <a:p>
            <a:pPr marL="457200" lvl="0" indent="-381000" algn="l" rtl="0"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◉"/>
            </a:pPr>
            <a:r>
              <a:rPr lang="ko-KR" altLang="en-US" dirty="0"/>
              <a:t>개인성장</a:t>
            </a:r>
            <a:endParaRPr dirty="0"/>
          </a:p>
        </p:txBody>
      </p:sp>
      <p:grpSp>
        <p:nvGrpSpPr>
          <p:cNvPr id="126" name="Google Shape;126;p17"/>
          <p:cNvGrpSpPr/>
          <p:nvPr/>
        </p:nvGrpSpPr>
        <p:grpSpPr>
          <a:xfrm>
            <a:off x="916458" y="1019750"/>
            <a:ext cx="214625" cy="214625"/>
            <a:chOff x="2594050" y="1631825"/>
            <a:chExt cx="439625" cy="439625"/>
          </a:xfrm>
        </p:grpSpPr>
        <p:sp>
          <p:nvSpPr>
            <p:cNvPr id="127" name="Google Shape;127;p17"/>
            <p:cNvSpPr/>
            <p:nvPr/>
          </p:nvSpPr>
          <p:spPr>
            <a:xfrm>
              <a:off x="2594050" y="1883300"/>
              <a:ext cx="188175" cy="188150"/>
            </a:xfrm>
            <a:custGeom>
              <a:avLst/>
              <a:gdLst/>
              <a:ahLst/>
              <a:cxnLst/>
              <a:rect l="l" t="t" r="r" b="b"/>
              <a:pathLst>
                <a:path w="7527" h="7526" fill="none" extrusionOk="0">
                  <a:moveTo>
                    <a:pt x="5992" y="0"/>
                  </a:moveTo>
                  <a:lnTo>
                    <a:pt x="537" y="6430"/>
                  </a:lnTo>
                  <a:lnTo>
                    <a:pt x="1" y="7526"/>
                  </a:lnTo>
                  <a:lnTo>
                    <a:pt x="1097" y="6990"/>
                  </a:lnTo>
                  <a:lnTo>
                    <a:pt x="7526" y="1534"/>
                  </a:lnTo>
                  <a:lnTo>
                    <a:pt x="5992" y="0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" name="Google Shape;128;p17"/>
            <p:cNvSpPr/>
            <p:nvPr/>
          </p:nvSpPr>
          <p:spPr>
            <a:xfrm>
              <a:off x="2857700" y="1631825"/>
              <a:ext cx="175975" cy="176000"/>
            </a:xfrm>
            <a:custGeom>
              <a:avLst/>
              <a:gdLst/>
              <a:ahLst/>
              <a:cxnLst/>
              <a:rect l="l" t="t" r="r" b="b"/>
              <a:pathLst>
                <a:path w="7039" h="7040" fill="none" extrusionOk="0">
                  <a:moveTo>
                    <a:pt x="268" y="2704"/>
                  </a:moveTo>
                  <a:lnTo>
                    <a:pt x="4336" y="6771"/>
                  </a:lnTo>
                  <a:lnTo>
                    <a:pt x="4336" y="6771"/>
                  </a:lnTo>
                  <a:lnTo>
                    <a:pt x="4336" y="6771"/>
                  </a:lnTo>
                  <a:lnTo>
                    <a:pt x="4652" y="6917"/>
                  </a:lnTo>
                  <a:lnTo>
                    <a:pt x="4993" y="7015"/>
                  </a:lnTo>
                  <a:lnTo>
                    <a:pt x="5310" y="7039"/>
                  </a:lnTo>
                  <a:lnTo>
                    <a:pt x="5651" y="7039"/>
                  </a:lnTo>
                  <a:lnTo>
                    <a:pt x="5992" y="6966"/>
                  </a:lnTo>
                  <a:lnTo>
                    <a:pt x="6308" y="6844"/>
                  </a:lnTo>
                  <a:lnTo>
                    <a:pt x="6454" y="6747"/>
                  </a:lnTo>
                  <a:lnTo>
                    <a:pt x="6601" y="6674"/>
                  </a:lnTo>
                  <a:lnTo>
                    <a:pt x="6747" y="6552"/>
                  </a:lnTo>
                  <a:lnTo>
                    <a:pt x="6893" y="6430"/>
                  </a:lnTo>
                  <a:lnTo>
                    <a:pt x="6893" y="6430"/>
                  </a:lnTo>
                  <a:lnTo>
                    <a:pt x="6942" y="6357"/>
                  </a:lnTo>
                  <a:lnTo>
                    <a:pt x="7015" y="6260"/>
                  </a:lnTo>
                  <a:lnTo>
                    <a:pt x="7039" y="6138"/>
                  </a:lnTo>
                  <a:lnTo>
                    <a:pt x="7039" y="6041"/>
                  </a:lnTo>
                  <a:lnTo>
                    <a:pt x="7039" y="6041"/>
                  </a:lnTo>
                  <a:lnTo>
                    <a:pt x="7039" y="5943"/>
                  </a:lnTo>
                  <a:lnTo>
                    <a:pt x="7015" y="5846"/>
                  </a:lnTo>
                  <a:lnTo>
                    <a:pt x="6942" y="5748"/>
                  </a:lnTo>
                  <a:lnTo>
                    <a:pt x="6893" y="5651"/>
                  </a:lnTo>
                  <a:lnTo>
                    <a:pt x="1389" y="147"/>
                  </a:lnTo>
                  <a:lnTo>
                    <a:pt x="1389" y="147"/>
                  </a:lnTo>
                  <a:lnTo>
                    <a:pt x="1291" y="98"/>
                  </a:lnTo>
                  <a:lnTo>
                    <a:pt x="1194" y="25"/>
                  </a:lnTo>
                  <a:lnTo>
                    <a:pt x="1096" y="0"/>
                  </a:lnTo>
                  <a:lnTo>
                    <a:pt x="999" y="0"/>
                  </a:lnTo>
                  <a:lnTo>
                    <a:pt x="999" y="0"/>
                  </a:lnTo>
                  <a:lnTo>
                    <a:pt x="902" y="0"/>
                  </a:lnTo>
                  <a:lnTo>
                    <a:pt x="780" y="25"/>
                  </a:lnTo>
                  <a:lnTo>
                    <a:pt x="682" y="98"/>
                  </a:lnTo>
                  <a:lnTo>
                    <a:pt x="609" y="147"/>
                  </a:lnTo>
                  <a:lnTo>
                    <a:pt x="609" y="147"/>
                  </a:lnTo>
                  <a:lnTo>
                    <a:pt x="487" y="293"/>
                  </a:lnTo>
                  <a:lnTo>
                    <a:pt x="366" y="439"/>
                  </a:lnTo>
                  <a:lnTo>
                    <a:pt x="293" y="585"/>
                  </a:lnTo>
                  <a:lnTo>
                    <a:pt x="195" y="731"/>
                  </a:lnTo>
                  <a:lnTo>
                    <a:pt x="73" y="1048"/>
                  </a:lnTo>
                  <a:lnTo>
                    <a:pt x="0" y="1389"/>
                  </a:lnTo>
                  <a:lnTo>
                    <a:pt x="0" y="1730"/>
                  </a:lnTo>
                  <a:lnTo>
                    <a:pt x="25" y="2046"/>
                  </a:lnTo>
                  <a:lnTo>
                    <a:pt x="122" y="2387"/>
                  </a:lnTo>
                  <a:lnTo>
                    <a:pt x="268" y="2704"/>
                  </a:lnTo>
                  <a:lnTo>
                    <a:pt x="268" y="2704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" name="Google Shape;129;p17"/>
            <p:cNvSpPr/>
            <p:nvPr/>
          </p:nvSpPr>
          <p:spPr>
            <a:xfrm>
              <a:off x="2662850" y="1699400"/>
              <a:ext cx="303250" cy="303250"/>
            </a:xfrm>
            <a:custGeom>
              <a:avLst/>
              <a:gdLst/>
              <a:ahLst/>
              <a:cxnLst/>
              <a:rect l="l" t="t" r="r" b="b"/>
              <a:pathLst>
                <a:path w="12130" h="12130" fill="none" extrusionOk="0">
                  <a:moveTo>
                    <a:pt x="8038" y="1"/>
                  </a:moveTo>
                  <a:lnTo>
                    <a:pt x="4872" y="3191"/>
                  </a:lnTo>
                  <a:lnTo>
                    <a:pt x="4872" y="3191"/>
                  </a:lnTo>
                  <a:lnTo>
                    <a:pt x="4628" y="3094"/>
                  </a:lnTo>
                  <a:lnTo>
                    <a:pt x="4385" y="2997"/>
                  </a:lnTo>
                  <a:lnTo>
                    <a:pt x="4092" y="2899"/>
                  </a:lnTo>
                  <a:lnTo>
                    <a:pt x="3800" y="2850"/>
                  </a:lnTo>
                  <a:lnTo>
                    <a:pt x="3484" y="2777"/>
                  </a:lnTo>
                  <a:lnTo>
                    <a:pt x="3167" y="2729"/>
                  </a:lnTo>
                  <a:lnTo>
                    <a:pt x="2850" y="2704"/>
                  </a:lnTo>
                  <a:lnTo>
                    <a:pt x="2534" y="2704"/>
                  </a:lnTo>
                  <a:lnTo>
                    <a:pt x="2534" y="2704"/>
                  </a:lnTo>
                  <a:lnTo>
                    <a:pt x="2241" y="2704"/>
                  </a:lnTo>
                  <a:lnTo>
                    <a:pt x="1949" y="2729"/>
                  </a:lnTo>
                  <a:lnTo>
                    <a:pt x="1633" y="2777"/>
                  </a:lnTo>
                  <a:lnTo>
                    <a:pt x="1316" y="2850"/>
                  </a:lnTo>
                  <a:lnTo>
                    <a:pt x="999" y="2972"/>
                  </a:lnTo>
                  <a:lnTo>
                    <a:pt x="707" y="3094"/>
                  </a:lnTo>
                  <a:lnTo>
                    <a:pt x="415" y="3289"/>
                  </a:lnTo>
                  <a:lnTo>
                    <a:pt x="147" y="3508"/>
                  </a:lnTo>
                  <a:lnTo>
                    <a:pt x="147" y="3508"/>
                  </a:lnTo>
                  <a:lnTo>
                    <a:pt x="74" y="3581"/>
                  </a:lnTo>
                  <a:lnTo>
                    <a:pt x="25" y="3678"/>
                  </a:lnTo>
                  <a:lnTo>
                    <a:pt x="1" y="3776"/>
                  </a:lnTo>
                  <a:lnTo>
                    <a:pt x="1" y="3898"/>
                  </a:lnTo>
                  <a:lnTo>
                    <a:pt x="1" y="3898"/>
                  </a:lnTo>
                  <a:lnTo>
                    <a:pt x="1" y="3995"/>
                  </a:lnTo>
                  <a:lnTo>
                    <a:pt x="25" y="4093"/>
                  </a:lnTo>
                  <a:lnTo>
                    <a:pt x="74" y="4190"/>
                  </a:lnTo>
                  <a:lnTo>
                    <a:pt x="147" y="4287"/>
                  </a:lnTo>
                  <a:lnTo>
                    <a:pt x="7843" y="11984"/>
                  </a:lnTo>
                  <a:lnTo>
                    <a:pt x="7843" y="11984"/>
                  </a:lnTo>
                  <a:lnTo>
                    <a:pt x="7941" y="12057"/>
                  </a:lnTo>
                  <a:lnTo>
                    <a:pt x="8038" y="12105"/>
                  </a:lnTo>
                  <a:lnTo>
                    <a:pt x="8135" y="12130"/>
                  </a:lnTo>
                  <a:lnTo>
                    <a:pt x="8233" y="12130"/>
                  </a:lnTo>
                  <a:lnTo>
                    <a:pt x="8233" y="12130"/>
                  </a:lnTo>
                  <a:lnTo>
                    <a:pt x="8355" y="12130"/>
                  </a:lnTo>
                  <a:lnTo>
                    <a:pt x="8452" y="12105"/>
                  </a:lnTo>
                  <a:lnTo>
                    <a:pt x="8549" y="12057"/>
                  </a:lnTo>
                  <a:lnTo>
                    <a:pt x="8622" y="11984"/>
                  </a:lnTo>
                  <a:lnTo>
                    <a:pt x="8622" y="11984"/>
                  </a:lnTo>
                  <a:lnTo>
                    <a:pt x="8842" y="11716"/>
                  </a:lnTo>
                  <a:lnTo>
                    <a:pt x="9036" y="11423"/>
                  </a:lnTo>
                  <a:lnTo>
                    <a:pt x="9158" y="11131"/>
                  </a:lnTo>
                  <a:lnTo>
                    <a:pt x="9280" y="10814"/>
                  </a:lnTo>
                  <a:lnTo>
                    <a:pt x="9353" y="10498"/>
                  </a:lnTo>
                  <a:lnTo>
                    <a:pt x="9402" y="10181"/>
                  </a:lnTo>
                  <a:lnTo>
                    <a:pt x="9426" y="9889"/>
                  </a:lnTo>
                  <a:lnTo>
                    <a:pt x="9426" y="9597"/>
                  </a:lnTo>
                  <a:lnTo>
                    <a:pt x="9426" y="9597"/>
                  </a:lnTo>
                  <a:lnTo>
                    <a:pt x="9426" y="9280"/>
                  </a:lnTo>
                  <a:lnTo>
                    <a:pt x="9402" y="8964"/>
                  </a:lnTo>
                  <a:lnTo>
                    <a:pt x="9353" y="8647"/>
                  </a:lnTo>
                  <a:lnTo>
                    <a:pt x="9280" y="8330"/>
                  </a:lnTo>
                  <a:lnTo>
                    <a:pt x="9231" y="8038"/>
                  </a:lnTo>
                  <a:lnTo>
                    <a:pt x="9134" y="7746"/>
                  </a:lnTo>
                  <a:lnTo>
                    <a:pt x="9036" y="7502"/>
                  </a:lnTo>
                  <a:lnTo>
                    <a:pt x="8939" y="7259"/>
                  </a:lnTo>
                  <a:lnTo>
                    <a:pt x="12130" y="4093"/>
                  </a:lnTo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" name="Google Shape;130;p17"/>
            <p:cNvSpPr/>
            <p:nvPr/>
          </p:nvSpPr>
          <p:spPr>
            <a:xfrm>
              <a:off x="2814912" y="1754062"/>
              <a:ext cx="49950" cy="49950"/>
            </a:xfrm>
            <a:custGeom>
              <a:avLst/>
              <a:gdLst/>
              <a:ahLst/>
              <a:cxnLst/>
              <a:rect l="l" t="t" r="r" b="b"/>
              <a:pathLst>
                <a:path w="1998" h="1998" fill="none" extrusionOk="0">
                  <a:moveTo>
                    <a:pt x="1" y="1997"/>
                  </a:moveTo>
                  <a:lnTo>
                    <a:pt x="1998" y="0"/>
                  </a:lnTo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1" name="Google Shape;131;p17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9963707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5"/>
          <p:cNvSpPr txBox="1">
            <a:spLocks noGrp="1"/>
          </p:cNvSpPr>
          <p:nvPr>
            <p:ph type="ctrTitle"/>
          </p:nvPr>
        </p:nvSpPr>
        <p:spPr>
          <a:xfrm>
            <a:off x="2022225" y="1693523"/>
            <a:ext cx="3787800" cy="1159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Git </a:t>
            </a:r>
            <a:r>
              <a:rPr lang="ko-KR" altLang="en-US" dirty="0"/>
              <a:t>원리 </a:t>
            </a:r>
            <a:r>
              <a:rPr lang="en-US" altLang="ko-KR" dirty="0"/>
              <a:t>&amp; </a:t>
            </a:r>
            <a:r>
              <a:rPr lang="ko-KR" altLang="en-US" dirty="0"/>
              <a:t>사용방법</a:t>
            </a:r>
            <a:endParaRPr dirty="0"/>
          </a:p>
        </p:txBody>
      </p:sp>
      <p:sp>
        <p:nvSpPr>
          <p:cNvPr id="112" name="Google Shape;112;p15"/>
          <p:cNvSpPr txBox="1"/>
          <p:nvPr/>
        </p:nvSpPr>
        <p:spPr>
          <a:xfrm>
            <a:off x="1133975" y="2291150"/>
            <a:ext cx="543900" cy="56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rPr>
              <a:t>3</a:t>
            </a:r>
            <a:endParaRPr sz="2400" dirty="0">
              <a:latin typeface="Lora"/>
              <a:ea typeface="Lora"/>
              <a:cs typeface="Lora"/>
              <a:sym typeface="Lora"/>
            </a:endParaRPr>
          </a:p>
        </p:txBody>
      </p:sp>
      <p:sp>
        <p:nvSpPr>
          <p:cNvPr id="113" name="Google Shape;113;p15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15008861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34"/>
          <p:cNvSpPr txBox="1">
            <a:spLocks noGrp="1"/>
          </p:cNvSpPr>
          <p:nvPr>
            <p:ph type="title"/>
          </p:nvPr>
        </p:nvSpPr>
        <p:spPr>
          <a:xfrm>
            <a:off x="1381250" y="896112"/>
            <a:ext cx="38784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Git </a:t>
            </a:r>
            <a:r>
              <a:rPr lang="ko-KR" altLang="en-US" dirty="0"/>
              <a:t>원리 </a:t>
            </a:r>
            <a:r>
              <a:rPr lang="en-US" altLang="ko-KR" dirty="0"/>
              <a:t>&amp; </a:t>
            </a:r>
            <a:r>
              <a:rPr lang="ko-KR" altLang="en-US" dirty="0"/>
              <a:t>사용방법</a:t>
            </a:r>
            <a:endParaRPr dirty="0"/>
          </a:p>
        </p:txBody>
      </p:sp>
      <p:sp>
        <p:nvSpPr>
          <p:cNvPr id="393" name="Google Shape;393;p34"/>
          <p:cNvSpPr txBox="1">
            <a:spLocks noGrp="1"/>
          </p:cNvSpPr>
          <p:nvPr>
            <p:ph type="body" idx="1"/>
          </p:nvPr>
        </p:nvSpPr>
        <p:spPr>
          <a:xfrm>
            <a:off x="1317812" y="1503428"/>
            <a:ext cx="6508376" cy="105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ko-KR" altLang="en-US" sz="4000" b="1" dirty="0">
                <a:highlight>
                  <a:srgbClr val="FFCD00"/>
                </a:highlight>
              </a:rPr>
              <a:t>프로젝트</a:t>
            </a:r>
            <a:r>
              <a:rPr lang="en-US" altLang="ko-KR" sz="4000" b="1" dirty="0">
                <a:highlight>
                  <a:srgbClr val="FFCD00"/>
                </a:highlight>
              </a:rPr>
              <a:t> : </a:t>
            </a:r>
            <a:r>
              <a:rPr lang="ko-KR" altLang="en-US" sz="4000" b="1" dirty="0">
                <a:highlight>
                  <a:srgbClr val="FFCD00"/>
                </a:highlight>
              </a:rPr>
              <a:t>업그레이드</a:t>
            </a:r>
            <a:endParaRPr lang="en-US" altLang="ko-KR" sz="4000" b="1" dirty="0">
              <a:highlight>
                <a:srgbClr val="FFCD00"/>
              </a:highlight>
            </a:endParaRPr>
          </a:p>
        </p:txBody>
      </p:sp>
      <p:grpSp>
        <p:nvGrpSpPr>
          <p:cNvPr id="394" name="Google Shape;394;p34"/>
          <p:cNvGrpSpPr/>
          <p:nvPr/>
        </p:nvGrpSpPr>
        <p:grpSpPr>
          <a:xfrm>
            <a:off x="889984" y="1007708"/>
            <a:ext cx="270226" cy="238344"/>
            <a:chOff x="5247525" y="3007275"/>
            <a:chExt cx="517575" cy="456510"/>
          </a:xfrm>
        </p:grpSpPr>
        <p:sp>
          <p:nvSpPr>
            <p:cNvPr id="395" name="Google Shape;395;p34"/>
            <p:cNvSpPr/>
            <p:nvPr/>
          </p:nvSpPr>
          <p:spPr>
            <a:xfrm>
              <a:off x="5247525" y="3007275"/>
              <a:ext cx="348900" cy="348900"/>
            </a:xfrm>
            <a:custGeom>
              <a:avLst/>
              <a:gdLst/>
              <a:ahLst/>
              <a:cxnLst/>
              <a:rect l="l" t="t" r="r" b="b"/>
              <a:pathLst>
                <a:path w="13956" h="13956" fill="none" extrusionOk="0">
                  <a:moveTo>
                    <a:pt x="13323" y="5772"/>
                  </a:moveTo>
                  <a:lnTo>
                    <a:pt x="11861" y="5626"/>
                  </a:lnTo>
                  <a:lnTo>
                    <a:pt x="11861" y="5626"/>
                  </a:lnTo>
                  <a:lnTo>
                    <a:pt x="11788" y="5334"/>
                  </a:lnTo>
                  <a:lnTo>
                    <a:pt x="11667" y="5042"/>
                  </a:lnTo>
                  <a:lnTo>
                    <a:pt x="11545" y="4750"/>
                  </a:lnTo>
                  <a:lnTo>
                    <a:pt x="11399" y="4482"/>
                  </a:lnTo>
                  <a:lnTo>
                    <a:pt x="12300" y="3337"/>
                  </a:lnTo>
                  <a:lnTo>
                    <a:pt x="12300" y="3337"/>
                  </a:lnTo>
                  <a:lnTo>
                    <a:pt x="12373" y="3240"/>
                  </a:lnTo>
                  <a:lnTo>
                    <a:pt x="12422" y="3118"/>
                  </a:lnTo>
                  <a:lnTo>
                    <a:pt x="12446" y="2996"/>
                  </a:lnTo>
                  <a:lnTo>
                    <a:pt x="12446" y="2850"/>
                  </a:lnTo>
                  <a:lnTo>
                    <a:pt x="12422" y="2728"/>
                  </a:lnTo>
                  <a:lnTo>
                    <a:pt x="12397" y="2606"/>
                  </a:lnTo>
                  <a:lnTo>
                    <a:pt x="12324" y="2485"/>
                  </a:lnTo>
                  <a:lnTo>
                    <a:pt x="12251" y="2387"/>
                  </a:lnTo>
                  <a:lnTo>
                    <a:pt x="11569" y="1705"/>
                  </a:lnTo>
                  <a:lnTo>
                    <a:pt x="11569" y="1705"/>
                  </a:lnTo>
                  <a:lnTo>
                    <a:pt x="11472" y="1632"/>
                  </a:lnTo>
                  <a:lnTo>
                    <a:pt x="11350" y="1559"/>
                  </a:lnTo>
                  <a:lnTo>
                    <a:pt x="11228" y="1510"/>
                  </a:lnTo>
                  <a:lnTo>
                    <a:pt x="11106" y="1510"/>
                  </a:lnTo>
                  <a:lnTo>
                    <a:pt x="10960" y="1510"/>
                  </a:lnTo>
                  <a:lnTo>
                    <a:pt x="10838" y="1535"/>
                  </a:lnTo>
                  <a:lnTo>
                    <a:pt x="10717" y="1583"/>
                  </a:lnTo>
                  <a:lnTo>
                    <a:pt x="10619" y="1656"/>
                  </a:lnTo>
                  <a:lnTo>
                    <a:pt x="9475" y="2558"/>
                  </a:lnTo>
                  <a:lnTo>
                    <a:pt x="9475" y="2558"/>
                  </a:lnTo>
                  <a:lnTo>
                    <a:pt x="9207" y="2411"/>
                  </a:lnTo>
                  <a:lnTo>
                    <a:pt x="8914" y="2290"/>
                  </a:lnTo>
                  <a:lnTo>
                    <a:pt x="8622" y="2168"/>
                  </a:lnTo>
                  <a:lnTo>
                    <a:pt x="8330" y="2070"/>
                  </a:lnTo>
                  <a:lnTo>
                    <a:pt x="8159" y="634"/>
                  </a:lnTo>
                  <a:lnTo>
                    <a:pt x="8159" y="634"/>
                  </a:lnTo>
                  <a:lnTo>
                    <a:pt x="8135" y="512"/>
                  </a:lnTo>
                  <a:lnTo>
                    <a:pt x="8086" y="390"/>
                  </a:lnTo>
                  <a:lnTo>
                    <a:pt x="8013" y="293"/>
                  </a:lnTo>
                  <a:lnTo>
                    <a:pt x="7940" y="195"/>
                  </a:lnTo>
                  <a:lnTo>
                    <a:pt x="7818" y="122"/>
                  </a:lnTo>
                  <a:lnTo>
                    <a:pt x="7721" y="49"/>
                  </a:lnTo>
                  <a:lnTo>
                    <a:pt x="7575" y="25"/>
                  </a:lnTo>
                  <a:lnTo>
                    <a:pt x="7453" y="0"/>
                  </a:lnTo>
                  <a:lnTo>
                    <a:pt x="6479" y="0"/>
                  </a:lnTo>
                  <a:lnTo>
                    <a:pt x="6479" y="0"/>
                  </a:lnTo>
                  <a:lnTo>
                    <a:pt x="6357" y="25"/>
                  </a:lnTo>
                  <a:lnTo>
                    <a:pt x="6235" y="49"/>
                  </a:lnTo>
                  <a:lnTo>
                    <a:pt x="6114" y="122"/>
                  </a:lnTo>
                  <a:lnTo>
                    <a:pt x="6016" y="195"/>
                  </a:lnTo>
                  <a:lnTo>
                    <a:pt x="5919" y="293"/>
                  </a:lnTo>
                  <a:lnTo>
                    <a:pt x="5846" y="390"/>
                  </a:lnTo>
                  <a:lnTo>
                    <a:pt x="5797" y="512"/>
                  </a:lnTo>
                  <a:lnTo>
                    <a:pt x="5773" y="634"/>
                  </a:lnTo>
                  <a:lnTo>
                    <a:pt x="5602" y="2070"/>
                  </a:lnTo>
                  <a:lnTo>
                    <a:pt x="5602" y="2070"/>
                  </a:lnTo>
                  <a:lnTo>
                    <a:pt x="5310" y="2168"/>
                  </a:lnTo>
                  <a:lnTo>
                    <a:pt x="5018" y="2290"/>
                  </a:lnTo>
                  <a:lnTo>
                    <a:pt x="4750" y="2411"/>
                  </a:lnTo>
                  <a:lnTo>
                    <a:pt x="4482" y="2558"/>
                  </a:lnTo>
                  <a:lnTo>
                    <a:pt x="3337" y="1656"/>
                  </a:lnTo>
                  <a:lnTo>
                    <a:pt x="3337" y="1656"/>
                  </a:lnTo>
                  <a:lnTo>
                    <a:pt x="3215" y="1583"/>
                  </a:lnTo>
                  <a:lnTo>
                    <a:pt x="3094" y="1535"/>
                  </a:lnTo>
                  <a:lnTo>
                    <a:pt x="2972" y="1510"/>
                  </a:lnTo>
                  <a:lnTo>
                    <a:pt x="2850" y="1510"/>
                  </a:lnTo>
                  <a:lnTo>
                    <a:pt x="2728" y="1510"/>
                  </a:lnTo>
                  <a:lnTo>
                    <a:pt x="2582" y="1559"/>
                  </a:lnTo>
                  <a:lnTo>
                    <a:pt x="2485" y="1632"/>
                  </a:lnTo>
                  <a:lnTo>
                    <a:pt x="2387" y="1705"/>
                  </a:lnTo>
                  <a:lnTo>
                    <a:pt x="1705" y="2387"/>
                  </a:lnTo>
                  <a:lnTo>
                    <a:pt x="1705" y="2387"/>
                  </a:lnTo>
                  <a:lnTo>
                    <a:pt x="1608" y="2485"/>
                  </a:lnTo>
                  <a:lnTo>
                    <a:pt x="1559" y="2606"/>
                  </a:lnTo>
                  <a:lnTo>
                    <a:pt x="1511" y="2728"/>
                  </a:lnTo>
                  <a:lnTo>
                    <a:pt x="1486" y="2850"/>
                  </a:lnTo>
                  <a:lnTo>
                    <a:pt x="1486" y="2996"/>
                  </a:lnTo>
                  <a:lnTo>
                    <a:pt x="1511" y="3118"/>
                  </a:lnTo>
                  <a:lnTo>
                    <a:pt x="1559" y="3240"/>
                  </a:lnTo>
                  <a:lnTo>
                    <a:pt x="1632" y="3337"/>
                  </a:lnTo>
                  <a:lnTo>
                    <a:pt x="2533" y="4482"/>
                  </a:lnTo>
                  <a:lnTo>
                    <a:pt x="2533" y="4482"/>
                  </a:lnTo>
                  <a:lnTo>
                    <a:pt x="2387" y="4750"/>
                  </a:lnTo>
                  <a:lnTo>
                    <a:pt x="2266" y="5042"/>
                  </a:lnTo>
                  <a:lnTo>
                    <a:pt x="2168" y="5334"/>
                  </a:lnTo>
                  <a:lnTo>
                    <a:pt x="2071" y="5626"/>
                  </a:lnTo>
                  <a:lnTo>
                    <a:pt x="634" y="5772"/>
                  </a:lnTo>
                  <a:lnTo>
                    <a:pt x="634" y="5772"/>
                  </a:lnTo>
                  <a:lnTo>
                    <a:pt x="512" y="5821"/>
                  </a:lnTo>
                  <a:lnTo>
                    <a:pt x="390" y="5870"/>
                  </a:lnTo>
                  <a:lnTo>
                    <a:pt x="268" y="5943"/>
                  </a:lnTo>
                  <a:lnTo>
                    <a:pt x="171" y="6016"/>
                  </a:lnTo>
                  <a:lnTo>
                    <a:pt x="98" y="6138"/>
                  </a:lnTo>
                  <a:lnTo>
                    <a:pt x="49" y="6235"/>
                  </a:lnTo>
                  <a:lnTo>
                    <a:pt x="1" y="6381"/>
                  </a:lnTo>
                  <a:lnTo>
                    <a:pt x="1" y="6503"/>
                  </a:lnTo>
                  <a:lnTo>
                    <a:pt x="1" y="7453"/>
                  </a:lnTo>
                  <a:lnTo>
                    <a:pt x="1" y="7453"/>
                  </a:lnTo>
                  <a:lnTo>
                    <a:pt x="1" y="7599"/>
                  </a:lnTo>
                  <a:lnTo>
                    <a:pt x="49" y="7721"/>
                  </a:lnTo>
                  <a:lnTo>
                    <a:pt x="98" y="7843"/>
                  </a:lnTo>
                  <a:lnTo>
                    <a:pt x="171" y="7940"/>
                  </a:lnTo>
                  <a:lnTo>
                    <a:pt x="268" y="8037"/>
                  </a:lnTo>
                  <a:lnTo>
                    <a:pt x="390" y="8111"/>
                  </a:lnTo>
                  <a:lnTo>
                    <a:pt x="512" y="8159"/>
                  </a:lnTo>
                  <a:lnTo>
                    <a:pt x="634" y="8184"/>
                  </a:lnTo>
                  <a:lnTo>
                    <a:pt x="2071" y="8354"/>
                  </a:lnTo>
                  <a:lnTo>
                    <a:pt x="2071" y="8354"/>
                  </a:lnTo>
                  <a:lnTo>
                    <a:pt x="2168" y="8646"/>
                  </a:lnTo>
                  <a:lnTo>
                    <a:pt x="2266" y="8914"/>
                  </a:lnTo>
                  <a:lnTo>
                    <a:pt x="2387" y="9206"/>
                  </a:lnTo>
                  <a:lnTo>
                    <a:pt x="2533" y="9474"/>
                  </a:lnTo>
                  <a:lnTo>
                    <a:pt x="1632" y="10619"/>
                  </a:lnTo>
                  <a:lnTo>
                    <a:pt x="1632" y="10619"/>
                  </a:lnTo>
                  <a:lnTo>
                    <a:pt x="1559" y="10741"/>
                  </a:lnTo>
                  <a:lnTo>
                    <a:pt x="1511" y="10863"/>
                  </a:lnTo>
                  <a:lnTo>
                    <a:pt x="1486" y="10984"/>
                  </a:lnTo>
                  <a:lnTo>
                    <a:pt x="1486" y="11106"/>
                  </a:lnTo>
                  <a:lnTo>
                    <a:pt x="1511" y="11228"/>
                  </a:lnTo>
                  <a:lnTo>
                    <a:pt x="1559" y="11350"/>
                  </a:lnTo>
                  <a:lnTo>
                    <a:pt x="1608" y="11472"/>
                  </a:lnTo>
                  <a:lnTo>
                    <a:pt x="1705" y="11569"/>
                  </a:lnTo>
                  <a:lnTo>
                    <a:pt x="2387" y="12251"/>
                  </a:lnTo>
                  <a:lnTo>
                    <a:pt x="2387" y="12251"/>
                  </a:lnTo>
                  <a:lnTo>
                    <a:pt x="2485" y="12348"/>
                  </a:lnTo>
                  <a:lnTo>
                    <a:pt x="2582" y="12397"/>
                  </a:lnTo>
                  <a:lnTo>
                    <a:pt x="2728" y="12446"/>
                  </a:lnTo>
                  <a:lnTo>
                    <a:pt x="2850" y="12470"/>
                  </a:lnTo>
                  <a:lnTo>
                    <a:pt x="2972" y="12470"/>
                  </a:lnTo>
                  <a:lnTo>
                    <a:pt x="3094" y="12421"/>
                  </a:lnTo>
                  <a:lnTo>
                    <a:pt x="3215" y="12373"/>
                  </a:lnTo>
                  <a:lnTo>
                    <a:pt x="3337" y="12324"/>
                  </a:lnTo>
                  <a:lnTo>
                    <a:pt x="4482" y="11423"/>
                  </a:lnTo>
                  <a:lnTo>
                    <a:pt x="4482" y="11423"/>
                  </a:lnTo>
                  <a:lnTo>
                    <a:pt x="4750" y="11545"/>
                  </a:lnTo>
                  <a:lnTo>
                    <a:pt x="5018" y="11691"/>
                  </a:lnTo>
                  <a:lnTo>
                    <a:pt x="5310" y="11788"/>
                  </a:lnTo>
                  <a:lnTo>
                    <a:pt x="5602" y="11886"/>
                  </a:lnTo>
                  <a:lnTo>
                    <a:pt x="5773" y="13322"/>
                  </a:lnTo>
                  <a:lnTo>
                    <a:pt x="5773" y="13322"/>
                  </a:lnTo>
                  <a:lnTo>
                    <a:pt x="5797" y="13444"/>
                  </a:lnTo>
                  <a:lnTo>
                    <a:pt x="5846" y="13566"/>
                  </a:lnTo>
                  <a:lnTo>
                    <a:pt x="5919" y="13688"/>
                  </a:lnTo>
                  <a:lnTo>
                    <a:pt x="6016" y="13785"/>
                  </a:lnTo>
                  <a:lnTo>
                    <a:pt x="6114" y="13858"/>
                  </a:lnTo>
                  <a:lnTo>
                    <a:pt x="6235" y="13907"/>
                  </a:lnTo>
                  <a:lnTo>
                    <a:pt x="6357" y="13956"/>
                  </a:lnTo>
                  <a:lnTo>
                    <a:pt x="6479" y="13956"/>
                  </a:lnTo>
                  <a:lnTo>
                    <a:pt x="7453" y="13956"/>
                  </a:lnTo>
                  <a:lnTo>
                    <a:pt x="7453" y="13956"/>
                  </a:lnTo>
                  <a:lnTo>
                    <a:pt x="7575" y="13956"/>
                  </a:lnTo>
                  <a:lnTo>
                    <a:pt x="7721" y="13907"/>
                  </a:lnTo>
                  <a:lnTo>
                    <a:pt x="7818" y="13858"/>
                  </a:lnTo>
                  <a:lnTo>
                    <a:pt x="7940" y="13785"/>
                  </a:lnTo>
                  <a:lnTo>
                    <a:pt x="8013" y="13688"/>
                  </a:lnTo>
                  <a:lnTo>
                    <a:pt x="8086" y="13566"/>
                  </a:lnTo>
                  <a:lnTo>
                    <a:pt x="8135" y="13444"/>
                  </a:lnTo>
                  <a:lnTo>
                    <a:pt x="8159" y="13322"/>
                  </a:lnTo>
                  <a:lnTo>
                    <a:pt x="8330" y="11886"/>
                  </a:lnTo>
                  <a:lnTo>
                    <a:pt x="8330" y="11886"/>
                  </a:lnTo>
                  <a:lnTo>
                    <a:pt x="8622" y="11788"/>
                  </a:lnTo>
                  <a:lnTo>
                    <a:pt x="8914" y="11691"/>
                  </a:lnTo>
                  <a:lnTo>
                    <a:pt x="9207" y="11545"/>
                  </a:lnTo>
                  <a:lnTo>
                    <a:pt x="9475" y="11423"/>
                  </a:lnTo>
                  <a:lnTo>
                    <a:pt x="10619" y="12324"/>
                  </a:lnTo>
                  <a:lnTo>
                    <a:pt x="10619" y="12324"/>
                  </a:lnTo>
                  <a:lnTo>
                    <a:pt x="10717" y="12373"/>
                  </a:lnTo>
                  <a:lnTo>
                    <a:pt x="10838" y="12421"/>
                  </a:lnTo>
                  <a:lnTo>
                    <a:pt x="10960" y="12470"/>
                  </a:lnTo>
                  <a:lnTo>
                    <a:pt x="11106" y="12470"/>
                  </a:lnTo>
                  <a:lnTo>
                    <a:pt x="11228" y="12446"/>
                  </a:lnTo>
                  <a:lnTo>
                    <a:pt x="11350" y="12397"/>
                  </a:lnTo>
                  <a:lnTo>
                    <a:pt x="11472" y="12348"/>
                  </a:lnTo>
                  <a:lnTo>
                    <a:pt x="11569" y="12251"/>
                  </a:lnTo>
                  <a:lnTo>
                    <a:pt x="12251" y="11569"/>
                  </a:lnTo>
                  <a:lnTo>
                    <a:pt x="12251" y="11569"/>
                  </a:lnTo>
                  <a:lnTo>
                    <a:pt x="12324" y="11472"/>
                  </a:lnTo>
                  <a:lnTo>
                    <a:pt x="12397" y="11350"/>
                  </a:lnTo>
                  <a:lnTo>
                    <a:pt x="12422" y="11228"/>
                  </a:lnTo>
                  <a:lnTo>
                    <a:pt x="12446" y="11106"/>
                  </a:lnTo>
                  <a:lnTo>
                    <a:pt x="12446" y="10984"/>
                  </a:lnTo>
                  <a:lnTo>
                    <a:pt x="12422" y="10863"/>
                  </a:lnTo>
                  <a:lnTo>
                    <a:pt x="12373" y="10741"/>
                  </a:lnTo>
                  <a:lnTo>
                    <a:pt x="12300" y="10619"/>
                  </a:lnTo>
                  <a:lnTo>
                    <a:pt x="11399" y="9474"/>
                  </a:lnTo>
                  <a:lnTo>
                    <a:pt x="11399" y="9474"/>
                  </a:lnTo>
                  <a:lnTo>
                    <a:pt x="11545" y="9206"/>
                  </a:lnTo>
                  <a:lnTo>
                    <a:pt x="11667" y="8914"/>
                  </a:lnTo>
                  <a:lnTo>
                    <a:pt x="11788" y="8646"/>
                  </a:lnTo>
                  <a:lnTo>
                    <a:pt x="11861" y="8354"/>
                  </a:lnTo>
                  <a:lnTo>
                    <a:pt x="13323" y="8184"/>
                  </a:lnTo>
                  <a:lnTo>
                    <a:pt x="13323" y="8184"/>
                  </a:lnTo>
                  <a:lnTo>
                    <a:pt x="13444" y="8159"/>
                  </a:lnTo>
                  <a:lnTo>
                    <a:pt x="13566" y="8111"/>
                  </a:lnTo>
                  <a:lnTo>
                    <a:pt x="13664" y="8037"/>
                  </a:lnTo>
                  <a:lnTo>
                    <a:pt x="13761" y="7940"/>
                  </a:lnTo>
                  <a:lnTo>
                    <a:pt x="13834" y="7843"/>
                  </a:lnTo>
                  <a:lnTo>
                    <a:pt x="13907" y="7721"/>
                  </a:lnTo>
                  <a:lnTo>
                    <a:pt x="13932" y="7599"/>
                  </a:lnTo>
                  <a:lnTo>
                    <a:pt x="13956" y="7453"/>
                  </a:lnTo>
                  <a:lnTo>
                    <a:pt x="13956" y="6503"/>
                  </a:lnTo>
                  <a:lnTo>
                    <a:pt x="13956" y="6503"/>
                  </a:lnTo>
                  <a:lnTo>
                    <a:pt x="13932" y="6381"/>
                  </a:lnTo>
                  <a:lnTo>
                    <a:pt x="13907" y="6235"/>
                  </a:lnTo>
                  <a:lnTo>
                    <a:pt x="13834" y="6138"/>
                  </a:lnTo>
                  <a:lnTo>
                    <a:pt x="13761" y="6016"/>
                  </a:lnTo>
                  <a:lnTo>
                    <a:pt x="13664" y="5943"/>
                  </a:lnTo>
                  <a:lnTo>
                    <a:pt x="13566" y="5870"/>
                  </a:lnTo>
                  <a:lnTo>
                    <a:pt x="13444" y="5821"/>
                  </a:lnTo>
                  <a:lnTo>
                    <a:pt x="13323" y="5772"/>
                  </a:lnTo>
                  <a:lnTo>
                    <a:pt x="13323" y="5772"/>
                  </a:lnTo>
                  <a:close/>
                  <a:moveTo>
                    <a:pt x="8573" y="8598"/>
                  </a:moveTo>
                  <a:lnTo>
                    <a:pt x="8573" y="8598"/>
                  </a:lnTo>
                  <a:lnTo>
                    <a:pt x="8403" y="8744"/>
                  </a:lnTo>
                  <a:lnTo>
                    <a:pt x="8232" y="8890"/>
                  </a:lnTo>
                  <a:lnTo>
                    <a:pt x="8038" y="8987"/>
                  </a:lnTo>
                  <a:lnTo>
                    <a:pt x="7818" y="9085"/>
                  </a:lnTo>
                  <a:lnTo>
                    <a:pt x="7624" y="9158"/>
                  </a:lnTo>
                  <a:lnTo>
                    <a:pt x="7404" y="9206"/>
                  </a:lnTo>
                  <a:lnTo>
                    <a:pt x="7185" y="9231"/>
                  </a:lnTo>
                  <a:lnTo>
                    <a:pt x="6966" y="9255"/>
                  </a:lnTo>
                  <a:lnTo>
                    <a:pt x="6747" y="9231"/>
                  </a:lnTo>
                  <a:lnTo>
                    <a:pt x="6528" y="9206"/>
                  </a:lnTo>
                  <a:lnTo>
                    <a:pt x="6333" y="9158"/>
                  </a:lnTo>
                  <a:lnTo>
                    <a:pt x="6114" y="9085"/>
                  </a:lnTo>
                  <a:lnTo>
                    <a:pt x="5919" y="8987"/>
                  </a:lnTo>
                  <a:lnTo>
                    <a:pt x="5724" y="8890"/>
                  </a:lnTo>
                  <a:lnTo>
                    <a:pt x="5529" y="8744"/>
                  </a:lnTo>
                  <a:lnTo>
                    <a:pt x="5359" y="8598"/>
                  </a:lnTo>
                  <a:lnTo>
                    <a:pt x="5359" y="8598"/>
                  </a:lnTo>
                  <a:lnTo>
                    <a:pt x="5212" y="8427"/>
                  </a:lnTo>
                  <a:lnTo>
                    <a:pt x="5066" y="8232"/>
                  </a:lnTo>
                  <a:lnTo>
                    <a:pt x="4969" y="8037"/>
                  </a:lnTo>
                  <a:lnTo>
                    <a:pt x="4871" y="7843"/>
                  </a:lnTo>
                  <a:lnTo>
                    <a:pt x="4798" y="7623"/>
                  </a:lnTo>
                  <a:lnTo>
                    <a:pt x="4750" y="7404"/>
                  </a:lnTo>
                  <a:lnTo>
                    <a:pt x="4701" y="7209"/>
                  </a:lnTo>
                  <a:lnTo>
                    <a:pt x="4701" y="6990"/>
                  </a:lnTo>
                  <a:lnTo>
                    <a:pt x="4701" y="6771"/>
                  </a:lnTo>
                  <a:lnTo>
                    <a:pt x="4750" y="6552"/>
                  </a:lnTo>
                  <a:lnTo>
                    <a:pt x="4798" y="6333"/>
                  </a:lnTo>
                  <a:lnTo>
                    <a:pt x="4871" y="6138"/>
                  </a:lnTo>
                  <a:lnTo>
                    <a:pt x="4969" y="5919"/>
                  </a:lnTo>
                  <a:lnTo>
                    <a:pt x="5066" y="5724"/>
                  </a:lnTo>
                  <a:lnTo>
                    <a:pt x="5212" y="5553"/>
                  </a:lnTo>
                  <a:lnTo>
                    <a:pt x="5359" y="5383"/>
                  </a:lnTo>
                  <a:lnTo>
                    <a:pt x="5359" y="5383"/>
                  </a:lnTo>
                  <a:lnTo>
                    <a:pt x="5529" y="5212"/>
                  </a:lnTo>
                  <a:lnTo>
                    <a:pt x="5724" y="5091"/>
                  </a:lnTo>
                  <a:lnTo>
                    <a:pt x="5919" y="4969"/>
                  </a:lnTo>
                  <a:lnTo>
                    <a:pt x="6114" y="4871"/>
                  </a:lnTo>
                  <a:lnTo>
                    <a:pt x="6333" y="4798"/>
                  </a:lnTo>
                  <a:lnTo>
                    <a:pt x="6528" y="4750"/>
                  </a:lnTo>
                  <a:lnTo>
                    <a:pt x="6747" y="4725"/>
                  </a:lnTo>
                  <a:lnTo>
                    <a:pt x="6966" y="4701"/>
                  </a:lnTo>
                  <a:lnTo>
                    <a:pt x="7185" y="4725"/>
                  </a:lnTo>
                  <a:lnTo>
                    <a:pt x="7404" y="4750"/>
                  </a:lnTo>
                  <a:lnTo>
                    <a:pt x="7624" y="4798"/>
                  </a:lnTo>
                  <a:lnTo>
                    <a:pt x="7818" y="4871"/>
                  </a:lnTo>
                  <a:lnTo>
                    <a:pt x="8038" y="4969"/>
                  </a:lnTo>
                  <a:lnTo>
                    <a:pt x="8232" y="5091"/>
                  </a:lnTo>
                  <a:lnTo>
                    <a:pt x="8403" y="5212"/>
                  </a:lnTo>
                  <a:lnTo>
                    <a:pt x="8573" y="5383"/>
                  </a:lnTo>
                  <a:lnTo>
                    <a:pt x="8573" y="5383"/>
                  </a:lnTo>
                  <a:lnTo>
                    <a:pt x="8744" y="5553"/>
                  </a:lnTo>
                  <a:lnTo>
                    <a:pt x="8866" y="5724"/>
                  </a:lnTo>
                  <a:lnTo>
                    <a:pt x="8987" y="5919"/>
                  </a:lnTo>
                  <a:lnTo>
                    <a:pt x="9085" y="6138"/>
                  </a:lnTo>
                  <a:lnTo>
                    <a:pt x="9158" y="6333"/>
                  </a:lnTo>
                  <a:lnTo>
                    <a:pt x="9207" y="6552"/>
                  </a:lnTo>
                  <a:lnTo>
                    <a:pt x="9231" y="6771"/>
                  </a:lnTo>
                  <a:lnTo>
                    <a:pt x="9231" y="6990"/>
                  </a:lnTo>
                  <a:lnTo>
                    <a:pt x="9231" y="7209"/>
                  </a:lnTo>
                  <a:lnTo>
                    <a:pt x="9207" y="7404"/>
                  </a:lnTo>
                  <a:lnTo>
                    <a:pt x="9158" y="7623"/>
                  </a:lnTo>
                  <a:lnTo>
                    <a:pt x="9085" y="7843"/>
                  </a:lnTo>
                  <a:lnTo>
                    <a:pt x="8987" y="8037"/>
                  </a:lnTo>
                  <a:lnTo>
                    <a:pt x="8866" y="8232"/>
                  </a:lnTo>
                  <a:lnTo>
                    <a:pt x="8744" y="8427"/>
                  </a:lnTo>
                  <a:lnTo>
                    <a:pt x="8573" y="8598"/>
                  </a:lnTo>
                  <a:lnTo>
                    <a:pt x="8573" y="8598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" name="Google Shape;396;p34"/>
            <p:cNvSpPr/>
            <p:nvPr/>
          </p:nvSpPr>
          <p:spPr>
            <a:xfrm>
              <a:off x="5566575" y="3265260"/>
              <a:ext cx="198525" cy="198525"/>
            </a:xfrm>
            <a:custGeom>
              <a:avLst/>
              <a:gdLst/>
              <a:ahLst/>
              <a:cxnLst/>
              <a:rect l="l" t="t" r="r" b="b"/>
              <a:pathLst>
                <a:path w="7941" h="7941" fill="none" extrusionOk="0">
                  <a:moveTo>
                    <a:pt x="7258" y="2144"/>
                  </a:moveTo>
                  <a:lnTo>
                    <a:pt x="6138" y="2388"/>
                  </a:lnTo>
                  <a:lnTo>
                    <a:pt x="6138" y="2388"/>
                  </a:lnTo>
                  <a:lnTo>
                    <a:pt x="6016" y="2217"/>
                  </a:lnTo>
                  <a:lnTo>
                    <a:pt x="5870" y="2071"/>
                  </a:lnTo>
                  <a:lnTo>
                    <a:pt x="6260" y="975"/>
                  </a:lnTo>
                  <a:lnTo>
                    <a:pt x="6260" y="975"/>
                  </a:lnTo>
                  <a:lnTo>
                    <a:pt x="6284" y="902"/>
                  </a:lnTo>
                  <a:lnTo>
                    <a:pt x="6284" y="829"/>
                  </a:lnTo>
                  <a:lnTo>
                    <a:pt x="6260" y="683"/>
                  </a:lnTo>
                  <a:lnTo>
                    <a:pt x="6162" y="561"/>
                  </a:lnTo>
                  <a:lnTo>
                    <a:pt x="6114" y="488"/>
                  </a:lnTo>
                  <a:lnTo>
                    <a:pt x="6065" y="464"/>
                  </a:lnTo>
                  <a:lnTo>
                    <a:pt x="5553" y="196"/>
                  </a:lnTo>
                  <a:lnTo>
                    <a:pt x="5553" y="196"/>
                  </a:lnTo>
                  <a:lnTo>
                    <a:pt x="5480" y="171"/>
                  </a:lnTo>
                  <a:lnTo>
                    <a:pt x="5407" y="171"/>
                  </a:lnTo>
                  <a:lnTo>
                    <a:pt x="5261" y="171"/>
                  </a:lnTo>
                  <a:lnTo>
                    <a:pt x="5115" y="244"/>
                  </a:lnTo>
                  <a:lnTo>
                    <a:pt x="5066" y="293"/>
                  </a:lnTo>
                  <a:lnTo>
                    <a:pt x="5018" y="342"/>
                  </a:lnTo>
                  <a:lnTo>
                    <a:pt x="4384" y="1316"/>
                  </a:lnTo>
                  <a:lnTo>
                    <a:pt x="4384" y="1316"/>
                  </a:lnTo>
                  <a:lnTo>
                    <a:pt x="4165" y="1292"/>
                  </a:lnTo>
                  <a:lnTo>
                    <a:pt x="3970" y="1292"/>
                  </a:lnTo>
                  <a:lnTo>
                    <a:pt x="3483" y="244"/>
                  </a:lnTo>
                  <a:lnTo>
                    <a:pt x="3483" y="244"/>
                  </a:lnTo>
                  <a:lnTo>
                    <a:pt x="3435" y="171"/>
                  </a:lnTo>
                  <a:lnTo>
                    <a:pt x="3386" y="123"/>
                  </a:lnTo>
                  <a:lnTo>
                    <a:pt x="3264" y="50"/>
                  </a:lnTo>
                  <a:lnTo>
                    <a:pt x="3118" y="1"/>
                  </a:lnTo>
                  <a:lnTo>
                    <a:pt x="3045" y="1"/>
                  </a:lnTo>
                  <a:lnTo>
                    <a:pt x="2972" y="25"/>
                  </a:lnTo>
                  <a:lnTo>
                    <a:pt x="2436" y="196"/>
                  </a:lnTo>
                  <a:lnTo>
                    <a:pt x="2436" y="196"/>
                  </a:lnTo>
                  <a:lnTo>
                    <a:pt x="2363" y="220"/>
                  </a:lnTo>
                  <a:lnTo>
                    <a:pt x="2290" y="269"/>
                  </a:lnTo>
                  <a:lnTo>
                    <a:pt x="2192" y="391"/>
                  </a:lnTo>
                  <a:lnTo>
                    <a:pt x="2144" y="537"/>
                  </a:lnTo>
                  <a:lnTo>
                    <a:pt x="2144" y="610"/>
                  </a:lnTo>
                  <a:lnTo>
                    <a:pt x="2144" y="683"/>
                  </a:lnTo>
                  <a:lnTo>
                    <a:pt x="2387" y="1828"/>
                  </a:lnTo>
                  <a:lnTo>
                    <a:pt x="2387" y="1828"/>
                  </a:lnTo>
                  <a:lnTo>
                    <a:pt x="2217" y="1949"/>
                  </a:lnTo>
                  <a:lnTo>
                    <a:pt x="2071" y="2095"/>
                  </a:lnTo>
                  <a:lnTo>
                    <a:pt x="999" y="1681"/>
                  </a:lnTo>
                  <a:lnTo>
                    <a:pt x="999" y="1681"/>
                  </a:lnTo>
                  <a:lnTo>
                    <a:pt x="926" y="1681"/>
                  </a:lnTo>
                  <a:lnTo>
                    <a:pt x="829" y="1657"/>
                  </a:lnTo>
                  <a:lnTo>
                    <a:pt x="682" y="1706"/>
                  </a:lnTo>
                  <a:lnTo>
                    <a:pt x="561" y="1779"/>
                  </a:lnTo>
                  <a:lnTo>
                    <a:pt x="512" y="1828"/>
                  </a:lnTo>
                  <a:lnTo>
                    <a:pt x="463" y="1901"/>
                  </a:lnTo>
                  <a:lnTo>
                    <a:pt x="220" y="2388"/>
                  </a:lnTo>
                  <a:lnTo>
                    <a:pt x="220" y="2388"/>
                  </a:lnTo>
                  <a:lnTo>
                    <a:pt x="195" y="2461"/>
                  </a:lnTo>
                  <a:lnTo>
                    <a:pt x="171" y="2534"/>
                  </a:lnTo>
                  <a:lnTo>
                    <a:pt x="195" y="2704"/>
                  </a:lnTo>
                  <a:lnTo>
                    <a:pt x="244" y="2826"/>
                  </a:lnTo>
                  <a:lnTo>
                    <a:pt x="293" y="2899"/>
                  </a:lnTo>
                  <a:lnTo>
                    <a:pt x="366" y="2948"/>
                  </a:lnTo>
                  <a:lnTo>
                    <a:pt x="1340" y="3581"/>
                  </a:lnTo>
                  <a:lnTo>
                    <a:pt x="1340" y="3581"/>
                  </a:lnTo>
                  <a:lnTo>
                    <a:pt x="1316" y="3776"/>
                  </a:lnTo>
                  <a:lnTo>
                    <a:pt x="1291" y="3995"/>
                  </a:lnTo>
                  <a:lnTo>
                    <a:pt x="244" y="4482"/>
                  </a:lnTo>
                  <a:lnTo>
                    <a:pt x="244" y="4482"/>
                  </a:lnTo>
                  <a:lnTo>
                    <a:pt x="195" y="4507"/>
                  </a:lnTo>
                  <a:lnTo>
                    <a:pt x="122" y="4555"/>
                  </a:lnTo>
                  <a:lnTo>
                    <a:pt x="49" y="4701"/>
                  </a:lnTo>
                  <a:lnTo>
                    <a:pt x="0" y="4848"/>
                  </a:lnTo>
                  <a:lnTo>
                    <a:pt x="25" y="4921"/>
                  </a:lnTo>
                  <a:lnTo>
                    <a:pt x="25" y="4994"/>
                  </a:lnTo>
                  <a:lnTo>
                    <a:pt x="220" y="5530"/>
                  </a:lnTo>
                  <a:lnTo>
                    <a:pt x="220" y="5530"/>
                  </a:lnTo>
                  <a:lnTo>
                    <a:pt x="244" y="5578"/>
                  </a:lnTo>
                  <a:lnTo>
                    <a:pt x="293" y="5651"/>
                  </a:lnTo>
                  <a:lnTo>
                    <a:pt x="390" y="5749"/>
                  </a:lnTo>
                  <a:lnTo>
                    <a:pt x="536" y="5797"/>
                  </a:lnTo>
                  <a:lnTo>
                    <a:pt x="609" y="5797"/>
                  </a:lnTo>
                  <a:lnTo>
                    <a:pt x="682" y="5797"/>
                  </a:lnTo>
                  <a:lnTo>
                    <a:pt x="1827" y="5554"/>
                  </a:lnTo>
                  <a:lnTo>
                    <a:pt x="1827" y="5554"/>
                  </a:lnTo>
                  <a:lnTo>
                    <a:pt x="1949" y="5724"/>
                  </a:lnTo>
                  <a:lnTo>
                    <a:pt x="2095" y="5870"/>
                  </a:lnTo>
                  <a:lnTo>
                    <a:pt x="1705" y="6966"/>
                  </a:lnTo>
                  <a:lnTo>
                    <a:pt x="1705" y="6966"/>
                  </a:lnTo>
                  <a:lnTo>
                    <a:pt x="1681" y="7040"/>
                  </a:lnTo>
                  <a:lnTo>
                    <a:pt x="1681" y="7113"/>
                  </a:lnTo>
                  <a:lnTo>
                    <a:pt x="1705" y="7259"/>
                  </a:lnTo>
                  <a:lnTo>
                    <a:pt x="1778" y="7380"/>
                  </a:lnTo>
                  <a:lnTo>
                    <a:pt x="1851" y="7429"/>
                  </a:lnTo>
                  <a:lnTo>
                    <a:pt x="1900" y="7478"/>
                  </a:lnTo>
                  <a:lnTo>
                    <a:pt x="2412" y="7721"/>
                  </a:lnTo>
                  <a:lnTo>
                    <a:pt x="2412" y="7721"/>
                  </a:lnTo>
                  <a:lnTo>
                    <a:pt x="2485" y="7770"/>
                  </a:lnTo>
                  <a:lnTo>
                    <a:pt x="2558" y="7770"/>
                  </a:lnTo>
                  <a:lnTo>
                    <a:pt x="2704" y="7770"/>
                  </a:lnTo>
                  <a:lnTo>
                    <a:pt x="2850" y="7697"/>
                  </a:lnTo>
                  <a:lnTo>
                    <a:pt x="2899" y="7648"/>
                  </a:lnTo>
                  <a:lnTo>
                    <a:pt x="2947" y="7600"/>
                  </a:lnTo>
                  <a:lnTo>
                    <a:pt x="3581" y="6625"/>
                  </a:lnTo>
                  <a:lnTo>
                    <a:pt x="3581" y="6625"/>
                  </a:lnTo>
                  <a:lnTo>
                    <a:pt x="3800" y="6650"/>
                  </a:lnTo>
                  <a:lnTo>
                    <a:pt x="3995" y="6650"/>
                  </a:lnTo>
                  <a:lnTo>
                    <a:pt x="4482" y="7697"/>
                  </a:lnTo>
                  <a:lnTo>
                    <a:pt x="4482" y="7697"/>
                  </a:lnTo>
                  <a:lnTo>
                    <a:pt x="4531" y="7770"/>
                  </a:lnTo>
                  <a:lnTo>
                    <a:pt x="4579" y="7819"/>
                  </a:lnTo>
                  <a:lnTo>
                    <a:pt x="4701" y="7892"/>
                  </a:lnTo>
                  <a:lnTo>
                    <a:pt x="4847" y="7941"/>
                  </a:lnTo>
                  <a:lnTo>
                    <a:pt x="4920" y="7941"/>
                  </a:lnTo>
                  <a:lnTo>
                    <a:pt x="4993" y="7916"/>
                  </a:lnTo>
                  <a:lnTo>
                    <a:pt x="5529" y="7746"/>
                  </a:lnTo>
                  <a:lnTo>
                    <a:pt x="5529" y="7746"/>
                  </a:lnTo>
                  <a:lnTo>
                    <a:pt x="5602" y="7721"/>
                  </a:lnTo>
                  <a:lnTo>
                    <a:pt x="5651" y="7673"/>
                  </a:lnTo>
                  <a:lnTo>
                    <a:pt x="5748" y="7551"/>
                  </a:lnTo>
                  <a:lnTo>
                    <a:pt x="5821" y="7405"/>
                  </a:lnTo>
                  <a:lnTo>
                    <a:pt x="5821" y="7332"/>
                  </a:lnTo>
                  <a:lnTo>
                    <a:pt x="5821" y="7259"/>
                  </a:lnTo>
                  <a:lnTo>
                    <a:pt x="5578" y="6114"/>
                  </a:lnTo>
                  <a:lnTo>
                    <a:pt x="5578" y="6114"/>
                  </a:lnTo>
                  <a:lnTo>
                    <a:pt x="5724" y="5992"/>
                  </a:lnTo>
                  <a:lnTo>
                    <a:pt x="5894" y="5846"/>
                  </a:lnTo>
                  <a:lnTo>
                    <a:pt x="6966" y="6260"/>
                  </a:lnTo>
                  <a:lnTo>
                    <a:pt x="6966" y="6260"/>
                  </a:lnTo>
                  <a:lnTo>
                    <a:pt x="7039" y="6260"/>
                  </a:lnTo>
                  <a:lnTo>
                    <a:pt x="7112" y="6285"/>
                  </a:lnTo>
                  <a:lnTo>
                    <a:pt x="7258" y="6236"/>
                  </a:lnTo>
                  <a:lnTo>
                    <a:pt x="7404" y="6163"/>
                  </a:lnTo>
                  <a:lnTo>
                    <a:pt x="7453" y="6114"/>
                  </a:lnTo>
                  <a:lnTo>
                    <a:pt x="7502" y="6041"/>
                  </a:lnTo>
                  <a:lnTo>
                    <a:pt x="7745" y="5530"/>
                  </a:lnTo>
                  <a:lnTo>
                    <a:pt x="7745" y="5530"/>
                  </a:lnTo>
                  <a:lnTo>
                    <a:pt x="7770" y="5481"/>
                  </a:lnTo>
                  <a:lnTo>
                    <a:pt x="7794" y="5383"/>
                  </a:lnTo>
                  <a:lnTo>
                    <a:pt x="7770" y="5237"/>
                  </a:lnTo>
                  <a:lnTo>
                    <a:pt x="7697" y="5115"/>
                  </a:lnTo>
                  <a:lnTo>
                    <a:pt x="7648" y="5042"/>
                  </a:lnTo>
                  <a:lnTo>
                    <a:pt x="7599" y="4994"/>
                  </a:lnTo>
                  <a:lnTo>
                    <a:pt x="6625" y="4360"/>
                  </a:lnTo>
                  <a:lnTo>
                    <a:pt x="6625" y="4360"/>
                  </a:lnTo>
                  <a:lnTo>
                    <a:pt x="6649" y="4166"/>
                  </a:lnTo>
                  <a:lnTo>
                    <a:pt x="6649" y="3946"/>
                  </a:lnTo>
                  <a:lnTo>
                    <a:pt x="7697" y="3459"/>
                  </a:lnTo>
                  <a:lnTo>
                    <a:pt x="7697" y="3459"/>
                  </a:lnTo>
                  <a:lnTo>
                    <a:pt x="7770" y="3435"/>
                  </a:lnTo>
                  <a:lnTo>
                    <a:pt x="7843" y="3386"/>
                  </a:lnTo>
                  <a:lnTo>
                    <a:pt x="7916" y="3240"/>
                  </a:lnTo>
                  <a:lnTo>
                    <a:pt x="7940" y="3094"/>
                  </a:lnTo>
                  <a:lnTo>
                    <a:pt x="7940" y="3021"/>
                  </a:lnTo>
                  <a:lnTo>
                    <a:pt x="7940" y="2948"/>
                  </a:lnTo>
                  <a:lnTo>
                    <a:pt x="7745" y="2412"/>
                  </a:lnTo>
                  <a:lnTo>
                    <a:pt x="7745" y="2412"/>
                  </a:lnTo>
                  <a:lnTo>
                    <a:pt x="7721" y="2339"/>
                  </a:lnTo>
                  <a:lnTo>
                    <a:pt x="7672" y="2290"/>
                  </a:lnTo>
                  <a:lnTo>
                    <a:pt x="7551" y="2193"/>
                  </a:lnTo>
                  <a:lnTo>
                    <a:pt x="7429" y="2144"/>
                  </a:lnTo>
                  <a:lnTo>
                    <a:pt x="7356" y="2144"/>
                  </a:lnTo>
                  <a:lnTo>
                    <a:pt x="7258" y="2144"/>
                  </a:lnTo>
                  <a:lnTo>
                    <a:pt x="7258" y="2144"/>
                  </a:lnTo>
                  <a:close/>
                  <a:moveTo>
                    <a:pt x="5480" y="4726"/>
                  </a:moveTo>
                  <a:lnTo>
                    <a:pt x="5480" y="4726"/>
                  </a:lnTo>
                  <a:lnTo>
                    <a:pt x="5383" y="4872"/>
                  </a:lnTo>
                  <a:lnTo>
                    <a:pt x="5286" y="4994"/>
                  </a:lnTo>
                  <a:lnTo>
                    <a:pt x="5188" y="5140"/>
                  </a:lnTo>
                  <a:lnTo>
                    <a:pt x="5066" y="5237"/>
                  </a:lnTo>
                  <a:lnTo>
                    <a:pt x="4945" y="5335"/>
                  </a:lnTo>
                  <a:lnTo>
                    <a:pt x="4798" y="5432"/>
                  </a:lnTo>
                  <a:lnTo>
                    <a:pt x="4652" y="5505"/>
                  </a:lnTo>
                  <a:lnTo>
                    <a:pt x="4506" y="5554"/>
                  </a:lnTo>
                  <a:lnTo>
                    <a:pt x="4360" y="5603"/>
                  </a:lnTo>
                  <a:lnTo>
                    <a:pt x="4190" y="5627"/>
                  </a:lnTo>
                  <a:lnTo>
                    <a:pt x="4043" y="5651"/>
                  </a:lnTo>
                  <a:lnTo>
                    <a:pt x="3873" y="5627"/>
                  </a:lnTo>
                  <a:lnTo>
                    <a:pt x="3702" y="5627"/>
                  </a:lnTo>
                  <a:lnTo>
                    <a:pt x="3556" y="5578"/>
                  </a:lnTo>
                  <a:lnTo>
                    <a:pt x="3386" y="5530"/>
                  </a:lnTo>
                  <a:lnTo>
                    <a:pt x="3240" y="5456"/>
                  </a:lnTo>
                  <a:lnTo>
                    <a:pt x="3240" y="5456"/>
                  </a:lnTo>
                  <a:lnTo>
                    <a:pt x="3094" y="5383"/>
                  </a:lnTo>
                  <a:lnTo>
                    <a:pt x="2947" y="5286"/>
                  </a:lnTo>
                  <a:lnTo>
                    <a:pt x="2826" y="5164"/>
                  </a:lnTo>
                  <a:lnTo>
                    <a:pt x="2704" y="5067"/>
                  </a:lnTo>
                  <a:lnTo>
                    <a:pt x="2606" y="4921"/>
                  </a:lnTo>
                  <a:lnTo>
                    <a:pt x="2533" y="4799"/>
                  </a:lnTo>
                  <a:lnTo>
                    <a:pt x="2460" y="4653"/>
                  </a:lnTo>
                  <a:lnTo>
                    <a:pt x="2387" y="4507"/>
                  </a:lnTo>
                  <a:lnTo>
                    <a:pt x="2363" y="4336"/>
                  </a:lnTo>
                  <a:lnTo>
                    <a:pt x="2314" y="4190"/>
                  </a:lnTo>
                  <a:lnTo>
                    <a:pt x="2314" y="4020"/>
                  </a:lnTo>
                  <a:lnTo>
                    <a:pt x="2314" y="3873"/>
                  </a:lnTo>
                  <a:lnTo>
                    <a:pt x="2339" y="3703"/>
                  </a:lnTo>
                  <a:lnTo>
                    <a:pt x="2363" y="3532"/>
                  </a:lnTo>
                  <a:lnTo>
                    <a:pt x="2412" y="3386"/>
                  </a:lnTo>
                  <a:lnTo>
                    <a:pt x="2485" y="3216"/>
                  </a:lnTo>
                  <a:lnTo>
                    <a:pt x="2485" y="3216"/>
                  </a:lnTo>
                  <a:lnTo>
                    <a:pt x="2582" y="3070"/>
                  </a:lnTo>
                  <a:lnTo>
                    <a:pt x="2680" y="2948"/>
                  </a:lnTo>
                  <a:lnTo>
                    <a:pt x="2777" y="2802"/>
                  </a:lnTo>
                  <a:lnTo>
                    <a:pt x="2899" y="2704"/>
                  </a:lnTo>
                  <a:lnTo>
                    <a:pt x="3020" y="2607"/>
                  </a:lnTo>
                  <a:lnTo>
                    <a:pt x="3167" y="2509"/>
                  </a:lnTo>
                  <a:lnTo>
                    <a:pt x="3313" y="2436"/>
                  </a:lnTo>
                  <a:lnTo>
                    <a:pt x="3459" y="2388"/>
                  </a:lnTo>
                  <a:lnTo>
                    <a:pt x="3605" y="2339"/>
                  </a:lnTo>
                  <a:lnTo>
                    <a:pt x="3775" y="2315"/>
                  </a:lnTo>
                  <a:lnTo>
                    <a:pt x="3922" y="2290"/>
                  </a:lnTo>
                  <a:lnTo>
                    <a:pt x="4092" y="2315"/>
                  </a:lnTo>
                  <a:lnTo>
                    <a:pt x="4263" y="2315"/>
                  </a:lnTo>
                  <a:lnTo>
                    <a:pt x="4409" y="2363"/>
                  </a:lnTo>
                  <a:lnTo>
                    <a:pt x="4579" y="2412"/>
                  </a:lnTo>
                  <a:lnTo>
                    <a:pt x="4725" y="2485"/>
                  </a:lnTo>
                  <a:lnTo>
                    <a:pt x="4725" y="2485"/>
                  </a:lnTo>
                  <a:lnTo>
                    <a:pt x="4871" y="2558"/>
                  </a:lnTo>
                  <a:lnTo>
                    <a:pt x="5018" y="2656"/>
                  </a:lnTo>
                  <a:lnTo>
                    <a:pt x="5139" y="2777"/>
                  </a:lnTo>
                  <a:lnTo>
                    <a:pt x="5261" y="2875"/>
                  </a:lnTo>
                  <a:lnTo>
                    <a:pt x="5359" y="3021"/>
                  </a:lnTo>
                  <a:lnTo>
                    <a:pt x="5432" y="3143"/>
                  </a:lnTo>
                  <a:lnTo>
                    <a:pt x="5505" y="3289"/>
                  </a:lnTo>
                  <a:lnTo>
                    <a:pt x="5578" y="3435"/>
                  </a:lnTo>
                  <a:lnTo>
                    <a:pt x="5602" y="3605"/>
                  </a:lnTo>
                  <a:lnTo>
                    <a:pt x="5626" y="3752"/>
                  </a:lnTo>
                  <a:lnTo>
                    <a:pt x="5651" y="3922"/>
                  </a:lnTo>
                  <a:lnTo>
                    <a:pt x="5651" y="4068"/>
                  </a:lnTo>
                  <a:lnTo>
                    <a:pt x="5626" y="4239"/>
                  </a:lnTo>
                  <a:lnTo>
                    <a:pt x="5602" y="4409"/>
                  </a:lnTo>
                  <a:lnTo>
                    <a:pt x="5553" y="4555"/>
                  </a:lnTo>
                  <a:lnTo>
                    <a:pt x="5480" y="4726"/>
                  </a:lnTo>
                  <a:lnTo>
                    <a:pt x="5480" y="4726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97" name="Google Shape;397;p34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21</a:t>
            </a:fld>
            <a:endParaRPr/>
          </a:p>
        </p:txBody>
      </p:sp>
      <p:sp>
        <p:nvSpPr>
          <p:cNvPr id="17" name="Google Shape;172;p20">
            <a:extLst>
              <a:ext uri="{FF2B5EF4-FFF2-40B4-BE49-F238E27FC236}">
                <a16:creationId xmlns:a16="http://schemas.microsoft.com/office/drawing/2014/main" id="{0BC4577D-C897-4BA9-916B-92E07DB1F97D}"/>
              </a:ext>
            </a:extLst>
          </p:cNvPr>
          <p:cNvSpPr txBox="1">
            <a:spLocks/>
          </p:cNvSpPr>
          <p:nvPr/>
        </p:nvSpPr>
        <p:spPr>
          <a:xfrm>
            <a:off x="3414580" y="2841718"/>
            <a:ext cx="2727254" cy="191239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spcBef>
                <a:spcPts val="600"/>
              </a:spcBef>
            </a:pPr>
            <a:r>
              <a:rPr lang="ko-KR" altLang="en-US" b="1" dirty="0">
                <a:highlight>
                  <a:srgbClr val="FFCD00"/>
                </a:highlight>
              </a:rPr>
              <a:t>요구사항명세서</a:t>
            </a:r>
            <a:endParaRPr lang="en-US" altLang="ko-KR" b="1" dirty="0">
              <a:highlight>
                <a:srgbClr val="FFCD00"/>
              </a:highlight>
            </a:endParaRPr>
          </a:p>
          <a:p>
            <a:pPr marL="285750" indent="-285750">
              <a:spcBef>
                <a:spcPts val="600"/>
              </a:spcBef>
              <a:buFontTx/>
              <a:buChar char="-"/>
            </a:pPr>
            <a:r>
              <a:rPr lang="ko-KR" altLang="en-US" b="1" dirty="0"/>
              <a:t>메시지 검색 기능 추가</a:t>
            </a:r>
            <a:endParaRPr lang="en-US" altLang="ko-KR" b="1" dirty="0"/>
          </a:p>
          <a:p>
            <a:pPr marL="285750" indent="-285750">
              <a:spcBef>
                <a:spcPts val="600"/>
              </a:spcBef>
              <a:buFontTx/>
              <a:buChar char="-"/>
            </a:pPr>
            <a:r>
              <a:rPr lang="ko-KR" altLang="en-US" b="1" dirty="0"/>
              <a:t>선물하기 기능 추가</a:t>
            </a:r>
            <a:endParaRPr lang="en-US" altLang="ko-KR" b="1" dirty="0"/>
          </a:p>
          <a:p>
            <a:pPr marL="285750" indent="-285750">
              <a:spcBef>
                <a:spcPts val="600"/>
              </a:spcBef>
              <a:buFontTx/>
              <a:buChar char="-"/>
            </a:pPr>
            <a:r>
              <a:rPr lang="ko-KR" altLang="en-US" b="1" dirty="0"/>
              <a:t>친구 리스트 </a:t>
            </a:r>
            <a:r>
              <a:rPr lang="ko-KR" altLang="en-US" b="1" dirty="0" err="1">
                <a:latin typeface="+mn-ea"/>
                <a:ea typeface="+mn-ea"/>
              </a:rPr>
              <a:t>ㄱㄴㄷ</a:t>
            </a:r>
            <a:r>
              <a:rPr lang="ko-KR" altLang="en-US" b="1" dirty="0">
                <a:latin typeface="+mn-ea"/>
                <a:ea typeface="+mn-ea"/>
              </a:rPr>
              <a:t> </a:t>
            </a:r>
            <a:r>
              <a:rPr lang="ko-KR" altLang="en-US" b="1" dirty="0"/>
              <a:t>순 정렬</a:t>
            </a:r>
            <a:endParaRPr lang="en-US" altLang="ko-KR" b="1" dirty="0"/>
          </a:p>
          <a:p>
            <a:pPr marL="285750" indent="-285750">
              <a:spcBef>
                <a:spcPts val="600"/>
              </a:spcBef>
              <a:buFontTx/>
              <a:buChar char="-"/>
            </a:pPr>
            <a:r>
              <a:rPr lang="ko-KR" altLang="en-US" b="1" dirty="0"/>
              <a:t>버그 수정</a:t>
            </a:r>
            <a:r>
              <a:rPr lang="en-US" altLang="ko-KR" b="1" dirty="0"/>
              <a:t>: </a:t>
            </a:r>
            <a:r>
              <a:rPr lang="ko-KR" altLang="en-US" b="1" dirty="0"/>
              <a:t>알림 안됨</a:t>
            </a:r>
            <a:endParaRPr lang="en-US" altLang="ko-KR" b="1" dirty="0"/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CDA998F4-F0FD-414B-B092-1A018A2FD8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3797" y="2729144"/>
            <a:ext cx="1923187" cy="1923187"/>
          </a:xfrm>
          <a:prstGeom prst="rect">
            <a:avLst/>
          </a:prstGeom>
        </p:spPr>
      </p:pic>
      <p:sp>
        <p:nvSpPr>
          <p:cNvPr id="22" name="Google Shape;172;p20">
            <a:extLst>
              <a:ext uri="{FF2B5EF4-FFF2-40B4-BE49-F238E27FC236}">
                <a16:creationId xmlns:a16="http://schemas.microsoft.com/office/drawing/2014/main" id="{689F8208-45D0-4A8D-A090-4FC01108AF85}"/>
              </a:ext>
            </a:extLst>
          </p:cNvPr>
          <p:cNvSpPr txBox="1">
            <a:spLocks/>
          </p:cNvSpPr>
          <p:nvPr/>
        </p:nvSpPr>
        <p:spPr>
          <a:xfrm>
            <a:off x="1044652" y="2317325"/>
            <a:ext cx="1781476" cy="95440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spcBef>
                <a:spcPts val="600"/>
              </a:spcBef>
            </a:pPr>
            <a:r>
              <a:rPr lang="ko-KR" altLang="en-US" b="1" dirty="0"/>
              <a:t>메시지 검색 </a:t>
            </a:r>
            <a:r>
              <a:rPr lang="en-US" altLang="ko-KR" b="1" dirty="0"/>
              <a:t>X</a:t>
            </a:r>
          </a:p>
          <a:p>
            <a:pPr>
              <a:spcBef>
                <a:spcPts val="600"/>
              </a:spcBef>
            </a:pPr>
            <a:r>
              <a:rPr lang="ko-KR" altLang="en-US" b="1" dirty="0"/>
              <a:t>선물하기 </a:t>
            </a:r>
            <a:r>
              <a:rPr lang="en-US" altLang="ko-KR" b="1" dirty="0"/>
              <a:t>X</a:t>
            </a:r>
          </a:p>
          <a:p>
            <a:pPr>
              <a:spcBef>
                <a:spcPts val="600"/>
              </a:spcBef>
            </a:pPr>
            <a:r>
              <a:rPr lang="ko-KR" altLang="en-US" b="1" dirty="0"/>
              <a:t>친구 리스트 </a:t>
            </a:r>
            <a:r>
              <a:rPr lang="ko-KR" altLang="en-US" b="1" dirty="0">
                <a:latin typeface="+mn-ea"/>
                <a:ea typeface="+mn-ea"/>
              </a:rPr>
              <a:t>정렬 </a:t>
            </a:r>
            <a:r>
              <a:rPr lang="en-US" altLang="ko-KR" b="1" dirty="0">
                <a:latin typeface="+mn-ea"/>
                <a:ea typeface="+mn-ea"/>
              </a:rPr>
              <a:t>X</a:t>
            </a:r>
            <a:endParaRPr lang="en-US" altLang="ko-KR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C0FF5E7-49B1-464A-880B-6CFD66EC689D}"/>
              </a:ext>
            </a:extLst>
          </p:cNvPr>
          <p:cNvSpPr txBox="1"/>
          <p:nvPr/>
        </p:nvSpPr>
        <p:spPr>
          <a:xfrm>
            <a:off x="1633865" y="4362209"/>
            <a:ext cx="60305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V 1.0</a:t>
            </a:r>
            <a:endParaRPr lang="ko-KR" altLang="en-US" dirty="0"/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25E852AE-EE87-4710-A6E8-0AD7E1DE4C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7874" y="2729143"/>
            <a:ext cx="1923187" cy="1923187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31CE0946-57F1-45C5-B742-4FF562965D51}"/>
              </a:ext>
            </a:extLst>
          </p:cNvPr>
          <p:cNvSpPr txBox="1"/>
          <p:nvPr/>
        </p:nvSpPr>
        <p:spPr>
          <a:xfrm>
            <a:off x="7014305" y="4362208"/>
            <a:ext cx="60305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V 2.0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181701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3" grpId="0" build="p"/>
      <p:bldP spid="17" grpId="0"/>
      <p:bldP spid="22" grpId="0" animBg="1"/>
      <p:bldP spid="5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34"/>
          <p:cNvSpPr txBox="1">
            <a:spLocks noGrp="1"/>
          </p:cNvSpPr>
          <p:nvPr>
            <p:ph type="title"/>
          </p:nvPr>
        </p:nvSpPr>
        <p:spPr>
          <a:xfrm>
            <a:off x="1381250" y="896112"/>
            <a:ext cx="38784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Git </a:t>
            </a:r>
            <a:r>
              <a:rPr lang="ko-KR" altLang="en-US" dirty="0"/>
              <a:t>원리 </a:t>
            </a:r>
            <a:r>
              <a:rPr lang="en-US" altLang="ko-KR" dirty="0"/>
              <a:t>&amp; </a:t>
            </a:r>
            <a:r>
              <a:rPr lang="ko-KR" altLang="en-US" dirty="0"/>
              <a:t>사용방법</a:t>
            </a:r>
            <a:endParaRPr dirty="0"/>
          </a:p>
        </p:txBody>
      </p:sp>
      <p:grpSp>
        <p:nvGrpSpPr>
          <p:cNvPr id="394" name="Google Shape;394;p34"/>
          <p:cNvGrpSpPr/>
          <p:nvPr/>
        </p:nvGrpSpPr>
        <p:grpSpPr>
          <a:xfrm>
            <a:off x="889984" y="1007708"/>
            <a:ext cx="270226" cy="238344"/>
            <a:chOff x="5247525" y="3007275"/>
            <a:chExt cx="517575" cy="456510"/>
          </a:xfrm>
        </p:grpSpPr>
        <p:sp>
          <p:nvSpPr>
            <p:cNvPr id="395" name="Google Shape;395;p34"/>
            <p:cNvSpPr/>
            <p:nvPr/>
          </p:nvSpPr>
          <p:spPr>
            <a:xfrm>
              <a:off x="5247525" y="3007275"/>
              <a:ext cx="348900" cy="348900"/>
            </a:xfrm>
            <a:custGeom>
              <a:avLst/>
              <a:gdLst/>
              <a:ahLst/>
              <a:cxnLst/>
              <a:rect l="l" t="t" r="r" b="b"/>
              <a:pathLst>
                <a:path w="13956" h="13956" fill="none" extrusionOk="0">
                  <a:moveTo>
                    <a:pt x="13323" y="5772"/>
                  </a:moveTo>
                  <a:lnTo>
                    <a:pt x="11861" y="5626"/>
                  </a:lnTo>
                  <a:lnTo>
                    <a:pt x="11861" y="5626"/>
                  </a:lnTo>
                  <a:lnTo>
                    <a:pt x="11788" y="5334"/>
                  </a:lnTo>
                  <a:lnTo>
                    <a:pt x="11667" y="5042"/>
                  </a:lnTo>
                  <a:lnTo>
                    <a:pt x="11545" y="4750"/>
                  </a:lnTo>
                  <a:lnTo>
                    <a:pt x="11399" y="4482"/>
                  </a:lnTo>
                  <a:lnTo>
                    <a:pt x="12300" y="3337"/>
                  </a:lnTo>
                  <a:lnTo>
                    <a:pt x="12300" y="3337"/>
                  </a:lnTo>
                  <a:lnTo>
                    <a:pt x="12373" y="3240"/>
                  </a:lnTo>
                  <a:lnTo>
                    <a:pt x="12422" y="3118"/>
                  </a:lnTo>
                  <a:lnTo>
                    <a:pt x="12446" y="2996"/>
                  </a:lnTo>
                  <a:lnTo>
                    <a:pt x="12446" y="2850"/>
                  </a:lnTo>
                  <a:lnTo>
                    <a:pt x="12422" y="2728"/>
                  </a:lnTo>
                  <a:lnTo>
                    <a:pt x="12397" y="2606"/>
                  </a:lnTo>
                  <a:lnTo>
                    <a:pt x="12324" y="2485"/>
                  </a:lnTo>
                  <a:lnTo>
                    <a:pt x="12251" y="2387"/>
                  </a:lnTo>
                  <a:lnTo>
                    <a:pt x="11569" y="1705"/>
                  </a:lnTo>
                  <a:lnTo>
                    <a:pt x="11569" y="1705"/>
                  </a:lnTo>
                  <a:lnTo>
                    <a:pt x="11472" y="1632"/>
                  </a:lnTo>
                  <a:lnTo>
                    <a:pt x="11350" y="1559"/>
                  </a:lnTo>
                  <a:lnTo>
                    <a:pt x="11228" y="1510"/>
                  </a:lnTo>
                  <a:lnTo>
                    <a:pt x="11106" y="1510"/>
                  </a:lnTo>
                  <a:lnTo>
                    <a:pt x="10960" y="1510"/>
                  </a:lnTo>
                  <a:lnTo>
                    <a:pt x="10838" y="1535"/>
                  </a:lnTo>
                  <a:lnTo>
                    <a:pt x="10717" y="1583"/>
                  </a:lnTo>
                  <a:lnTo>
                    <a:pt x="10619" y="1656"/>
                  </a:lnTo>
                  <a:lnTo>
                    <a:pt x="9475" y="2558"/>
                  </a:lnTo>
                  <a:lnTo>
                    <a:pt x="9475" y="2558"/>
                  </a:lnTo>
                  <a:lnTo>
                    <a:pt x="9207" y="2411"/>
                  </a:lnTo>
                  <a:lnTo>
                    <a:pt x="8914" y="2290"/>
                  </a:lnTo>
                  <a:lnTo>
                    <a:pt x="8622" y="2168"/>
                  </a:lnTo>
                  <a:lnTo>
                    <a:pt x="8330" y="2070"/>
                  </a:lnTo>
                  <a:lnTo>
                    <a:pt x="8159" y="634"/>
                  </a:lnTo>
                  <a:lnTo>
                    <a:pt x="8159" y="634"/>
                  </a:lnTo>
                  <a:lnTo>
                    <a:pt x="8135" y="512"/>
                  </a:lnTo>
                  <a:lnTo>
                    <a:pt x="8086" y="390"/>
                  </a:lnTo>
                  <a:lnTo>
                    <a:pt x="8013" y="293"/>
                  </a:lnTo>
                  <a:lnTo>
                    <a:pt x="7940" y="195"/>
                  </a:lnTo>
                  <a:lnTo>
                    <a:pt x="7818" y="122"/>
                  </a:lnTo>
                  <a:lnTo>
                    <a:pt x="7721" y="49"/>
                  </a:lnTo>
                  <a:lnTo>
                    <a:pt x="7575" y="25"/>
                  </a:lnTo>
                  <a:lnTo>
                    <a:pt x="7453" y="0"/>
                  </a:lnTo>
                  <a:lnTo>
                    <a:pt x="6479" y="0"/>
                  </a:lnTo>
                  <a:lnTo>
                    <a:pt x="6479" y="0"/>
                  </a:lnTo>
                  <a:lnTo>
                    <a:pt x="6357" y="25"/>
                  </a:lnTo>
                  <a:lnTo>
                    <a:pt x="6235" y="49"/>
                  </a:lnTo>
                  <a:lnTo>
                    <a:pt x="6114" y="122"/>
                  </a:lnTo>
                  <a:lnTo>
                    <a:pt x="6016" y="195"/>
                  </a:lnTo>
                  <a:lnTo>
                    <a:pt x="5919" y="293"/>
                  </a:lnTo>
                  <a:lnTo>
                    <a:pt x="5846" y="390"/>
                  </a:lnTo>
                  <a:lnTo>
                    <a:pt x="5797" y="512"/>
                  </a:lnTo>
                  <a:lnTo>
                    <a:pt x="5773" y="634"/>
                  </a:lnTo>
                  <a:lnTo>
                    <a:pt x="5602" y="2070"/>
                  </a:lnTo>
                  <a:lnTo>
                    <a:pt x="5602" y="2070"/>
                  </a:lnTo>
                  <a:lnTo>
                    <a:pt x="5310" y="2168"/>
                  </a:lnTo>
                  <a:lnTo>
                    <a:pt x="5018" y="2290"/>
                  </a:lnTo>
                  <a:lnTo>
                    <a:pt x="4750" y="2411"/>
                  </a:lnTo>
                  <a:lnTo>
                    <a:pt x="4482" y="2558"/>
                  </a:lnTo>
                  <a:lnTo>
                    <a:pt x="3337" y="1656"/>
                  </a:lnTo>
                  <a:lnTo>
                    <a:pt x="3337" y="1656"/>
                  </a:lnTo>
                  <a:lnTo>
                    <a:pt x="3215" y="1583"/>
                  </a:lnTo>
                  <a:lnTo>
                    <a:pt x="3094" y="1535"/>
                  </a:lnTo>
                  <a:lnTo>
                    <a:pt x="2972" y="1510"/>
                  </a:lnTo>
                  <a:lnTo>
                    <a:pt x="2850" y="1510"/>
                  </a:lnTo>
                  <a:lnTo>
                    <a:pt x="2728" y="1510"/>
                  </a:lnTo>
                  <a:lnTo>
                    <a:pt x="2582" y="1559"/>
                  </a:lnTo>
                  <a:lnTo>
                    <a:pt x="2485" y="1632"/>
                  </a:lnTo>
                  <a:lnTo>
                    <a:pt x="2387" y="1705"/>
                  </a:lnTo>
                  <a:lnTo>
                    <a:pt x="1705" y="2387"/>
                  </a:lnTo>
                  <a:lnTo>
                    <a:pt x="1705" y="2387"/>
                  </a:lnTo>
                  <a:lnTo>
                    <a:pt x="1608" y="2485"/>
                  </a:lnTo>
                  <a:lnTo>
                    <a:pt x="1559" y="2606"/>
                  </a:lnTo>
                  <a:lnTo>
                    <a:pt x="1511" y="2728"/>
                  </a:lnTo>
                  <a:lnTo>
                    <a:pt x="1486" y="2850"/>
                  </a:lnTo>
                  <a:lnTo>
                    <a:pt x="1486" y="2996"/>
                  </a:lnTo>
                  <a:lnTo>
                    <a:pt x="1511" y="3118"/>
                  </a:lnTo>
                  <a:lnTo>
                    <a:pt x="1559" y="3240"/>
                  </a:lnTo>
                  <a:lnTo>
                    <a:pt x="1632" y="3337"/>
                  </a:lnTo>
                  <a:lnTo>
                    <a:pt x="2533" y="4482"/>
                  </a:lnTo>
                  <a:lnTo>
                    <a:pt x="2533" y="4482"/>
                  </a:lnTo>
                  <a:lnTo>
                    <a:pt x="2387" y="4750"/>
                  </a:lnTo>
                  <a:lnTo>
                    <a:pt x="2266" y="5042"/>
                  </a:lnTo>
                  <a:lnTo>
                    <a:pt x="2168" y="5334"/>
                  </a:lnTo>
                  <a:lnTo>
                    <a:pt x="2071" y="5626"/>
                  </a:lnTo>
                  <a:lnTo>
                    <a:pt x="634" y="5772"/>
                  </a:lnTo>
                  <a:lnTo>
                    <a:pt x="634" y="5772"/>
                  </a:lnTo>
                  <a:lnTo>
                    <a:pt x="512" y="5821"/>
                  </a:lnTo>
                  <a:lnTo>
                    <a:pt x="390" y="5870"/>
                  </a:lnTo>
                  <a:lnTo>
                    <a:pt x="268" y="5943"/>
                  </a:lnTo>
                  <a:lnTo>
                    <a:pt x="171" y="6016"/>
                  </a:lnTo>
                  <a:lnTo>
                    <a:pt x="98" y="6138"/>
                  </a:lnTo>
                  <a:lnTo>
                    <a:pt x="49" y="6235"/>
                  </a:lnTo>
                  <a:lnTo>
                    <a:pt x="1" y="6381"/>
                  </a:lnTo>
                  <a:lnTo>
                    <a:pt x="1" y="6503"/>
                  </a:lnTo>
                  <a:lnTo>
                    <a:pt x="1" y="7453"/>
                  </a:lnTo>
                  <a:lnTo>
                    <a:pt x="1" y="7453"/>
                  </a:lnTo>
                  <a:lnTo>
                    <a:pt x="1" y="7599"/>
                  </a:lnTo>
                  <a:lnTo>
                    <a:pt x="49" y="7721"/>
                  </a:lnTo>
                  <a:lnTo>
                    <a:pt x="98" y="7843"/>
                  </a:lnTo>
                  <a:lnTo>
                    <a:pt x="171" y="7940"/>
                  </a:lnTo>
                  <a:lnTo>
                    <a:pt x="268" y="8037"/>
                  </a:lnTo>
                  <a:lnTo>
                    <a:pt x="390" y="8111"/>
                  </a:lnTo>
                  <a:lnTo>
                    <a:pt x="512" y="8159"/>
                  </a:lnTo>
                  <a:lnTo>
                    <a:pt x="634" y="8184"/>
                  </a:lnTo>
                  <a:lnTo>
                    <a:pt x="2071" y="8354"/>
                  </a:lnTo>
                  <a:lnTo>
                    <a:pt x="2071" y="8354"/>
                  </a:lnTo>
                  <a:lnTo>
                    <a:pt x="2168" y="8646"/>
                  </a:lnTo>
                  <a:lnTo>
                    <a:pt x="2266" y="8914"/>
                  </a:lnTo>
                  <a:lnTo>
                    <a:pt x="2387" y="9206"/>
                  </a:lnTo>
                  <a:lnTo>
                    <a:pt x="2533" y="9474"/>
                  </a:lnTo>
                  <a:lnTo>
                    <a:pt x="1632" y="10619"/>
                  </a:lnTo>
                  <a:lnTo>
                    <a:pt x="1632" y="10619"/>
                  </a:lnTo>
                  <a:lnTo>
                    <a:pt x="1559" y="10741"/>
                  </a:lnTo>
                  <a:lnTo>
                    <a:pt x="1511" y="10863"/>
                  </a:lnTo>
                  <a:lnTo>
                    <a:pt x="1486" y="10984"/>
                  </a:lnTo>
                  <a:lnTo>
                    <a:pt x="1486" y="11106"/>
                  </a:lnTo>
                  <a:lnTo>
                    <a:pt x="1511" y="11228"/>
                  </a:lnTo>
                  <a:lnTo>
                    <a:pt x="1559" y="11350"/>
                  </a:lnTo>
                  <a:lnTo>
                    <a:pt x="1608" y="11472"/>
                  </a:lnTo>
                  <a:lnTo>
                    <a:pt x="1705" y="11569"/>
                  </a:lnTo>
                  <a:lnTo>
                    <a:pt x="2387" y="12251"/>
                  </a:lnTo>
                  <a:lnTo>
                    <a:pt x="2387" y="12251"/>
                  </a:lnTo>
                  <a:lnTo>
                    <a:pt x="2485" y="12348"/>
                  </a:lnTo>
                  <a:lnTo>
                    <a:pt x="2582" y="12397"/>
                  </a:lnTo>
                  <a:lnTo>
                    <a:pt x="2728" y="12446"/>
                  </a:lnTo>
                  <a:lnTo>
                    <a:pt x="2850" y="12470"/>
                  </a:lnTo>
                  <a:lnTo>
                    <a:pt x="2972" y="12470"/>
                  </a:lnTo>
                  <a:lnTo>
                    <a:pt x="3094" y="12421"/>
                  </a:lnTo>
                  <a:lnTo>
                    <a:pt x="3215" y="12373"/>
                  </a:lnTo>
                  <a:lnTo>
                    <a:pt x="3337" y="12324"/>
                  </a:lnTo>
                  <a:lnTo>
                    <a:pt x="4482" y="11423"/>
                  </a:lnTo>
                  <a:lnTo>
                    <a:pt x="4482" y="11423"/>
                  </a:lnTo>
                  <a:lnTo>
                    <a:pt x="4750" y="11545"/>
                  </a:lnTo>
                  <a:lnTo>
                    <a:pt x="5018" y="11691"/>
                  </a:lnTo>
                  <a:lnTo>
                    <a:pt x="5310" y="11788"/>
                  </a:lnTo>
                  <a:lnTo>
                    <a:pt x="5602" y="11886"/>
                  </a:lnTo>
                  <a:lnTo>
                    <a:pt x="5773" y="13322"/>
                  </a:lnTo>
                  <a:lnTo>
                    <a:pt x="5773" y="13322"/>
                  </a:lnTo>
                  <a:lnTo>
                    <a:pt x="5797" y="13444"/>
                  </a:lnTo>
                  <a:lnTo>
                    <a:pt x="5846" y="13566"/>
                  </a:lnTo>
                  <a:lnTo>
                    <a:pt x="5919" y="13688"/>
                  </a:lnTo>
                  <a:lnTo>
                    <a:pt x="6016" y="13785"/>
                  </a:lnTo>
                  <a:lnTo>
                    <a:pt x="6114" y="13858"/>
                  </a:lnTo>
                  <a:lnTo>
                    <a:pt x="6235" y="13907"/>
                  </a:lnTo>
                  <a:lnTo>
                    <a:pt x="6357" y="13956"/>
                  </a:lnTo>
                  <a:lnTo>
                    <a:pt x="6479" y="13956"/>
                  </a:lnTo>
                  <a:lnTo>
                    <a:pt x="7453" y="13956"/>
                  </a:lnTo>
                  <a:lnTo>
                    <a:pt x="7453" y="13956"/>
                  </a:lnTo>
                  <a:lnTo>
                    <a:pt x="7575" y="13956"/>
                  </a:lnTo>
                  <a:lnTo>
                    <a:pt x="7721" y="13907"/>
                  </a:lnTo>
                  <a:lnTo>
                    <a:pt x="7818" y="13858"/>
                  </a:lnTo>
                  <a:lnTo>
                    <a:pt x="7940" y="13785"/>
                  </a:lnTo>
                  <a:lnTo>
                    <a:pt x="8013" y="13688"/>
                  </a:lnTo>
                  <a:lnTo>
                    <a:pt x="8086" y="13566"/>
                  </a:lnTo>
                  <a:lnTo>
                    <a:pt x="8135" y="13444"/>
                  </a:lnTo>
                  <a:lnTo>
                    <a:pt x="8159" y="13322"/>
                  </a:lnTo>
                  <a:lnTo>
                    <a:pt x="8330" y="11886"/>
                  </a:lnTo>
                  <a:lnTo>
                    <a:pt x="8330" y="11886"/>
                  </a:lnTo>
                  <a:lnTo>
                    <a:pt x="8622" y="11788"/>
                  </a:lnTo>
                  <a:lnTo>
                    <a:pt x="8914" y="11691"/>
                  </a:lnTo>
                  <a:lnTo>
                    <a:pt x="9207" y="11545"/>
                  </a:lnTo>
                  <a:lnTo>
                    <a:pt x="9475" y="11423"/>
                  </a:lnTo>
                  <a:lnTo>
                    <a:pt x="10619" y="12324"/>
                  </a:lnTo>
                  <a:lnTo>
                    <a:pt x="10619" y="12324"/>
                  </a:lnTo>
                  <a:lnTo>
                    <a:pt x="10717" y="12373"/>
                  </a:lnTo>
                  <a:lnTo>
                    <a:pt x="10838" y="12421"/>
                  </a:lnTo>
                  <a:lnTo>
                    <a:pt x="10960" y="12470"/>
                  </a:lnTo>
                  <a:lnTo>
                    <a:pt x="11106" y="12470"/>
                  </a:lnTo>
                  <a:lnTo>
                    <a:pt x="11228" y="12446"/>
                  </a:lnTo>
                  <a:lnTo>
                    <a:pt x="11350" y="12397"/>
                  </a:lnTo>
                  <a:lnTo>
                    <a:pt x="11472" y="12348"/>
                  </a:lnTo>
                  <a:lnTo>
                    <a:pt x="11569" y="12251"/>
                  </a:lnTo>
                  <a:lnTo>
                    <a:pt x="12251" y="11569"/>
                  </a:lnTo>
                  <a:lnTo>
                    <a:pt x="12251" y="11569"/>
                  </a:lnTo>
                  <a:lnTo>
                    <a:pt x="12324" y="11472"/>
                  </a:lnTo>
                  <a:lnTo>
                    <a:pt x="12397" y="11350"/>
                  </a:lnTo>
                  <a:lnTo>
                    <a:pt x="12422" y="11228"/>
                  </a:lnTo>
                  <a:lnTo>
                    <a:pt x="12446" y="11106"/>
                  </a:lnTo>
                  <a:lnTo>
                    <a:pt x="12446" y="10984"/>
                  </a:lnTo>
                  <a:lnTo>
                    <a:pt x="12422" y="10863"/>
                  </a:lnTo>
                  <a:lnTo>
                    <a:pt x="12373" y="10741"/>
                  </a:lnTo>
                  <a:lnTo>
                    <a:pt x="12300" y="10619"/>
                  </a:lnTo>
                  <a:lnTo>
                    <a:pt x="11399" y="9474"/>
                  </a:lnTo>
                  <a:lnTo>
                    <a:pt x="11399" y="9474"/>
                  </a:lnTo>
                  <a:lnTo>
                    <a:pt x="11545" y="9206"/>
                  </a:lnTo>
                  <a:lnTo>
                    <a:pt x="11667" y="8914"/>
                  </a:lnTo>
                  <a:lnTo>
                    <a:pt x="11788" y="8646"/>
                  </a:lnTo>
                  <a:lnTo>
                    <a:pt x="11861" y="8354"/>
                  </a:lnTo>
                  <a:lnTo>
                    <a:pt x="13323" y="8184"/>
                  </a:lnTo>
                  <a:lnTo>
                    <a:pt x="13323" y="8184"/>
                  </a:lnTo>
                  <a:lnTo>
                    <a:pt x="13444" y="8159"/>
                  </a:lnTo>
                  <a:lnTo>
                    <a:pt x="13566" y="8111"/>
                  </a:lnTo>
                  <a:lnTo>
                    <a:pt x="13664" y="8037"/>
                  </a:lnTo>
                  <a:lnTo>
                    <a:pt x="13761" y="7940"/>
                  </a:lnTo>
                  <a:lnTo>
                    <a:pt x="13834" y="7843"/>
                  </a:lnTo>
                  <a:lnTo>
                    <a:pt x="13907" y="7721"/>
                  </a:lnTo>
                  <a:lnTo>
                    <a:pt x="13932" y="7599"/>
                  </a:lnTo>
                  <a:lnTo>
                    <a:pt x="13956" y="7453"/>
                  </a:lnTo>
                  <a:lnTo>
                    <a:pt x="13956" y="6503"/>
                  </a:lnTo>
                  <a:lnTo>
                    <a:pt x="13956" y="6503"/>
                  </a:lnTo>
                  <a:lnTo>
                    <a:pt x="13932" y="6381"/>
                  </a:lnTo>
                  <a:lnTo>
                    <a:pt x="13907" y="6235"/>
                  </a:lnTo>
                  <a:lnTo>
                    <a:pt x="13834" y="6138"/>
                  </a:lnTo>
                  <a:lnTo>
                    <a:pt x="13761" y="6016"/>
                  </a:lnTo>
                  <a:lnTo>
                    <a:pt x="13664" y="5943"/>
                  </a:lnTo>
                  <a:lnTo>
                    <a:pt x="13566" y="5870"/>
                  </a:lnTo>
                  <a:lnTo>
                    <a:pt x="13444" y="5821"/>
                  </a:lnTo>
                  <a:lnTo>
                    <a:pt x="13323" y="5772"/>
                  </a:lnTo>
                  <a:lnTo>
                    <a:pt x="13323" y="5772"/>
                  </a:lnTo>
                  <a:close/>
                  <a:moveTo>
                    <a:pt x="8573" y="8598"/>
                  </a:moveTo>
                  <a:lnTo>
                    <a:pt x="8573" y="8598"/>
                  </a:lnTo>
                  <a:lnTo>
                    <a:pt x="8403" y="8744"/>
                  </a:lnTo>
                  <a:lnTo>
                    <a:pt x="8232" y="8890"/>
                  </a:lnTo>
                  <a:lnTo>
                    <a:pt x="8038" y="8987"/>
                  </a:lnTo>
                  <a:lnTo>
                    <a:pt x="7818" y="9085"/>
                  </a:lnTo>
                  <a:lnTo>
                    <a:pt x="7624" y="9158"/>
                  </a:lnTo>
                  <a:lnTo>
                    <a:pt x="7404" y="9206"/>
                  </a:lnTo>
                  <a:lnTo>
                    <a:pt x="7185" y="9231"/>
                  </a:lnTo>
                  <a:lnTo>
                    <a:pt x="6966" y="9255"/>
                  </a:lnTo>
                  <a:lnTo>
                    <a:pt x="6747" y="9231"/>
                  </a:lnTo>
                  <a:lnTo>
                    <a:pt x="6528" y="9206"/>
                  </a:lnTo>
                  <a:lnTo>
                    <a:pt x="6333" y="9158"/>
                  </a:lnTo>
                  <a:lnTo>
                    <a:pt x="6114" y="9085"/>
                  </a:lnTo>
                  <a:lnTo>
                    <a:pt x="5919" y="8987"/>
                  </a:lnTo>
                  <a:lnTo>
                    <a:pt x="5724" y="8890"/>
                  </a:lnTo>
                  <a:lnTo>
                    <a:pt x="5529" y="8744"/>
                  </a:lnTo>
                  <a:lnTo>
                    <a:pt x="5359" y="8598"/>
                  </a:lnTo>
                  <a:lnTo>
                    <a:pt x="5359" y="8598"/>
                  </a:lnTo>
                  <a:lnTo>
                    <a:pt x="5212" y="8427"/>
                  </a:lnTo>
                  <a:lnTo>
                    <a:pt x="5066" y="8232"/>
                  </a:lnTo>
                  <a:lnTo>
                    <a:pt x="4969" y="8037"/>
                  </a:lnTo>
                  <a:lnTo>
                    <a:pt x="4871" y="7843"/>
                  </a:lnTo>
                  <a:lnTo>
                    <a:pt x="4798" y="7623"/>
                  </a:lnTo>
                  <a:lnTo>
                    <a:pt x="4750" y="7404"/>
                  </a:lnTo>
                  <a:lnTo>
                    <a:pt x="4701" y="7209"/>
                  </a:lnTo>
                  <a:lnTo>
                    <a:pt x="4701" y="6990"/>
                  </a:lnTo>
                  <a:lnTo>
                    <a:pt x="4701" y="6771"/>
                  </a:lnTo>
                  <a:lnTo>
                    <a:pt x="4750" y="6552"/>
                  </a:lnTo>
                  <a:lnTo>
                    <a:pt x="4798" y="6333"/>
                  </a:lnTo>
                  <a:lnTo>
                    <a:pt x="4871" y="6138"/>
                  </a:lnTo>
                  <a:lnTo>
                    <a:pt x="4969" y="5919"/>
                  </a:lnTo>
                  <a:lnTo>
                    <a:pt x="5066" y="5724"/>
                  </a:lnTo>
                  <a:lnTo>
                    <a:pt x="5212" y="5553"/>
                  </a:lnTo>
                  <a:lnTo>
                    <a:pt x="5359" y="5383"/>
                  </a:lnTo>
                  <a:lnTo>
                    <a:pt x="5359" y="5383"/>
                  </a:lnTo>
                  <a:lnTo>
                    <a:pt x="5529" y="5212"/>
                  </a:lnTo>
                  <a:lnTo>
                    <a:pt x="5724" y="5091"/>
                  </a:lnTo>
                  <a:lnTo>
                    <a:pt x="5919" y="4969"/>
                  </a:lnTo>
                  <a:lnTo>
                    <a:pt x="6114" y="4871"/>
                  </a:lnTo>
                  <a:lnTo>
                    <a:pt x="6333" y="4798"/>
                  </a:lnTo>
                  <a:lnTo>
                    <a:pt x="6528" y="4750"/>
                  </a:lnTo>
                  <a:lnTo>
                    <a:pt x="6747" y="4725"/>
                  </a:lnTo>
                  <a:lnTo>
                    <a:pt x="6966" y="4701"/>
                  </a:lnTo>
                  <a:lnTo>
                    <a:pt x="7185" y="4725"/>
                  </a:lnTo>
                  <a:lnTo>
                    <a:pt x="7404" y="4750"/>
                  </a:lnTo>
                  <a:lnTo>
                    <a:pt x="7624" y="4798"/>
                  </a:lnTo>
                  <a:lnTo>
                    <a:pt x="7818" y="4871"/>
                  </a:lnTo>
                  <a:lnTo>
                    <a:pt x="8038" y="4969"/>
                  </a:lnTo>
                  <a:lnTo>
                    <a:pt x="8232" y="5091"/>
                  </a:lnTo>
                  <a:lnTo>
                    <a:pt x="8403" y="5212"/>
                  </a:lnTo>
                  <a:lnTo>
                    <a:pt x="8573" y="5383"/>
                  </a:lnTo>
                  <a:lnTo>
                    <a:pt x="8573" y="5383"/>
                  </a:lnTo>
                  <a:lnTo>
                    <a:pt x="8744" y="5553"/>
                  </a:lnTo>
                  <a:lnTo>
                    <a:pt x="8866" y="5724"/>
                  </a:lnTo>
                  <a:lnTo>
                    <a:pt x="8987" y="5919"/>
                  </a:lnTo>
                  <a:lnTo>
                    <a:pt x="9085" y="6138"/>
                  </a:lnTo>
                  <a:lnTo>
                    <a:pt x="9158" y="6333"/>
                  </a:lnTo>
                  <a:lnTo>
                    <a:pt x="9207" y="6552"/>
                  </a:lnTo>
                  <a:lnTo>
                    <a:pt x="9231" y="6771"/>
                  </a:lnTo>
                  <a:lnTo>
                    <a:pt x="9231" y="6990"/>
                  </a:lnTo>
                  <a:lnTo>
                    <a:pt x="9231" y="7209"/>
                  </a:lnTo>
                  <a:lnTo>
                    <a:pt x="9207" y="7404"/>
                  </a:lnTo>
                  <a:lnTo>
                    <a:pt x="9158" y="7623"/>
                  </a:lnTo>
                  <a:lnTo>
                    <a:pt x="9085" y="7843"/>
                  </a:lnTo>
                  <a:lnTo>
                    <a:pt x="8987" y="8037"/>
                  </a:lnTo>
                  <a:lnTo>
                    <a:pt x="8866" y="8232"/>
                  </a:lnTo>
                  <a:lnTo>
                    <a:pt x="8744" y="8427"/>
                  </a:lnTo>
                  <a:lnTo>
                    <a:pt x="8573" y="8598"/>
                  </a:lnTo>
                  <a:lnTo>
                    <a:pt x="8573" y="8598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" name="Google Shape;396;p34"/>
            <p:cNvSpPr/>
            <p:nvPr/>
          </p:nvSpPr>
          <p:spPr>
            <a:xfrm>
              <a:off x="5566575" y="3265260"/>
              <a:ext cx="198525" cy="198525"/>
            </a:xfrm>
            <a:custGeom>
              <a:avLst/>
              <a:gdLst/>
              <a:ahLst/>
              <a:cxnLst/>
              <a:rect l="l" t="t" r="r" b="b"/>
              <a:pathLst>
                <a:path w="7941" h="7941" fill="none" extrusionOk="0">
                  <a:moveTo>
                    <a:pt x="7258" y="2144"/>
                  </a:moveTo>
                  <a:lnTo>
                    <a:pt x="6138" y="2388"/>
                  </a:lnTo>
                  <a:lnTo>
                    <a:pt x="6138" y="2388"/>
                  </a:lnTo>
                  <a:lnTo>
                    <a:pt x="6016" y="2217"/>
                  </a:lnTo>
                  <a:lnTo>
                    <a:pt x="5870" y="2071"/>
                  </a:lnTo>
                  <a:lnTo>
                    <a:pt x="6260" y="975"/>
                  </a:lnTo>
                  <a:lnTo>
                    <a:pt x="6260" y="975"/>
                  </a:lnTo>
                  <a:lnTo>
                    <a:pt x="6284" y="902"/>
                  </a:lnTo>
                  <a:lnTo>
                    <a:pt x="6284" y="829"/>
                  </a:lnTo>
                  <a:lnTo>
                    <a:pt x="6260" y="683"/>
                  </a:lnTo>
                  <a:lnTo>
                    <a:pt x="6162" y="561"/>
                  </a:lnTo>
                  <a:lnTo>
                    <a:pt x="6114" y="488"/>
                  </a:lnTo>
                  <a:lnTo>
                    <a:pt x="6065" y="464"/>
                  </a:lnTo>
                  <a:lnTo>
                    <a:pt x="5553" y="196"/>
                  </a:lnTo>
                  <a:lnTo>
                    <a:pt x="5553" y="196"/>
                  </a:lnTo>
                  <a:lnTo>
                    <a:pt x="5480" y="171"/>
                  </a:lnTo>
                  <a:lnTo>
                    <a:pt x="5407" y="171"/>
                  </a:lnTo>
                  <a:lnTo>
                    <a:pt x="5261" y="171"/>
                  </a:lnTo>
                  <a:lnTo>
                    <a:pt x="5115" y="244"/>
                  </a:lnTo>
                  <a:lnTo>
                    <a:pt x="5066" y="293"/>
                  </a:lnTo>
                  <a:lnTo>
                    <a:pt x="5018" y="342"/>
                  </a:lnTo>
                  <a:lnTo>
                    <a:pt x="4384" y="1316"/>
                  </a:lnTo>
                  <a:lnTo>
                    <a:pt x="4384" y="1316"/>
                  </a:lnTo>
                  <a:lnTo>
                    <a:pt x="4165" y="1292"/>
                  </a:lnTo>
                  <a:lnTo>
                    <a:pt x="3970" y="1292"/>
                  </a:lnTo>
                  <a:lnTo>
                    <a:pt x="3483" y="244"/>
                  </a:lnTo>
                  <a:lnTo>
                    <a:pt x="3483" y="244"/>
                  </a:lnTo>
                  <a:lnTo>
                    <a:pt x="3435" y="171"/>
                  </a:lnTo>
                  <a:lnTo>
                    <a:pt x="3386" y="123"/>
                  </a:lnTo>
                  <a:lnTo>
                    <a:pt x="3264" y="50"/>
                  </a:lnTo>
                  <a:lnTo>
                    <a:pt x="3118" y="1"/>
                  </a:lnTo>
                  <a:lnTo>
                    <a:pt x="3045" y="1"/>
                  </a:lnTo>
                  <a:lnTo>
                    <a:pt x="2972" y="25"/>
                  </a:lnTo>
                  <a:lnTo>
                    <a:pt x="2436" y="196"/>
                  </a:lnTo>
                  <a:lnTo>
                    <a:pt x="2436" y="196"/>
                  </a:lnTo>
                  <a:lnTo>
                    <a:pt x="2363" y="220"/>
                  </a:lnTo>
                  <a:lnTo>
                    <a:pt x="2290" y="269"/>
                  </a:lnTo>
                  <a:lnTo>
                    <a:pt x="2192" y="391"/>
                  </a:lnTo>
                  <a:lnTo>
                    <a:pt x="2144" y="537"/>
                  </a:lnTo>
                  <a:lnTo>
                    <a:pt x="2144" y="610"/>
                  </a:lnTo>
                  <a:lnTo>
                    <a:pt x="2144" y="683"/>
                  </a:lnTo>
                  <a:lnTo>
                    <a:pt x="2387" y="1828"/>
                  </a:lnTo>
                  <a:lnTo>
                    <a:pt x="2387" y="1828"/>
                  </a:lnTo>
                  <a:lnTo>
                    <a:pt x="2217" y="1949"/>
                  </a:lnTo>
                  <a:lnTo>
                    <a:pt x="2071" y="2095"/>
                  </a:lnTo>
                  <a:lnTo>
                    <a:pt x="999" y="1681"/>
                  </a:lnTo>
                  <a:lnTo>
                    <a:pt x="999" y="1681"/>
                  </a:lnTo>
                  <a:lnTo>
                    <a:pt x="926" y="1681"/>
                  </a:lnTo>
                  <a:lnTo>
                    <a:pt x="829" y="1657"/>
                  </a:lnTo>
                  <a:lnTo>
                    <a:pt x="682" y="1706"/>
                  </a:lnTo>
                  <a:lnTo>
                    <a:pt x="561" y="1779"/>
                  </a:lnTo>
                  <a:lnTo>
                    <a:pt x="512" y="1828"/>
                  </a:lnTo>
                  <a:lnTo>
                    <a:pt x="463" y="1901"/>
                  </a:lnTo>
                  <a:lnTo>
                    <a:pt x="220" y="2388"/>
                  </a:lnTo>
                  <a:lnTo>
                    <a:pt x="220" y="2388"/>
                  </a:lnTo>
                  <a:lnTo>
                    <a:pt x="195" y="2461"/>
                  </a:lnTo>
                  <a:lnTo>
                    <a:pt x="171" y="2534"/>
                  </a:lnTo>
                  <a:lnTo>
                    <a:pt x="195" y="2704"/>
                  </a:lnTo>
                  <a:lnTo>
                    <a:pt x="244" y="2826"/>
                  </a:lnTo>
                  <a:lnTo>
                    <a:pt x="293" y="2899"/>
                  </a:lnTo>
                  <a:lnTo>
                    <a:pt x="366" y="2948"/>
                  </a:lnTo>
                  <a:lnTo>
                    <a:pt x="1340" y="3581"/>
                  </a:lnTo>
                  <a:lnTo>
                    <a:pt x="1340" y="3581"/>
                  </a:lnTo>
                  <a:lnTo>
                    <a:pt x="1316" y="3776"/>
                  </a:lnTo>
                  <a:lnTo>
                    <a:pt x="1291" y="3995"/>
                  </a:lnTo>
                  <a:lnTo>
                    <a:pt x="244" y="4482"/>
                  </a:lnTo>
                  <a:lnTo>
                    <a:pt x="244" y="4482"/>
                  </a:lnTo>
                  <a:lnTo>
                    <a:pt x="195" y="4507"/>
                  </a:lnTo>
                  <a:lnTo>
                    <a:pt x="122" y="4555"/>
                  </a:lnTo>
                  <a:lnTo>
                    <a:pt x="49" y="4701"/>
                  </a:lnTo>
                  <a:lnTo>
                    <a:pt x="0" y="4848"/>
                  </a:lnTo>
                  <a:lnTo>
                    <a:pt x="25" y="4921"/>
                  </a:lnTo>
                  <a:lnTo>
                    <a:pt x="25" y="4994"/>
                  </a:lnTo>
                  <a:lnTo>
                    <a:pt x="220" y="5530"/>
                  </a:lnTo>
                  <a:lnTo>
                    <a:pt x="220" y="5530"/>
                  </a:lnTo>
                  <a:lnTo>
                    <a:pt x="244" y="5578"/>
                  </a:lnTo>
                  <a:lnTo>
                    <a:pt x="293" y="5651"/>
                  </a:lnTo>
                  <a:lnTo>
                    <a:pt x="390" y="5749"/>
                  </a:lnTo>
                  <a:lnTo>
                    <a:pt x="536" y="5797"/>
                  </a:lnTo>
                  <a:lnTo>
                    <a:pt x="609" y="5797"/>
                  </a:lnTo>
                  <a:lnTo>
                    <a:pt x="682" y="5797"/>
                  </a:lnTo>
                  <a:lnTo>
                    <a:pt x="1827" y="5554"/>
                  </a:lnTo>
                  <a:lnTo>
                    <a:pt x="1827" y="5554"/>
                  </a:lnTo>
                  <a:lnTo>
                    <a:pt x="1949" y="5724"/>
                  </a:lnTo>
                  <a:lnTo>
                    <a:pt x="2095" y="5870"/>
                  </a:lnTo>
                  <a:lnTo>
                    <a:pt x="1705" y="6966"/>
                  </a:lnTo>
                  <a:lnTo>
                    <a:pt x="1705" y="6966"/>
                  </a:lnTo>
                  <a:lnTo>
                    <a:pt x="1681" y="7040"/>
                  </a:lnTo>
                  <a:lnTo>
                    <a:pt x="1681" y="7113"/>
                  </a:lnTo>
                  <a:lnTo>
                    <a:pt x="1705" y="7259"/>
                  </a:lnTo>
                  <a:lnTo>
                    <a:pt x="1778" y="7380"/>
                  </a:lnTo>
                  <a:lnTo>
                    <a:pt x="1851" y="7429"/>
                  </a:lnTo>
                  <a:lnTo>
                    <a:pt x="1900" y="7478"/>
                  </a:lnTo>
                  <a:lnTo>
                    <a:pt x="2412" y="7721"/>
                  </a:lnTo>
                  <a:lnTo>
                    <a:pt x="2412" y="7721"/>
                  </a:lnTo>
                  <a:lnTo>
                    <a:pt x="2485" y="7770"/>
                  </a:lnTo>
                  <a:lnTo>
                    <a:pt x="2558" y="7770"/>
                  </a:lnTo>
                  <a:lnTo>
                    <a:pt x="2704" y="7770"/>
                  </a:lnTo>
                  <a:lnTo>
                    <a:pt x="2850" y="7697"/>
                  </a:lnTo>
                  <a:lnTo>
                    <a:pt x="2899" y="7648"/>
                  </a:lnTo>
                  <a:lnTo>
                    <a:pt x="2947" y="7600"/>
                  </a:lnTo>
                  <a:lnTo>
                    <a:pt x="3581" y="6625"/>
                  </a:lnTo>
                  <a:lnTo>
                    <a:pt x="3581" y="6625"/>
                  </a:lnTo>
                  <a:lnTo>
                    <a:pt x="3800" y="6650"/>
                  </a:lnTo>
                  <a:lnTo>
                    <a:pt x="3995" y="6650"/>
                  </a:lnTo>
                  <a:lnTo>
                    <a:pt x="4482" y="7697"/>
                  </a:lnTo>
                  <a:lnTo>
                    <a:pt x="4482" y="7697"/>
                  </a:lnTo>
                  <a:lnTo>
                    <a:pt x="4531" y="7770"/>
                  </a:lnTo>
                  <a:lnTo>
                    <a:pt x="4579" y="7819"/>
                  </a:lnTo>
                  <a:lnTo>
                    <a:pt x="4701" y="7892"/>
                  </a:lnTo>
                  <a:lnTo>
                    <a:pt x="4847" y="7941"/>
                  </a:lnTo>
                  <a:lnTo>
                    <a:pt x="4920" y="7941"/>
                  </a:lnTo>
                  <a:lnTo>
                    <a:pt x="4993" y="7916"/>
                  </a:lnTo>
                  <a:lnTo>
                    <a:pt x="5529" y="7746"/>
                  </a:lnTo>
                  <a:lnTo>
                    <a:pt x="5529" y="7746"/>
                  </a:lnTo>
                  <a:lnTo>
                    <a:pt x="5602" y="7721"/>
                  </a:lnTo>
                  <a:lnTo>
                    <a:pt x="5651" y="7673"/>
                  </a:lnTo>
                  <a:lnTo>
                    <a:pt x="5748" y="7551"/>
                  </a:lnTo>
                  <a:lnTo>
                    <a:pt x="5821" y="7405"/>
                  </a:lnTo>
                  <a:lnTo>
                    <a:pt x="5821" y="7332"/>
                  </a:lnTo>
                  <a:lnTo>
                    <a:pt x="5821" y="7259"/>
                  </a:lnTo>
                  <a:lnTo>
                    <a:pt x="5578" y="6114"/>
                  </a:lnTo>
                  <a:lnTo>
                    <a:pt x="5578" y="6114"/>
                  </a:lnTo>
                  <a:lnTo>
                    <a:pt x="5724" y="5992"/>
                  </a:lnTo>
                  <a:lnTo>
                    <a:pt x="5894" y="5846"/>
                  </a:lnTo>
                  <a:lnTo>
                    <a:pt x="6966" y="6260"/>
                  </a:lnTo>
                  <a:lnTo>
                    <a:pt x="6966" y="6260"/>
                  </a:lnTo>
                  <a:lnTo>
                    <a:pt x="7039" y="6260"/>
                  </a:lnTo>
                  <a:lnTo>
                    <a:pt x="7112" y="6285"/>
                  </a:lnTo>
                  <a:lnTo>
                    <a:pt x="7258" y="6236"/>
                  </a:lnTo>
                  <a:lnTo>
                    <a:pt x="7404" y="6163"/>
                  </a:lnTo>
                  <a:lnTo>
                    <a:pt x="7453" y="6114"/>
                  </a:lnTo>
                  <a:lnTo>
                    <a:pt x="7502" y="6041"/>
                  </a:lnTo>
                  <a:lnTo>
                    <a:pt x="7745" y="5530"/>
                  </a:lnTo>
                  <a:lnTo>
                    <a:pt x="7745" y="5530"/>
                  </a:lnTo>
                  <a:lnTo>
                    <a:pt x="7770" y="5481"/>
                  </a:lnTo>
                  <a:lnTo>
                    <a:pt x="7794" y="5383"/>
                  </a:lnTo>
                  <a:lnTo>
                    <a:pt x="7770" y="5237"/>
                  </a:lnTo>
                  <a:lnTo>
                    <a:pt x="7697" y="5115"/>
                  </a:lnTo>
                  <a:lnTo>
                    <a:pt x="7648" y="5042"/>
                  </a:lnTo>
                  <a:lnTo>
                    <a:pt x="7599" y="4994"/>
                  </a:lnTo>
                  <a:lnTo>
                    <a:pt x="6625" y="4360"/>
                  </a:lnTo>
                  <a:lnTo>
                    <a:pt x="6625" y="4360"/>
                  </a:lnTo>
                  <a:lnTo>
                    <a:pt x="6649" y="4166"/>
                  </a:lnTo>
                  <a:lnTo>
                    <a:pt x="6649" y="3946"/>
                  </a:lnTo>
                  <a:lnTo>
                    <a:pt x="7697" y="3459"/>
                  </a:lnTo>
                  <a:lnTo>
                    <a:pt x="7697" y="3459"/>
                  </a:lnTo>
                  <a:lnTo>
                    <a:pt x="7770" y="3435"/>
                  </a:lnTo>
                  <a:lnTo>
                    <a:pt x="7843" y="3386"/>
                  </a:lnTo>
                  <a:lnTo>
                    <a:pt x="7916" y="3240"/>
                  </a:lnTo>
                  <a:lnTo>
                    <a:pt x="7940" y="3094"/>
                  </a:lnTo>
                  <a:lnTo>
                    <a:pt x="7940" y="3021"/>
                  </a:lnTo>
                  <a:lnTo>
                    <a:pt x="7940" y="2948"/>
                  </a:lnTo>
                  <a:lnTo>
                    <a:pt x="7745" y="2412"/>
                  </a:lnTo>
                  <a:lnTo>
                    <a:pt x="7745" y="2412"/>
                  </a:lnTo>
                  <a:lnTo>
                    <a:pt x="7721" y="2339"/>
                  </a:lnTo>
                  <a:lnTo>
                    <a:pt x="7672" y="2290"/>
                  </a:lnTo>
                  <a:lnTo>
                    <a:pt x="7551" y="2193"/>
                  </a:lnTo>
                  <a:lnTo>
                    <a:pt x="7429" y="2144"/>
                  </a:lnTo>
                  <a:lnTo>
                    <a:pt x="7356" y="2144"/>
                  </a:lnTo>
                  <a:lnTo>
                    <a:pt x="7258" y="2144"/>
                  </a:lnTo>
                  <a:lnTo>
                    <a:pt x="7258" y="2144"/>
                  </a:lnTo>
                  <a:close/>
                  <a:moveTo>
                    <a:pt x="5480" y="4726"/>
                  </a:moveTo>
                  <a:lnTo>
                    <a:pt x="5480" y="4726"/>
                  </a:lnTo>
                  <a:lnTo>
                    <a:pt x="5383" y="4872"/>
                  </a:lnTo>
                  <a:lnTo>
                    <a:pt x="5286" y="4994"/>
                  </a:lnTo>
                  <a:lnTo>
                    <a:pt x="5188" y="5140"/>
                  </a:lnTo>
                  <a:lnTo>
                    <a:pt x="5066" y="5237"/>
                  </a:lnTo>
                  <a:lnTo>
                    <a:pt x="4945" y="5335"/>
                  </a:lnTo>
                  <a:lnTo>
                    <a:pt x="4798" y="5432"/>
                  </a:lnTo>
                  <a:lnTo>
                    <a:pt x="4652" y="5505"/>
                  </a:lnTo>
                  <a:lnTo>
                    <a:pt x="4506" y="5554"/>
                  </a:lnTo>
                  <a:lnTo>
                    <a:pt x="4360" y="5603"/>
                  </a:lnTo>
                  <a:lnTo>
                    <a:pt x="4190" y="5627"/>
                  </a:lnTo>
                  <a:lnTo>
                    <a:pt x="4043" y="5651"/>
                  </a:lnTo>
                  <a:lnTo>
                    <a:pt x="3873" y="5627"/>
                  </a:lnTo>
                  <a:lnTo>
                    <a:pt x="3702" y="5627"/>
                  </a:lnTo>
                  <a:lnTo>
                    <a:pt x="3556" y="5578"/>
                  </a:lnTo>
                  <a:lnTo>
                    <a:pt x="3386" y="5530"/>
                  </a:lnTo>
                  <a:lnTo>
                    <a:pt x="3240" y="5456"/>
                  </a:lnTo>
                  <a:lnTo>
                    <a:pt x="3240" y="5456"/>
                  </a:lnTo>
                  <a:lnTo>
                    <a:pt x="3094" y="5383"/>
                  </a:lnTo>
                  <a:lnTo>
                    <a:pt x="2947" y="5286"/>
                  </a:lnTo>
                  <a:lnTo>
                    <a:pt x="2826" y="5164"/>
                  </a:lnTo>
                  <a:lnTo>
                    <a:pt x="2704" y="5067"/>
                  </a:lnTo>
                  <a:lnTo>
                    <a:pt x="2606" y="4921"/>
                  </a:lnTo>
                  <a:lnTo>
                    <a:pt x="2533" y="4799"/>
                  </a:lnTo>
                  <a:lnTo>
                    <a:pt x="2460" y="4653"/>
                  </a:lnTo>
                  <a:lnTo>
                    <a:pt x="2387" y="4507"/>
                  </a:lnTo>
                  <a:lnTo>
                    <a:pt x="2363" y="4336"/>
                  </a:lnTo>
                  <a:lnTo>
                    <a:pt x="2314" y="4190"/>
                  </a:lnTo>
                  <a:lnTo>
                    <a:pt x="2314" y="4020"/>
                  </a:lnTo>
                  <a:lnTo>
                    <a:pt x="2314" y="3873"/>
                  </a:lnTo>
                  <a:lnTo>
                    <a:pt x="2339" y="3703"/>
                  </a:lnTo>
                  <a:lnTo>
                    <a:pt x="2363" y="3532"/>
                  </a:lnTo>
                  <a:lnTo>
                    <a:pt x="2412" y="3386"/>
                  </a:lnTo>
                  <a:lnTo>
                    <a:pt x="2485" y="3216"/>
                  </a:lnTo>
                  <a:lnTo>
                    <a:pt x="2485" y="3216"/>
                  </a:lnTo>
                  <a:lnTo>
                    <a:pt x="2582" y="3070"/>
                  </a:lnTo>
                  <a:lnTo>
                    <a:pt x="2680" y="2948"/>
                  </a:lnTo>
                  <a:lnTo>
                    <a:pt x="2777" y="2802"/>
                  </a:lnTo>
                  <a:lnTo>
                    <a:pt x="2899" y="2704"/>
                  </a:lnTo>
                  <a:lnTo>
                    <a:pt x="3020" y="2607"/>
                  </a:lnTo>
                  <a:lnTo>
                    <a:pt x="3167" y="2509"/>
                  </a:lnTo>
                  <a:lnTo>
                    <a:pt x="3313" y="2436"/>
                  </a:lnTo>
                  <a:lnTo>
                    <a:pt x="3459" y="2388"/>
                  </a:lnTo>
                  <a:lnTo>
                    <a:pt x="3605" y="2339"/>
                  </a:lnTo>
                  <a:lnTo>
                    <a:pt x="3775" y="2315"/>
                  </a:lnTo>
                  <a:lnTo>
                    <a:pt x="3922" y="2290"/>
                  </a:lnTo>
                  <a:lnTo>
                    <a:pt x="4092" y="2315"/>
                  </a:lnTo>
                  <a:lnTo>
                    <a:pt x="4263" y="2315"/>
                  </a:lnTo>
                  <a:lnTo>
                    <a:pt x="4409" y="2363"/>
                  </a:lnTo>
                  <a:lnTo>
                    <a:pt x="4579" y="2412"/>
                  </a:lnTo>
                  <a:lnTo>
                    <a:pt x="4725" y="2485"/>
                  </a:lnTo>
                  <a:lnTo>
                    <a:pt x="4725" y="2485"/>
                  </a:lnTo>
                  <a:lnTo>
                    <a:pt x="4871" y="2558"/>
                  </a:lnTo>
                  <a:lnTo>
                    <a:pt x="5018" y="2656"/>
                  </a:lnTo>
                  <a:lnTo>
                    <a:pt x="5139" y="2777"/>
                  </a:lnTo>
                  <a:lnTo>
                    <a:pt x="5261" y="2875"/>
                  </a:lnTo>
                  <a:lnTo>
                    <a:pt x="5359" y="3021"/>
                  </a:lnTo>
                  <a:lnTo>
                    <a:pt x="5432" y="3143"/>
                  </a:lnTo>
                  <a:lnTo>
                    <a:pt x="5505" y="3289"/>
                  </a:lnTo>
                  <a:lnTo>
                    <a:pt x="5578" y="3435"/>
                  </a:lnTo>
                  <a:lnTo>
                    <a:pt x="5602" y="3605"/>
                  </a:lnTo>
                  <a:lnTo>
                    <a:pt x="5626" y="3752"/>
                  </a:lnTo>
                  <a:lnTo>
                    <a:pt x="5651" y="3922"/>
                  </a:lnTo>
                  <a:lnTo>
                    <a:pt x="5651" y="4068"/>
                  </a:lnTo>
                  <a:lnTo>
                    <a:pt x="5626" y="4239"/>
                  </a:lnTo>
                  <a:lnTo>
                    <a:pt x="5602" y="4409"/>
                  </a:lnTo>
                  <a:lnTo>
                    <a:pt x="5553" y="4555"/>
                  </a:lnTo>
                  <a:lnTo>
                    <a:pt x="5480" y="4726"/>
                  </a:lnTo>
                  <a:lnTo>
                    <a:pt x="5480" y="4726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97" name="Google Shape;397;p34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22</a:t>
            </a:fld>
            <a:endParaRPr/>
          </a:p>
        </p:txBody>
      </p:sp>
      <p:graphicFrame>
        <p:nvGraphicFramePr>
          <p:cNvPr id="29" name="Google Shape;768;p47">
            <a:extLst>
              <a:ext uri="{FF2B5EF4-FFF2-40B4-BE49-F238E27FC236}">
                <a16:creationId xmlns:a16="http://schemas.microsoft.com/office/drawing/2014/main" id="{77976F4C-30A9-4E29-8881-846CBD77684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021015932"/>
              </p:ext>
            </p:extLst>
          </p:nvPr>
        </p:nvGraphicFramePr>
        <p:xfrm>
          <a:off x="988509" y="2105178"/>
          <a:ext cx="7166982" cy="2030614"/>
        </p:xfrm>
        <a:graphic>
          <a:graphicData uri="http://schemas.openxmlformats.org/drawingml/2006/table">
            <a:tbl>
              <a:tblPr>
                <a:noFill/>
                <a:tableStyleId>{FD83C8C0-4F54-423C-8FE9-BE38F65F2308}</a:tableStyleId>
              </a:tblPr>
              <a:tblGrid>
                <a:gridCol w="10647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0442">
                  <a:extLst>
                    <a:ext uri="{9D8B030D-6E8A-4147-A177-3AD203B41FA5}">
                      <a16:colId xmlns:a16="http://schemas.microsoft.com/office/drawing/2014/main" val="3766402643"/>
                    </a:ext>
                  </a:extLst>
                </a:gridCol>
                <a:gridCol w="122044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2044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2044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2044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95919"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 dirty="0">
                        <a:solidFill>
                          <a:schemeClr val="dk2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카카오톡</a:t>
                      </a:r>
                      <a:endParaRPr lang="en-US" altLang="ko-KR" sz="1100" dirty="0">
                        <a:solidFill>
                          <a:schemeClr val="tx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V 1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.0</a:t>
                      </a:r>
                      <a:endParaRPr sz="1100" dirty="0">
                        <a:solidFill>
                          <a:schemeClr val="tx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A</a:t>
                      </a:r>
                      <a:endParaRPr sz="1100" dirty="0">
                        <a:solidFill>
                          <a:schemeClr val="tx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dirty="0">
                          <a:solidFill>
                            <a:schemeClr val="tx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B</a:t>
                      </a:r>
                      <a:endParaRPr sz="1100" dirty="0">
                        <a:solidFill>
                          <a:schemeClr val="tx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dirty="0">
                          <a:solidFill>
                            <a:schemeClr val="tx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C</a:t>
                      </a:r>
                      <a:endParaRPr sz="1100" dirty="0">
                        <a:solidFill>
                          <a:schemeClr val="tx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dirty="0">
                          <a:solidFill>
                            <a:schemeClr val="tx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D</a:t>
                      </a:r>
                      <a:endParaRPr sz="1100" dirty="0">
                        <a:solidFill>
                          <a:schemeClr val="tx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0818"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000" dirty="0">
                          <a:solidFill>
                            <a:schemeClr val="dk2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담당</a:t>
                      </a:r>
                      <a:endParaRPr sz="1000" dirty="0">
                        <a:solidFill>
                          <a:schemeClr val="dk2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chemeClr val="dk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Origi</a:t>
                      </a:r>
                      <a:r>
                        <a:rPr lang="en-US" altLang="ko-KR" sz="1000" dirty="0">
                          <a:solidFill>
                            <a:schemeClr val="dk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nal</a:t>
                      </a:r>
                      <a:endParaRPr sz="1000" dirty="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000" dirty="0">
                          <a:solidFill>
                            <a:schemeClr val="dk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메시지 검색</a:t>
                      </a:r>
                      <a:endParaRPr sz="1000" dirty="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000" dirty="0">
                          <a:solidFill>
                            <a:schemeClr val="dk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선물하기</a:t>
                      </a:r>
                      <a:endParaRPr sz="1000" dirty="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000" dirty="0">
                          <a:solidFill>
                            <a:schemeClr val="dk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친구 리스트</a:t>
                      </a:r>
                      <a:endParaRPr lang="en-US" altLang="ko-KR" sz="1000" dirty="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000" dirty="0">
                          <a:solidFill>
                            <a:schemeClr val="dk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정렬</a:t>
                      </a:r>
                      <a:endParaRPr sz="1000" dirty="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000" dirty="0">
                          <a:solidFill>
                            <a:schemeClr val="dk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메시지 도착 알림</a:t>
                      </a:r>
                      <a:endParaRPr lang="en-US" altLang="ko-KR" sz="1000" dirty="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000" dirty="0">
                          <a:solidFill>
                            <a:schemeClr val="dk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버그 수정</a:t>
                      </a:r>
                      <a:endParaRPr lang="en-US" altLang="ko-KR" sz="1000" dirty="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3877"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dirty="0">
                          <a:solidFill>
                            <a:schemeClr val="dk2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Branch</a:t>
                      </a:r>
                      <a:endParaRPr sz="1000" dirty="0">
                        <a:solidFill>
                          <a:schemeClr val="dk2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0EEE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000" dirty="0">
                          <a:solidFill>
                            <a:schemeClr val="dk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Master Branch</a:t>
                      </a:r>
                      <a:endParaRPr sz="1000" dirty="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0EEE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000" dirty="0">
                          <a:solidFill>
                            <a:schemeClr val="dk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Branch 1</a:t>
                      </a:r>
                      <a:endParaRPr sz="1000" dirty="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0EEE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dirty="0">
                          <a:solidFill>
                            <a:schemeClr val="dk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Branch 2</a:t>
                      </a:r>
                      <a:endParaRPr sz="1000" dirty="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0EEE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dirty="0">
                          <a:solidFill>
                            <a:schemeClr val="dk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Branch 3</a:t>
                      </a:r>
                      <a:endParaRPr sz="1000" dirty="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0EEE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dirty="0">
                          <a:solidFill>
                            <a:schemeClr val="dk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Branch 4</a:t>
                      </a:r>
                      <a:endParaRPr sz="1000" dirty="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0EE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30" name="Google Shape;1560;p49">
            <a:extLst>
              <a:ext uri="{FF2B5EF4-FFF2-40B4-BE49-F238E27FC236}">
                <a16:creationId xmlns:a16="http://schemas.microsoft.com/office/drawing/2014/main" id="{F1A2C556-2184-4C6C-9239-D58CC8514532}"/>
              </a:ext>
            </a:extLst>
          </p:cNvPr>
          <p:cNvGrpSpPr/>
          <p:nvPr/>
        </p:nvGrpSpPr>
        <p:grpSpPr>
          <a:xfrm>
            <a:off x="5259650" y="495461"/>
            <a:ext cx="445681" cy="400651"/>
            <a:chOff x="9626723" y="5526313"/>
            <a:chExt cx="720002" cy="647256"/>
          </a:xfrm>
        </p:grpSpPr>
        <p:sp>
          <p:nvSpPr>
            <p:cNvPr id="31" name="Google Shape;1561;p49">
              <a:extLst>
                <a:ext uri="{FF2B5EF4-FFF2-40B4-BE49-F238E27FC236}">
                  <a16:creationId xmlns:a16="http://schemas.microsoft.com/office/drawing/2014/main" id="{68CACFCF-B6DB-4B27-B845-3DF3D2ADACFC}"/>
                </a:ext>
              </a:extLst>
            </p:cNvPr>
            <p:cNvSpPr/>
            <p:nvPr/>
          </p:nvSpPr>
          <p:spPr>
            <a:xfrm>
              <a:off x="10040990" y="5526317"/>
              <a:ext cx="168000" cy="168301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32" name="Google Shape;1562;p49">
              <a:extLst>
                <a:ext uri="{FF2B5EF4-FFF2-40B4-BE49-F238E27FC236}">
                  <a16:creationId xmlns:a16="http://schemas.microsoft.com/office/drawing/2014/main" id="{A3A378F4-2030-4998-A924-7E7E0E1D39D6}"/>
                </a:ext>
              </a:extLst>
            </p:cNvPr>
            <p:cNvSpPr/>
            <p:nvPr/>
          </p:nvSpPr>
          <p:spPr>
            <a:xfrm>
              <a:off x="9765139" y="5526313"/>
              <a:ext cx="168300" cy="1683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33" name="Google Shape;1563;p49">
              <a:extLst>
                <a:ext uri="{FF2B5EF4-FFF2-40B4-BE49-F238E27FC236}">
                  <a16:creationId xmlns:a16="http://schemas.microsoft.com/office/drawing/2014/main" id="{9E7529BD-4268-4046-9DFB-B5C2BCB38A09}"/>
                </a:ext>
              </a:extLst>
            </p:cNvPr>
            <p:cNvSpPr/>
            <p:nvPr/>
          </p:nvSpPr>
          <p:spPr>
            <a:xfrm>
              <a:off x="10040990" y="6005269"/>
              <a:ext cx="168000" cy="1683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34" name="Google Shape;1564;p49">
              <a:extLst>
                <a:ext uri="{FF2B5EF4-FFF2-40B4-BE49-F238E27FC236}">
                  <a16:creationId xmlns:a16="http://schemas.microsoft.com/office/drawing/2014/main" id="{97BCACCC-06F3-4E0F-8734-7D20FF20A56C}"/>
                </a:ext>
              </a:extLst>
            </p:cNvPr>
            <p:cNvSpPr/>
            <p:nvPr/>
          </p:nvSpPr>
          <p:spPr>
            <a:xfrm>
              <a:off x="10178425" y="5765496"/>
              <a:ext cx="168300" cy="1689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35" name="Google Shape;1565;p49">
              <a:extLst>
                <a:ext uri="{FF2B5EF4-FFF2-40B4-BE49-F238E27FC236}">
                  <a16:creationId xmlns:a16="http://schemas.microsoft.com/office/drawing/2014/main" id="{026B09E2-3431-4622-8DA0-4027A9167617}"/>
                </a:ext>
              </a:extLst>
            </p:cNvPr>
            <p:cNvSpPr/>
            <p:nvPr/>
          </p:nvSpPr>
          <p:spPr>
            <a:xfrm>
              <a:off x="9626723" y="5765496"/>
              <a:ext cx="168000" cy="1689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36" name="Google Shape;1566;p49">
              <a:extLst>
                <a:ext uri="{FF2B5EF4-FFF2-40B4-BE49-F238E27FC236}">
                  <a16:creationId xmlns:a16="http://schemas.microsoft.com/office/drawing/2014/main" id="{9998F4A5-EF0D-4DE6-BAFE-71B266C9353A}"/>
                </a:ext>
              </a:extLst>
            </p:cNvPr>
            <p:cNvSpPr/>
            <p:nvPr/>
          </p:nvSpPr>
          <p:spPr>
            <a:xfrm>
              <a:off x="9765139" y="6005269"/>
              <a:ext cx="168300" cy="16830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37" name="Google Shape;1567;p49">
              <a:extLst>
                <a:ext uri="{FF2B5EF4-FFF2-40B4-BE49-F238E27FC236}">
                  <a16:creationId xmlns:a16="http://schemas.microsoft.com/office/drawing/2014/main" id="{3EEB67F7-5DA1-4899-A326-40431FAAB281}"/>
                </a:ext>
              </a:extLst>
            </p:cNvPr>
            <p:cNvSpPr/>
            <p:nvPr/>
          </p:nvSpPr>
          <p:spPr>
            <a:xfrm>
              <a:off x="10198227" y="5672808"/>
              <a:ext cx="47838" cy="83066"/>
            </a:xfrm>
            <a:custGeom>
              <a:avLst/>
              <a:gdLst/>
              <a:ahLst/>
              <a:cxnLst/>
              <a:rect l="l" t="t" r="r" b="b"/>
              <a:pathLst>
                <a:path w="94" h="163" extrusionOk="0">
                  <a:moveTo>
                    <a:pt x="0" y="0"/>
                  </a:moveTo>
                  <a:cubicBezTo>
                    <a:pt x="20" y="23"/>
                    <a:pt x="38" y="49"/>
                    <a:pt x="54" y="77"/>
                  </a:cubicBezTo>
                  <a:cubicBezTo>
                    <a:pt x="70" y="105"/>
                    <a:pt x="83" y="134"/>
                    <a:pt x="94" y="163"/>
                  </a:cubicBezTo>
                </a:path>
              </a:pathLst>
            </a:custGeom>
            <a:noFill/>
            <a:ln w="28575" cap="rnd" cmpd="sng">
              <a:solidFill>
                <a:schemeClr val="dk1"/>
              </a:solidFill>
              <a:prstDash val="solid"/>
              <a:miter lim="524288"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38" name="Google Shape;1568;p49">
              <a:extLst>
                <a:ext uri="{FF2B5EF4-FFF2-40B4-BE49-F238E27FC236}">
                  <a16:creationId xmlns:a16="http://schemas.microsoft.com/office/drawing/2014/main" id="{E005FD7B-0398-400E-9929-490362BF5D41}"/>
                </a:ext>
              </a:extLst>
            </p:cNvPr>
            <p:cNvSpPr/>
            <p:nvPr/>
          </p:nvSpPr>
          <p:spPr>
            <a:xfrm>
              <a:off x="10197835" y="5944589"/>
              <a:ext cx="48230" cy="83066"/>
            </a:xfrm>
            <a:custGeom>
              <a:avLst/>
              <a:gdLst/>
              <a:ahLst/>
              <a:cxnLst/>
              <a:rect l="l" t="t" r="r" b="b"/>
              <a:pathLst>
                <a:path w="95" h="163" extrusionOk="0">
                  <a:moveTo>
                    <a:pt x="95" y="0"/>
                  </a:moveTo>
                  <a:cubicBezTo>
                    <a:pt x="84" y="29"/>
                    <a:pt x="71" y="58"/>
                    <a:pt x="55" y="85"/>
                  </a:cubicBezTo>
                  <a:cubicBezTo>
                    <a:pt x="39" y="113"/>
                    <a:pt x="20" y="139"/>
                    <a:pt x="0" y="163"/>
                  </a:cubicBezTo>
                </a:path>
              </a:pathLst>
            </a:custGeom>
            <a:noFill/>
            <a:ln w="28575" cap="rnd" cmpd="sng">
              <a:solidFill>
                <a:schemeClr val="dk1"/>
              </a:solidFill>
              <a:prstDash val="solid"/>
              <a:miter lim="524288"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39" name="Google Shape;1569;p49">
              <a:extLst>
                <a:ext uri="{FF2B5EF4-FFF2-40B4-BE49-F238E27FC236}">
                  <a16:creationId xmlns:a16="http://schemas.microsoft.com/office/drawing/2014/main" id="{EEF3F7B3-69BD-44F4-8D57-7D69A4E99365}"/>
                </a:ext>
              </a:extLst>
            </p:cNvPr>
            <p:cNvSpPr/>
            <p:nvPr/>
          </p:nvSpPr>
          <p:spPr>
            <a:xfrm>
              <a:off x="9938649" y="6122111"/>
              <a:ext cx="96263" cy="4124"/>
            </a:xfrm>
            <a:custGeom>
              <a:avLst/>
              <a:gdLst/>
              <a:ahLst/>
              <a:cxnLst/>
              <a:rect l="l" t="t" r="r" b="b"/>
              <a:pathLst>
                <a:path w="189" h="8" extrusionOk="0">
                  <a:moveTo>
                    <a:pt x="189" y="0"/>
                  </a:moveTo>
                  <a:cubicBezTo>
                    <a:pt x="158" y="5"/>
                    <a:pt x="127" y="8"/>
                    <a:pt x="95" y="8"/>
                  </a:cubicBezTo>
                  <a:cubicBezTo>
                    <a:pt x="63" y="8"/>
                    <a:pt x="31" y="5"/>
                    <a:pt x="0" y="0"/>
                  </a:cubicBezTo>
                </a:path>
              </a:pathLst>
            </a:custGeom>
            <a:noFill/>
            <a:ln w="28575" cap="rnd" cmpd="sng">
              <a:solidFill>
                <a:schemeClr val="dk1"/>
              </a:solidFill>
              <a:prstDash val="solid"/>
              <a:miter lim="524288"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40" name="Google Shape;1570;p49">
              <a:extLst>
                <a:ext uri="{FF2B5EF4-FFF2-40B4-BE49-F238E27FC236}">
                  <a16:creationId xmlns:a16="http://schemas.microsoft.com/office/drawing/2014/main" id="{4CCEA33E-D20F-4DB3-8C53-008439031A0C}"/>
                </a:ext>
              </a:extLst>
            </p:cNvPr>
            <p:cNvSpPr/>
            <p:nvPr/>
          </p:nvSpPr>
          <p:spPr>
            <a:xfrm>
              <a:off x="9728084" y="5944196"/>
              <a:ext cx="47838" cy="83066"/>
            </a:xfrm>
            <a:custGeom>
              <a:avLst/>
              <a:gdLst/>
              <a:ahLst/>
              <a:cxnLst/>
              <a:rect l="l" t="t" r="r" b="b"/>
              <a:pathLst>
                <a:path w="94" h="163" extrusionOk="0">
                  <a:moveTo>
                    <a:pt x="94" y="163"/>
                  </a:moveTo>
                  <a:cubicBezTo>
                    <a:pt x="74" y="140"/>
                    <a:pt x="56" y="114"/>
                    <a:pt x="40" y="86"/>
                  </a:cubicBezTo>
                  <a:cubicBezTo>
                    <a:pt x="24" y="58"/>
                    <a:pt x="11" y="30"/>
                    <a:pt x="0" y="0"/>
                  </a:cubicBezTo>
                </a:path>
              </a:pathLst>
            </a:custGeom>
            <a:noFill/>
            <a:ln w="28575" cap="rnd" cmpd="sng">
              <a:solidFill>
                <a:schemeClr val="dk1"/>
              </a:solidFill>
              <a:prstDash val="solid"/>
              <a:miter lim="524288"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41" name="Google Shape;1571;p49">
              <a:extLst>
                <a:ext uri="{FF2B5EF4-FFF2-40B4-BE49-F238E27FC236}">
                  <a16:creationId xmlns:a16="http://schemas.microsoft.com/office/drawing/2014/main" id="{F9947260-687D-4815-9FD6-0CF0D89C5CF1}"/>
                </a:ext>
              </a:extLst>
            </p:cNvPr>
            <p:cNvSpPr/>
            <p:nvPr/>
          </p:nvSpPr>
          <p:spPr>
            <a:xfrm>
              <a:off x="9728084" y="5672219"/>
              <a:ext cx="48230" cy="83066"/>
            </a:xfrm>
            <a:custGeom>
              <a:avLst/>
              <a:gdLst/>
              <a:ahLst/>
              <a:cxnLst/>
              <a:rect l="l" t="t" r="r" b="b"/>
              <a:pathLst>
                <a:path w="95" h="163" extrusionOk="0">
                  <a:moveTo>
                    <a:pt x="0" y="163"/>
                  </a:moveTo>
                  <a:cubicBezTo>
                    <a:pt x="11" y="134"/>
                    <a:pt x="24" y="106"/>
                    <a:pt x="40" y="78"/>
                  </a:cubicBezTo>
                  <a:cubicBezTo>
                    <a:pt x="56" y="50"/>
                    <a:pt x="75" y="24"/>
                    <a:pt x="95" y="0"/>
                  </a:cubicBezTo>
                </a:path>
              </a:pathLst>
            </a:custGeom>
            <a:noFill/>
            <a:ln w="28575" cap="rnd" cmpd="sng">
              <a:solidFill>
                <a:schemeClr val="dk1"/>
              </a:solidFill>
              <a:prstDash val="solid"/>
              <a:miter lim="524288"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42" name="Google Shape;1572;p49">
              <a:extLst>
                <a:ext uri="{FF2B5EF4-FFF2-40B4-BE49-F238E27FC236}">
                  <a16:creationId xmlns:a16="http://schemas.microsoft.com/office/drawing/2014/main" id="{99979AFF-ED73-41F7-A13C-8491AB1FAE47}"/>
                </a:ext>
              </a:extLst>
            </p:cNvPr>
            <p:cNvSpPr/>
            <p:nvPr/>
          </p:nvSpPr>
          <p:spPr>
            <a:xfrm>
              <a:off x="9939237" y="5573835"/>
              <a:ext cx="96263" cy="4124"/>
            </a:xfrm>
            <a:custGeom>
              <a:avLst/>
              <a:gdLst/>
              <a:ahLst/>
              <a:cxnLst/>
              <a:rect l="l" t="t" r="r" b="b"/>
              <a:pathLst>
                <a:path w="189" h="8" extrusionOk="0">
                  <a:moveTo>
                    <a:pt x="0" y="8"/>
                  </a:moveTo>
                  <a:cubicBezTo>
                    <a:pt x="31" y="3"/>
                    <a:pt x="62" y="0"/>
                    <a:pt x="94" y="0"/>
                  </a:cubicBezTo>
                  <a:cubicBezTo>
                    <a:pt x="126" y="0"/>
                    <a:pt x="158" y="3"/>
                    <a:pt x="189" y="8"/>
                  </a:cubicBezTo>
                </a:path>
              </a:pathLst>
            </a:custGeom>
            <a:noFill/>
            <a:ln w="28575" cap="rnd" cmpd="sng">
              <a:solidFill>
                <a:schemeClr val="dk1"/>
              </a:solidFill>
              <a:prstDash val="solid"/>
              <a:miter lim="524288"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2796560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4" name="Google Shape;750;p46">
            <a:extLst>
              <a:ext uri="{FF2B5EF4-FFF2-40B4-BE49-F238E27FC236}">
                <a16:creationId xmlns:a16="http://schemas.microsoft.com/office/drawing/2014/main" id="{8DE61A09-0ED4-49FD-AA1B-C5C36AF7CF79}"/>
              </a:ext>
            </a:extLst>
          </p:cNvPr>
          <p:cNvCxnSpPr>
            <a:cxnSpLocks/>
          </p:cNvCxnSpPr>
          <p:nvPr/>
        </p:nvCxnSpPr>
        <p:spPr>
          <a:xfrm flipH="1">
            <a:off x="5419656" y="3424573"/>
            <a:ext cx="954601" cy="0"/>
          </a:xfrm>
          <a:prstGeom prst="straightConnector1">
            <a:avLst/>
          </a:prstGeom>
          <a:noFill/>
          <a:ln w="28575" cap="rnd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145" name="Google Shape;750;p46">
            <a:extLst>
              <a:ext uri="{FF2B5EF4-FFF2-40B4-BE49-F238E27FC236}">
                <a16:creationId xmlns:a16="http://schemas.microsoft.com/office/drawing/2014/main" id="{E14FB3F7-9E25-4655-8CB9-E574F93729DB}"/>
              </a:ext>
            </a:extLst>
          </p:cNvPr>
          <p:cNvCxnSpPr>
            <a:cxnSpLocks/>
          </p:cNvCxnSpPr>
          <p:nvPr/>
        </p:nvCxnSpPr>
        <p:spPr>
          <a:xfrm flipH="1">
            <a:off x="5381556" y="2719649"/>
            <a:ext cx="954601" cy="0"/>
          </a:xfrm>
          <a:prstGeom prst="straightConnector1">
            <a:avLst/>
          </a:prstGeom>
          <a:noFill/>
          <a:ln w="28575" cap="rnd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146" name="Google Shape;750;p46">
            <a:extLst>
              <a:ext uri="{FF2B5EF4-FFF2-40B4-BE49-F238E27FC236}">
                <a16:creationId xmlns:a16="http://schemas.microsoft.com/office/drawing/2014/main" id="{77A60FE2-4EAE-4EDF-ADD3-F654EDBC9CF2}"/>
              </a:ext>
            </a:extLst>
          </p:cNvPr>
          <p:cNvCxnSpPr>
            <a:cxnSpLocks/>
          </p:cNvCxnSpPr>
          <p:nvPr/>
        </p:nvCxnSpPr>
        <p:spPr>
          <a:xfrm flipH="1">
            <a:off x="5381556" y="2011771"/>
            <a:ext cx="954601" cy="0"/>
          </a:xfrm>
          <a:prstGeom prst="straightConnector1">
            <a:avLst/>
          </a:prstGeom>
          <a:noFill/>
          <a:ln w="28575" cap="rnd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100" name="Google Shape;750;p46">
            <a:extLst>
              <a:ext uri="{FF2B5EF4-FFF2-40B4-BE49-F238E27FC236}">
                <a16:creationId xmlns:a16="http://schemas.microsoft.com/office/drawing/2014/main" id="{A825C251-6B69-4818-83ED-17F302F1D3B3}"/>
              </a:ext>
            </a:extLst>
          </p:cNvPr>
          <p:cNvCxnSpPr>
            <a:cxnSpLocks/>
          </p:cNvCxnSpPr>
          <p:nvPr/>
        </p:nvCxnSpPr>
        <p:spPr>
          <a:xfrm>
            <a:off x="6709661" y="2969923"/>
            <a:ext cx="1548514" cy="0"/>
          </a:xfrm>
          <a:prstGeom prst="straightConnector1">
            <a:avLst/>
          </a:prstGeom>
          <a:noFill/>
          <a:ln w="28575" cap="rnd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93" name="Google Shape;750;p46">
            <a:extLst>
              <a:ext uri="{FF2B5EF4-FFF2-40B4-BE49-F238E27FC236}">
                <a16:creationId xmlns:a16="http://schemas.microsoft.com/office/drawing/2014/main" id="{1738647F-F44E-492F-8175-982E61041B0A}"/>
              </a:ext>
            </a:extLst>
          </p:cNvPr>
          <p:cNvCxnSpPr>
            <a:cxnSpLocks/>
          </p:cNvCxnSpPr>
          <p:nvPr/>
        </p:nvCxnSpPr>
        <p:spPr>
          <a:xfrm>
            <a:off x="543118" y="2991840"/>
            <a:ext cx="972760" cy="0"/>
          </a:xfrm>
          <a:prstGeom prst="straightConnector1">
            <a:avLst/>
          </a:prstGeom>
          <a:noFill/>
          <a:ln w="28575" cap="rnd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92" name="Google Shape;392;p34"/>
          <p:cNvSpPr txBox="1">
            <a:spLocks noGrp="1"/>
          </p:cNvSpPr>
          <p:nvPr>
            <p:ph type="title"/>
          </p:nvPr>
        </p:nvSpPr>
        <p:spPr>
          <a:xfrm>
            <a:off x="1381250" y="896112"/>
            <a:ext cx="38784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Git </a:t>
            </a:r>
            <a:r>
              <a:rPr lang="ko-KR" altLang="en-US" dirty="0"/>
              <a:t>원리 </a:t>
            </a:r>
            <a:r>
              <a:rPr lang="en-US" altLang="ko-KR" dirty="0"/>
              <a:t>&amp; </a:t>
            </a:r>
            <a:r>
              <a:rPr lang="ko-KR" altLang="en-US" dirty="0"/>
              <a:t>사용방법</a:t>
            </a:r>
            <a:endParaRPr dirty="0"/>
          </a:p>
        </p:txBody>
      </p:sp>
      <p:grpSp>
        <p:nvGrpSpPr>
          <p:cNvPr id="394" name="Google Shape;394;p34"/>
          <p:cNvGrpSpPr/>
          <p:nvPr/>
        </p:nvGrpSpPr>
        <p:grpSpPr>
          <a:xfrm>
            <a:off x="889984" y="1007708"/>
            <a:ext cx="270226" cy="238344"/>
            <a:chOff x="5247525" y="3007275"/>
            <a:chExt cx="517575" cy="456510"/>
          </a:xfrm>
        </p:grpSpPr>
        <p:sp>
          <p:nvSpPr>
            <p:cNvPr id="395" name="Google Shape;395;p34"/>
            <p:cNvSpPr/>
            <p:nvPr/>
          </p:nvSpPr>
          <p:spPr>
            <a:xfrm>
              <a:off x="5247525" y="3007275"/>
              <a:ext cx="348900" cy="348900"/>
            </a:xfrm>
            <a:custGeom>
              <a:avLst/>
              <a:gdLst/>
              <a:ahLst/>
              <a:cxnLst/>
              <a:rect l="l" t="t" r="r" b="b"/>
              <a:pathLst>
                <a:path w="13956" h="13956" fill="none" extrusionOk="0">
                  <a:moveTo>
                    <a:pt x="13323" y="5772"/>
                  </a:moveTo>
                  <a:lnTo>
                    <a:pt x="11861" y="5626"/>
                  </a:lnTo>
                  <a:lnTo>
                    <a:pt x="11861" y="5626"/>
                  </a:lnTo>
                  <a:lnTo>
                    <a:pt x="11788" y="5334"/>
                  </a:lnTo>
                  <a:lnTo>
                    <a:pt x="11667" y="5042"/>
                  </a:lnTo>
                  <a:lnTo>
                    <a:pt x="11545" y="4750"/>
                  </a:lnTo>
                  <a:lnTo>
                    <a:pt x="11399" y="4482"/>
                  </a:lnTo>
                  <a:lnTo>
                    <a:pt x="12300" y="3337"/>
                  </a:lnTo>
                  <a:lnTo>
                    <a:pt x="12300" y="3337"/>
                  </a:lnTo>
                  <a:lnTo>
                    <a:pt x="12373" y="3240"/>
                  </a:lnTo>
                  <a:lnTo>
                    <a:pt x="12422" y="3118"/>
                  </a:lnTo>
                  <a:lnTo>
                    <a:pt x="12446" y="2996"/>
                  </a:lnTo>
                  <a:lnTo>
                    <a:pt x="12446" y="2850"/>
                  </a:lnTo>
                  <a:lnTo>
                    <a:pt x="12422" y="2728"/>
                  </a:lnTo>
                  <a:lnTo>
                    <a:pt x="12397" y="2606"/>
                  </a:lnTo>
                  <a:lnTo>
                    <a:pt x="12324" y="2485"/>
                  </a:lnTo>
                  <a:lnTo>
                    <a:pt x="12251" y="2387"/>
                  </a:lnTo>
                  <a:lnTo>
                    <a:pt x="11569" y="1705"/>
                  </a:lnTo>
                  <a:lnTo>
                    <a:pt x="11569" y="1705"/>
                  </a:lnTo>
                  <a:lnTo>
                    <a:pt x="11472" y="1632"/>
                  </a:lnTo>
                  <a:lnTo>
                    <a:pt x="11350" y="1559"/>
                  </a:lnTo>
                  <a:lnTo>
                    <a:pt x="11228" y="1510"/>
                  </a:lnTo>
                  <a:lnTo>
                    <a:pt x="11106" y="1510"/>
                  </a:lnTo>
                  <a:lnTo>
                    <a:pt x="10960" y="1510"/>
                  </a:lnTo>
                  <a:lnTo>
                    <a:pt x="10838" y="1535"/>
                  </a:lnTo>
                  <a:lnTo>
                    <a:pt x="10717" y="1583"/>
                  </a:lnTo>
                  <a:lnTo>
                    <a:pt x="10619" y="1656"/>
                  </a:lnTo>
                  <a:lnTo>
                    <a:pt x="9475" y="2558"/>
                  </a:lnTo>
                  <a:lnTo>
                    <a:pt x="9475" y="2558"/>
                  </a:lnTo>
                  <a:lnTo>
                    <a:pt x="9207" y="2411"/>
                  </a:lnTo>
                  <a:lnTo>
                    <a:pt x="8914" y="2290"/>
                  </a:lnTo>
                  <a:lnTo>
                    <a:pt x="8622" y="2168"/>
                  </a:lnTo>
                  <a:lnTo>
                    <a:pt x="8330" y="2070"/>
                  </a:lnTo>
                  <a:lnTo>
                    <a:pt x="8159" y="634"/>
                  </a:lnTo>
                  <a:lnTo>
                    <a:pt x="8159" y="634"/>
                  </a:lnTo>
                  <a:lnTo>
                    <a:pt x="8135" y="512"/>
                  </a:lnTo>
                  <a:lnTo>
                    <a:pt x="8086" y="390"/>
                  </a:lnTo>
                  <a:lnTo>
                    <a:pt x="8013" y="293"/>
                  </a:lnTo>
                  <a:lnTo>
                    <a:pt x="7940" y="195"/>
                  </a:lnTo>
                  <a:lnTo>
                    <a:pt x="7818" y="122"/>
                  </a:lnTo>
                  <a:lnTo>
                    <a:pt x="7721" y="49"/>
                  </a:lnTo>
                  <a:lnTo>
                    <a:pt x="7575" y="25"/>
                  </a:lnTo>
                  <a:lnTo>
                    <a:pt x="7453" y="0"/>
                  </a:lnTo>
                  <a:lnTo>
                    <a:pt x="6479" y="0"/>
                  </a:lnTo>
                  <a:lnTo>
                    <a:pt x="6479" y="0"/>
                  </a:lnTo>
                  <a:lnTo>
                    <a:pt x="6357" y="25"/>
                  </a:lnTo>
                  <a:lnTo>
                    <a:pt x="6235" y="49"/>
                  </a:lnTo>
                  <a:lnTo>
                    <a:pt x="6114" y="122"/>
                  </a:lnTo>
                  <a:lnTo>
                    <a:pt x="6016" y="195"/>
                  </a:lnTo>
                  <a:lnTo>
                    <a:pt x="5919" y="293"/>
                  </a:lnTo>
                  <a:lnTo>
                    <a:pt x="5846" y="390"/>
                  </a:lnTo>
                  <a:lnTo>
                    <a:pt x="5797" y="512"/>
                  </a:lnTo>
                  <a:lnTo>
                    <a:pt x="5773" y="634"/>
                  </a:lnTo>
                  <a:lnTo>
                    <a:pt x="5602" y="2070"/>
                  </a:lnTo>
                  <a:lnTo>
                    <a:pt x="5602" y="2070"/>
                  </a:lnTo>
                  <a:lnTo>
                    <a:pt x="5310" y="2168"/>
                  </a:lnTo>
                  <a:lnTo>
                    <a:pt x="5018" y="2290"/>
                  </a:lnTo>
                  <a:lnTo>
                    <a:pt x="4750" y="2411"/>
                  </a:lnTo>
                  <a:lnTo>
                    <a:pt x="4482" y="2558"/>
                  </a:lnTo>
                  <a:lnTo>
                    <a:pt x="3337" y="1656"/>
                  </a:lnTo>
                  <a:lnTo>
                    <a:pt x="3337" y="1656"/>
                  </a:lnTo>
                  <a:lnTo>
                    <a:pt x="3215" y="1583"/>
                  </a:lnTo>
                  <a:lnTo>
                    <a:pt x="3094" y="1535"/>
                  </a:lnTo>
                  <a:lnTo>
                    <a:pt x="2972" y="1510"/>
                  </a:lnTo>
                  <a:lnTo>
                    <a:pt x="2850" y="1510"/>
                  </a:lnTo>
                  <a:lnTo>
                    <a:pt x="2728" y="1510"/>
                  </a:lnTo>
                  <a:lnTo>
                    <a:pt x="2582" y="1559"/>
                  </a:lnTo>
                  <a:lnTo>
                    <a:pt x="2485" y="1632"/>
                  </a:lnTo>
                  <a:lnTo>
                    <a:pt x="2387" y="1705"/>
                  </a:lnTo>
                  <a:lnTo>
                    <a:pt x="1705" y="2387"/>
                  </a:lnTo>
                  <a:lnTo>
                    <a:pt x="1705" y="2387"/>
                  </a:lnTo>
                  <a:lnTo>
                    <a:pt x="1608" y="2485"/>
                  </a:lnTo>
                  <a:lnTo>
                    <a:pt x="1559" y="2606"/>
                  </a:lnTo>
                  <a:lnTo>
                    <a:pt x="1511" y="2728"/>
                  </a:lnTo>
                  <a:lnTo>
                    <a:pt x="1486" y="2850"/>
                  </a:lnTo>
                  <a:lnTo>
                    <a:pt x="1486" y="2996"/>
                  </a:lnTo>
                  <a:lnTo>
                    <a:pt x="1511" y="3118"/>
                  </a:lnTo>
                  <a:lnTo>
                    <a:pt x="1559" y="3240"/>
                  </a:lnTo>
                  <a:lnTo>
                    <a:pt x="1632" y="3337"/>
                  </a:lnTo>
                  <a:lnTo>
                    <a:pt x="2533" y="4482"/>
                  </a:lnTo>
                  <a:lnTo>
                    <a:pt x="2533" y="4482"/>
                  </a:lnTo>
                  <a:lnTo>
                    <a:pt x="2387" y="4750"/>
                  </a:lnTo>
                  <a:lnTo>
                    <a:pt x="2266" y="5042"/>
                  </a:lnTo>
                  <a:lnTo>
                    <a:pt x="2168" y="5334"/>
                  </a:lnTo>
                  <a:lnTo>
                    <a:pt x="2071" y="5626"/>
                  </a:lnTo>
                  <a:lnTo>
                    <a:pt x="634" y="5772"/>
                  </a:lnTo>
                  <a:lnTo>
                    <a:pt x="634" y="5772"/>
                  </a:lnTo>
                  <a:lnTo>
                    <a:pt x="512" y="5821"/>
                  </a:lnTo>
                  <a:lnTo>
                    <a:pt x="390" y="5870"/>
                  </a:lnTo>
                  <a:lnTo>
                    <a:pt x="268" y="5943"/>
                  </a:lnTo>
                  <a:lnTo>
                    <a:pt x="171" y="6016"/>
                  </a:lnTo>
                  <a:lnTo>
                    <a:pt x="98" y="6138"/>
                  </a:lnTo>
                  <a:lnTo>
                    <a:pt x="49" y="6235"/>
                  </a:lnTo>
                  <a:lnTo>
                    <a:pt x="1" y="6381"/>
                  </a:lnTo>
                  <a:lnTo>
                    <a:pt x="1" y="6503"/>
                  </a:lnTo>
                  <a:lnTo>
                    <a:pt x="1" y="7453"/>
                  </a:lnTo>
                  <a:lnTo>
                    <a:pt x="1" y="7453"/>
                  </a:lnTo>
                  <a:lnTo>
                    <a:pt x="1" y="7599"/>
                  </a:lnTo>
                  <a:lnTo>
                    <a:pt x="49" y="7721"/>
                  </a:lnTo>
                  <a:lnTo>
                    <a:pt x="98" y="7843"/>
                  </a:lnTo>
                  <a:lnTo>
                    <a:pt x="171" y="7940"/>
                  </a:lnTo>
                  <a:lnTo>
                    <a:pt x="268" y="8037"/>
                  </a:lnTo>
                  <a:lnTo>
                    <a:pt x="390" y="8111"/>
                  </a:lnTo>
                  <a:lnTo>
                    <a:pt x="512" y="8159"/>
                  </a:lnTo>
                  <a:lnTo>
                    <a:pt x="634" y="8184"/>
                  </a:lnTo>
                  <a:lnTo>
                    <a:pt x="2071" y="8354"/>
                  </a:lnTo>
                  <a:lnTo>
                    <a:pt x="2071" y="8354"/>
                  </a:lnTo>
                  <a:lnTo>
                    <a:pt x="2168" y="8646"/>
                  </a:lnTo>
                  <a:lnTo>
                    <a:pt x="2266" y="8914"/>
                  </a:lnTo>
                  <a:lnTo>
                    <a:pt x="2387" y="9206"/>
                  </a:lnTo>
                  <a:lnTo>
                    <a:pt x="2533" y="9474"/>
                  </a:lnTo>
                  <a:lnTo>
                    <a:pt x="1632" y="10619"/>
                  </a:lnTo>
                  <a:lnTo>
                    <a:pt x="1632" y="10619"/>
                  </a:lnTo>
                  <a:lnTo>
                    <a:pt x="1559" y="10741"/>
                  </a:lnTo>
                  <a:lnTo>
                    <a:pt x="1511" y="10863"/>
                  </a:lnTo>
                  <a:lnTo>
                    <a:pt x="1486" y="10984"/>
                  </a:lnTo>
                  <a:lnTo>
                    <a:pt x="1486" y="11106"/>
                  </a:lnTo>
                  <a:lnTo>
                    <a:pt x="1511" y="11228"/>
                  </a:lnTo>
                  <a:lnTo>
                    <a:pt x="1559" y="11350"/>
                  </a:lnTo>
                  <a:lnTo>
                    <a:pt x="1608" y="11472"/>
                  </a:lnTo>
                  <a:lnTo>
                    <a:pt x="1705" y="11569"/>
                  </a:lnTo>
                  <a:lnTo>
                    <a:pt x="2387" y="12251"/>
                  </a:lnTo>
                  <a:lnTo>
                    <a:pt x="2387" y="12251"/>
                  </a:lnTo>
                  <a:lnTo>
                    <a:pt x="2485" y="12348"/>
                  </a:lnTo>
                  <a:lnTo>
                    <a:pt x="2582" y="12397"/>
                  </a:lnTo>
                  <a:lnTo>
                    <a:pt x="2728" y="12446"/>
                  </a:lnTo>
                  <a:lnTo>
                    <a:pt x="2850" y="12470"/>
                  </a:lnTo>
                  <a:lnTo>
                    <a:pt x="2972" y="12470"/>
                  </a:lnTo>
                  <a:lnTo>
                    <a:pt x="3094" y="12421"/>
                  </a:lnTo>
                  <a:lnTo>
                    <a:pt x="3215" y="12373"/>
                  </a:lnTo>
                  <a:lnTo>
                    <a:pt x="3337" y="12324"/>
                  </a:lnTo>
                  <a:lnTo>
                    <a:pt x="4482" y="11423"/>
                  </a:lnTo>
                  <a:lnTo>
                    <a:pt x="4482" y="11423"/>
                  </a:lnTo>
                  <a:lnTo>
                    <a:pt x="4750" y="11545"/>
                  </a:lnTo>
                  <a:lnTo>
                    <a:pt x="5018" y="11691"/>
                  </a:lnTo>
                  <a:lnTo>
                    <a:pt x="5310" y="11788"/>
                  </a:lnTo>
                  <a:lnTo>
                    <a:pt x="5602" y="11886"/>
                  </a:lnTo>
                  <a:lnTo>
                    <a:pt x="5773" y="13322"/>
                  </a:lnTo>
                  <a:lnTo>
                    <a:pt x="5773" y="13322"/>
                  </a:lnTo>
                  <a:lnTo>
                    <a:pt x="5797" y="13444"/>
                  </a:lnTo>
                  <a:lnTo>
                    <a:pt x="5846" y="13566"/>
                  </a:lnTo>
                  <a:lnTo>
                    <a:pt x="5919" y="13688"/>
                  </a:lnTo>
                  <a:lnTo>
                    <a:pt x="6016" y="13785"/>
                  </a:lnTo>
                  <a:lnTo>
                    <a:pt x="6114" y="13858"/>
                  </a:lnTo>
                  <a:lnTo>
                    <a:pt x="6235" y="13907"/>
                  </a:lnTo>
                  <a:lnTo>
                    <a:pt x="6357" y="13956"/>
                  </a:lnTo>
                  <a:lnTo>
                    <a:pt x="6479" y="13956"/>
                  </a:lnTo>
                  <a:lnTo>
                    <a:pt x="7453" y="13956"/>
                  </a:lnTo>
                  <a:lnTo>
                    <a:pt x="7453" y="13956"/>
                  </a:lnTo>
                  <a:lnTo>
                    <a:pt x="7575" y="13956"/>
                  </a:lnTo>
                  <a:lnTo>
                    <a:pt x="7721" y="13907"/>
                  </a:lnTo>
                  <a:lnTo>
                    <a:pt x="7818" y="13858"/>
                  </a:lnTo>
                  <a:lnTo>
                    <a:pt x="7940" y="13785"/>
                  </a:lnTo>
                  <a:lnTo>
                    <a:pt x="8013" y="13688"/>
                  </a:lnTo>
                  <a:lnTo>
                    <a:pt x="8086" y="13566"/>
                  </a:lnTo>
                  <a:lnTo>
                    <a:pt x="8135" y="13444"/>
                  </a:lnTo>
                  <a:lnTo>
                    <a:pt x="8159" y="13322"/>
                  </a:lnTo>
                  <a:lnTo>
                    <a:pt x="8330" y="11886"/>
                  </a:lnTo>
                  <a:lnTo>
                    <a:pt x="8330" y="11886"/>
                  </a:lnTo>
                  <a:lnTo>
                    <a:pt x="8622" y="11788"/>
                  </a:lnTo>
                  <a:lnTo>
                    <a:pt x="8914" y="11691"/>
                  </a:lnTo>
                  <a:lnTo>
                    <a:pt x="9207" y="11545"/>
                  </a:lnTo>
                  <a:lnTo>
                    <a:pt x="9475" y="11423"/>
                  </a:lnTo>
                  <a:lnTo>
                    <a:pt x="10619" y="12324"/>
                  </a:lnTo>
                  <a:lnTo>
                    <a:pt x="10619" y="12324"/>
                  </a:lnTo>
                  <a:lnTo>
                    <a:pt x="10717" y="12373"/>
                  </a:lnTo>
                  <a:lnTo>
                    <a:pt x="10838" y="12421"/>
                  </a:lnTo>
                  <a:lnTo>
                    <a:pt x="10960" y="12470"/>
                  </a:lnTo>
                  <a:lnTo>
                    <a:pt x="11106" y="12470"/>
                  </a:lnTo>
                  <a:lnTo>
                    <a:pt x="11228" y="12446"/>
                  </a:lnTo>
                  <a:lnTo>
                    <a:pt x="11350" y="12397"/>
                  </a:lnTo>
                  <a:lnTo>
                    <a:pt x="11472" y="12348"/>
                  </a:lnTo>
                  <a:lnTo>
                    <a:pt x="11569" y="12251"/>
                  </a:lnTo>
                  <a:lnTo>
                    <a:pt x="12251" y="11569"/>
                  </a:lnTo>
                  <a:lnTo>
                    <a:pt x="12251" y="11569"/>
                  </a:lnTo>
                  <a:lnTo>
                    <a:pt x="12324" y="11472"/>
                  </a:lnTo>
                  <a:lnTo>
                    <a:pt x="12397" y="11350"/>
                  </a:lnTo>
                  <a:lnTo>
                    <a:pt x="12422" y="11228"/>
                  </a:lnTo>
                  <a:lnTo>
                    <a:pt x="12446" y="11106"/>
                  </a:lnTo>
                  <a:lnTo>
                    <a:pt x="12446" y="10984"/>
                  </a:lnTo>
                  <a:lnTo>
                    <a:pt x="12422" y="10863"/>
                  </a:lnTo>
                  <a:lnTo>
                    <a:pt x="12373" y="10741"/>
                  </a:lnTo>
                  <a:lnTo>
                    <a:pt x="12300" y="10619"/>
                  </a:lnTo>
                  <a:lnTo>
                    <a:pt x="11399" y="9474"/>
                  </a:lnTo>
                  <a:lnTo>
                    <a:pt x="11399" y="9474"/>
                  </a:lnTo>
                  <a:lnTo>
                    <a:pt x="11545" y="9206"/>
                  </a:lnTo>
                  <a:lnTo>
                    <a:pt x="11667" y="8914"/>
                  </a:lnTo>
                  <a:lnTo>
                    <a:pt x="11788" y="8646"/>
                  </a:lnTo>
                  <a:lnTo>
                    <a:pt x="11861" y="8354"/>
                  </a:lnTo>
                  <a:lnTo>
                    <a:pt x="13323" y="8184"/>
                  </a:lnTo>
                  <a:lnTo>
                    <a:pt x="13323" y="8184"/>
                  </a:lnTo>
                  <a:lnTo>
                    <a:pt x="13444" y="8159"/>
                  </a:lnTo>
                  <a:lnTo>
                    <a:pt x="13566" y="8111"/>
                  </a:lnTo>
                  <a:lnTo>
                    <a:pt x="13664" y="8037"/>
                  </a:lnTo>
                  <a:lnTo>
                    <a:pt x="13761" y="7940"/>
                  </a:lnTo>
                  <a:lnTo>
                    <a:pt x="13834" y="7843"/>
                  </a:lnTo>
                  <a:lnTo>
                    <a:pt x="13907" y="7721"/>
                  </a:lnTo>
                  <a:lnTo>
                    <a:pt x="13932" y="7599"/>
                  </a:lnTo>
                  <a:lnTo>
                    <a:pt x="13956" y="7453"/>
                  </a:lnTo>
                  <a:lnTo>
                    <a:pt x="13956" y="6503"/>
                  </a:lnTo>
                  <a:lnTo>
                    <a:pt x="13956" y="6503"/>
                  </a:lnTo>
                  <a:lnTo>
                    <a:pt x="13932" y="6381"/>
                  </a:lnTo>
                  <a:lnTo>
                    <a:pt x="13907" y="6235"/>
                  </a:lnTo>
                  <a:lnTo>
                    <a:pt x="13834" y="6138"/>
                  </a:lnTo>
                  <a:lnTo>
                    <a:pt x="13761" y="6016"/>
                  </a:lnTo>
                  <a:lnTo>
                    <a:pt x="13664" y="5943"/>
                  </a:lnTo>
                  <a:lnTo>
                    <a:pt x="13566" y="5870"/>
                  </a:lnTo>
                  <a:lnTo>
                    <a:pt x="13444" y="5821"/>
                  </a:lnTo>
                  <a:lnTo>
                    <a:pt x="13323" y="5772"/>
                  </a:lnTo>
                  <a:lnTo>
                    <a:pt x="13323" y="5772"/>
                  </a:lnTo>
                  <a:close/>
                  <a:moveTo>
                    <a:pt x="8573" y="8598"/>
                  </a:moveTo>
                  <a:lnTo>
                    <a:pt x="8573" y="8598"/>
                  </a:lnTo>
                  <a:lnTo>
                    <a:pt x="8403" y="8744"/>
                  </a:lnTo>
                  <a:lnTo>
                    <a:pt x="8232" y="8890"/>
                  </a:lnTo>
                  <a:lnTo>
                    <a:pt x="8038" y="8987"/>
                  </a:lnTo>
                  <a:lnTo>
                    <a:pt x="7818" y="9085"/>
                  </a:lnTo>
                  <a:lnTo>
                    <a:pt x="7624" y="9158"/>
                  </a:lnTo>
                  <a:lnTo>
                    <a:pt x="7404" y="9206"/>
                  </a:lnTo>
                  <a:lnTo>
                    <a:pt x="7185" y="9231"/>
                  </a:lnTo>
                  <a:lnTo>
                    <a:pt x="6966" y="9255"/>
                  </a:lnTo>
                  <a:lnTo>
                    <a:pt x="6747" y="9231"/>
                  </a:lnTo>
                  <a:lnTo>
                    <a:pt x="6528" y="9206"/>
                  </a:lnTo>
                  <a:lnTo>
                    <a:pt x="6333" y="9158"/>
                  </a:lnTo>
                  <a:lnTo>
                    <a:pt x="6114" y="9085"/>
                  </a:lnTo>
                  <a:lnTo>
                    <a:pt x="5919" y="8987"/>
                  </a:lnTo>
                  <a:lnTo>
                    <a:pt x="5724" y="8890"/>
                  </a:lnTo>
                  <a:lnTo>
                    <a:pt x="5529" y="8744"/>
                  </a:lnTo>
                  <a:lnTo>
                    <a:pt x="5359" y="8598"/>
                  </a:lnTo>
                  <a:lnTo>
                    <a:pt x="5359" y="8598"/>
                  </a:lnTo>
                  <a:lnTo>
                    <a:pt x="5212" y="8427"/>
                  </a:lnTo>
                  <a:lnTo>
                    <a:pt x="5066" y="8232"/>
                  </a:lnTo>
                  <a:lnTo>
                    <a:pt x="4969" y="8037"/>
                  </a:lnTo>
                  <a:lnTo>
                    <a:pt x="4871" y="7843"/>
                  </a:lnTo>
                  <a:lnTo>
                    <a:pt x="4798" y="7623"/>
                  </a:lnTo>
                  <a:lnTo>
                    <a:pt x="4750" y="7404"/>
                  </a:lnTo>
                  <a:lnTo>
                    <a:pt x="4701" y="7209"/>
                  </a:lnTo>
                  <a:lnTo>
                    <a:pt x="4701" y="6990"/>
                  </a:lnTo>
                  <a:lnTo>
                    <a:pt x="4701" y="6771"/>
                  </a:lnTo>
                  <a:lnTo>
                    <a:pt x="4750" y="6552"/>
                  </a:lnTo>
                  <a:lnTo>
                    <a:pt x="4798" y="6333"/>
                  </a:lnTo>
                  <a:lnTo>
                    <a:pt x="4871" y="6138"/>
                  </a:lnTo>
                  <a:lnTo>
                    <a:pt x="4969" y="5919"/>
                  </a:lnTo>
                  <a:lnTo>
                    <a:pt x="5066" y="5724"/>
                  </a:lnTo>
                  <a:lnTo>
                    <a:pt x="5212" y="5553"/>
                  </a:lnTo>
                  <a:lnTo>
                    <a:pt x="5359" y="5383"/>
                  </a:lnTo>
                  <a:lnTo>
                    <a:pt x="5359" y="5383"/>
                  </a:lnTo>
                  <a:lnTo>
                    <a:pt x="5529" y="5212"/>
                  </a:lnTo>
                  <a:lnTo>
                    <a:pt x="5724" y="5091"/>
                  </a:lnTo>
                  <a:lnTo>
                    <a:pt x="5919" y="4969"/>
                  </a:lnTo>
                  <a:lnTo>
                    <a:pt x="6114" y="4871"/>
                  </a:lnTo>
                  <a:lnTo>
                    <a:pt x="6333" y="4798"/>
                  </a:lnTo>
                  <a:lnTo>
                    <a:pt x="6528" y="4750"/>
                  </a:lnTo>
                  <a:lnTo>
                    <a:pt x="6747" y="4725"/>
                  </a:lnTo>
                  <a:lnTo>
                    <a:pt x="6966" y="4701"/>
                  </a:lnTo>
                  <a:lnTo>
                    <a:pt x="7185" y="4725"/>
                  </a:lnTo>
                  <a:lnTo>
                    <a:pt x="7404" y="4750"/>
                  </a:lnTo>
                  <a:lnTo>
                    <a:pt x="7624" y="4798"/>
                  </a:lnTo>
                  <a:lnTo>
                    <a:pt x="7818" y="4871"/>
                  </a:lnTo>
                  <a:lnTo>
                    <a:pt x="8038" y="4969"/>
                  </a:lnTo>
                  <a:lnTo>
                    <a:pt x="8232" y="5091"/>
                  </a:lnTo>
                  <a:lnTo>
                    <a:pt x="8403" y="5212"/>
                  </a:lnTo>
                  <a:lnTo>
                    <a:pt x="8573" y="5383"/>
                  </a:lnTo>
                  <a:lnTo>
                    <a:pt x="8573" y="5383"/>
                  </a:lnTo>
                  <a:lnTo>
                    <a:pt x="8744" y="5553"/>
                  </a:lnTo>
                  <a:lnTo>
                    <a:pt x="8866" y="5724"/>
                  </a:lnTo>
                  <a:lnTo>
                    <a:pt x="8987" y="5919"/>
                  </a:lnTo>
                  <a:lnTo>
                    <a:pt x="9085" y="6138"/>
                  </a:lnTo>
                  <a:lnTo>
                    <a:pt x="9158" y="6333"/>
                  </a:lnTo>
                  <a:lnTo>
                    <a:pt x="9207" y="6552"/>
                  </a:lnTo>
                  <a:lnTo>
                    <a:pt x="9231" y="6771"/>
                  </a:lnTo>
                  <a:lnTo>
                    <a:pt x="9231" y="6990"/>
                  </a:lnTo>
                  <a:lnTo>
                    <a:pt x="9231" y="7209"/>
                  </a:lnTo>
                  <a:lnTo>
                    <a:pt x="9207" y="7404"/>
                  </a:lnTo>
                  <a:lnTo>
                    <a:pt x="9158" y="7623"/>
                  </a:lnTo>
                  <a:lnTo>
                    <a:pt x="9085" y="7843"/>
                  </a:lnTo>
                  <a:lnTo>
                    <a:pt x="8987" y="8037"/>
                  </a:lnTo>
                  <a:lnTo>
                    <a:pt x="8866" y="8232"/>
                  </a:lnTo>
                  <a:lnTo>
                    <a:pt x="8744" y="8427"/>
                  </a:lnTo>
                  <a:lnTo>
                    <a:pt x="8573" y="8598"/>
                  </a:lnTo>
                  <a:lnTo>
                    <a:pt x="8573" y="8598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" name="Google Shape;396;p34"/>
            <p:cNvSpPr/>
            <p:nvPr/>
          </p:nvSpPr>
          <p:spPr>
            <a:xfrm>
              <a:off x="5566575" y="3265260"/>
              <a:ext cx="198525" cy="198525"/>
            </a:xfrm>
            <a:custGeom>
              <a:avLst/>
              <a:gdLst/>
              <a:ahLst/>
              <a:cxnLst/>
              <a:rect l="l" t="t" r="r" b="b"/>
              <a:pathLst>
                <a:path w="7941" h="7941" fill="none" extrusionOk="0">
                  <a:moveTo>
                    <a:pt x="7258" y="2144"/>
                  </a:moveTo>
                  <a:lnTo>
                    <a:pt x="6138" y="2388"/>
                  </a:lnTo>
                  <a:lnTo>
                    <a:pt x="6138" y="2388"/>
                  </a:lnTo>
                  <a:lnTo>
                    <a:pt x="6016" y="2217"/>
                  </a:lnTo>
                  <a:lnTo>
                    <a:pt x="5870" y="2071"/>
                  </a:lnTo>
                  <a:lnTo>
                    <a:pt x="6260" y="975"/>
                  </a:lnTo>
                  <a:lnTo>
                    <a:pt x="6260" y="975"/>
                  </a:lnTo>
                  <a:lnTo>
                    <a:pt x="6284" y="902"/>
                  </a:lnTo>
                  <a:lnTo>
                    <a:pt x="6284" y="829"/>
                  </a:lnTo>
                  <a:lnTo>
                    <a:pt x="6260" y="683"/>
                  </a:lnTo>
                  <a:lnTo>
                    <a:pt x="6162" y="561"/>
                  </a:lnTo>
                  <a:lnTo>
                    <a:pt x="6114" y="488"/>
                  </a:lnTo>
                  <a:lnTo>
                    <a:pt x="6065" y="464"/>
                  </a:lnTo>
                  <a:lnTo>
                    <a:pt x="5553" y="196"/>
                  </a:lnTo>
                  <a:lnTo>
                    <a:pt x="5553" y="196"/>
                  </a:lnTo>
                  <a:lnTo>
                    <a:pt x="5480" y="171"/>
                  </a:lnTo>
                  <a:lnTo>
                    <a:pt x="5407" y="171"/>
                  </a:lnTo>
                  <a:lnTo>
                    <a:pt x="5261" y="171"/>
                  </a:lnTo>
                  <a:lnTo>
                    <a:pt x="5115" y="244"/>
                  </a:lnTo>
                  <a:lnTo>
                    <a:pt x="5066" y="293"/>
                  </a:lnTo>
                  <a:lnTo>
                    <a:pt x="5018" y="342"/>
                  </a:lnTo>
                  <a:lnTo>
                    <a:pt x="4384" y="1316"/>
                  </a:lnTo>
                  <a:lnTo>
                    <a:pt x="4384" y="1316"/>
                  </a:lnTo>
                  <a:lnTo>
                    <a:pt x="4165" y="1292"/>
                  </a:lnTo>
                  <a:lnTo>
                    <a:pt x="3970" y="1292"/>
                  </a:lnTo>
                  <a:lnTo>
                    <a:pt x="3483" y="244"/>
                  </a:lnTo>
                  <a:lnTo>
                    <a:pt x="3483" y="244"/>
                  </a:lnTo>
                  <a:lnTo>
                    <a:pt x="3435" y="171"/>
                  </a:lnTo>
                  <a:lnTo>
                    <a:pt x="3386" y="123"/>
                  </a:lnTo>
                  <a:lnTo>
                    <a:pt x="3264" y="50"/>
                  </a:lnTo>
                  <a:lnTo>
                    <a:pt x="3118" y="1"/>
                  </a:lnTo>
                  <a:lnTo>
                    <a:pt x="3045" y="1"/>
                  </a:lnTo>
                  <a:lnTo>
                    <a:pt x="2972" y="25"/>
                  </a:lnTo>
                  <a:lnTo>
                    <a:pt x="2436" y="196"/>
                  </a:lnTo>
                  <a:lnTo>
                    <a:pt x="2436" y="196"/>
                  </a:lnTo>
                  <a:lnTo>
                    <a:pt x="2363" y="220"/>
                  </a:lnTo>
                  <a:lnTo>
                    <a:pt x="2290" y="269"/>
                  </a:lnTo>
                  <a:lnTo>
                    <a:pt x="2192" y="391"/>
                  </a:lnTo>
                  <a:lnTo>
                    <a:pt x="2144" y="537"/>
                  </a:lnTo>
                  <a:lnTo>
                    <a:pt x="2144" y="610"/>
                  </a:lnTo>
                  <a:lnTo>
                    <a:pt x="2144" y="683"/>
                  </a:lnTo>
                  <a:lnTo>
                    <a:pt x="2387" y="1828"/>
                  </a:lnTo>
                  <a:lnTo>
                    <a:pt x="2387" y="1828"/>
                  </a:lnTo>
                  <a:lnTo>
                    <a:pt x="2217" y="1949"/>
                  </a:lnTo>
                  <a:lnTo>
                    <a:pt x="2071" y="2095"/>
                  </a:lnTo>
                  <a:lnTo>
                    <a:pt x="999" y="1681"/>
                  </a:lnTo>
                  <a:lnTo>
                    <a:pt x="999" y="1681"/>
                  </a:lnTo>
                  <a:lnTo>
                    <a:pt x="926" y="1681"/>
                  </a:lnTo>
                  <a:lnTo>
                    <a:pt x="829" y="1657"/>
                  </a:lnTo>
                  <a:lnTo>
                    <a:pt x="682" y="1706"/>
                  </a:lnTo>
                  <a:lnTo>
                    <a:pt x="561" y="1779"/>
                  </a:lnTo>
                  <a:lnTo>
                    <a:pt x="512" y="1828"/>
                  </a:lnTo>
                  <a:lnTo>
                    <a:pt x="463" y="1901"/>
                  </a:lnTo>
                  <a:lnTo>
                    <a:pt x="220" y="2388"/>
                  </a:lnTo>
                  <a:lnTo>
                    <a:pt x="220" y="2388"/>
                  </a:lnTo>
                  <a:lnTo>
                    <a:pt x="195" y="2461"/>
                  </a:lnTo>
                  <a:lnTo>
                    <a:pt x="171" y="2534"/>
                  </a:lnTo>
                  <a:lnTo>
                    <a:pt x="195" y="2704"/>
                  </a:lnTo>
                  <a:lnTo>
                    <a:pt x="244" y="2826"/>
                  </a:lnTo>
                  <a:lnTo>
                    <a:pt x="293" y="2899"/>
                  </a:lnTo>
                  <a:lnTo>
                    <a:pt x="366" y="2948"/>
                  </a:lnTo>
                  <a:lnTo>
                    <a:pt x="1340" y="3581"/>
                  </a:lnTo>
                  <a:lnTo>
                    <a:pt x="1340" y="3581"/>
                  </a:lnTo>
                  <a:lnTo>
                    <a:pt x="1316" y="3776"/>
                  </a:lnTo>
                  <a:lnTo>
                    <a:pt x="1291" y="3995"/>
                  </a:lnTo>
                  <a:lnTo>
                    <a:pt x="244" y="4482"/>
                  </a:lnTo>
                  <a:lnTo>
                    <a:pt x="244" y="4482"/>
                  </a:lnTo>
                  <a:lnTo>
                    <a:pt x="195" y="4507"/>
                  </a:lnTo>
                  <a:lnTo>
                    <a:pt x="122" y="4555"/>
                  </a:lnTo>
                  <a:lnTo>
                    <a:pt x="49" y="4701"/>
                  </a:lnTo>
                  <a:lnTo>
                    <a:pt x="0" y="4848"/>
                  </a:lnTo>
                  <a:lnTo>
                    <a:pt x="25" y="4921"/>
                  </a:lnTo>
                  <a:lnTo>
                    <a:pt x="25" y="4994"/>
                  </a:lnTo>
                  <a:lnTo>
                    <a:pt x="220" y="5530"/>
                  </a:lnTo>
                  <a:lnTo>
                    <a:pt x="220" y="5530"/>
                  </a:lnTo>
                  <a:lnTo>
                    <a:pt x="244" y="5578"/>
                  </a:lnTo>
                  <a:lnTo>
                    <a:pt x="293" y="5651"/>
                  </a:lnTo>
                  <a:lnTo>
                    <a:pt x="390" y="5749"/>
                  </a:lnTo>
                  <a:lnTo>
                    <a:pt x="536" y="5797"/>
                  </a:lnTo>
                  <a:lnTo>
                    <a:pt x="609" y="5797"/>
                  </a:lnTo>
                  <a:lnTo>
                    <a:pt x="682" y="5797"/>
                  </a:lnTo>
                  <a:lnTo>
                    <a:pt x="1827" y="5554"/>
                  </a:lnTo>
                  <a:lnTo>
                    <a:pt x="1827" y="5554"/>
                  </a:lnTo>
                  <a:lnTo>
                    <a:pt x="1949" y="5724"/>
                  </a:lnTo>
                  <a:lnTo>
                    <a:pt x="2095" y="5870"/>
                  </a:lnTo>
                  <a:lnTo>
                    <a:pt x="1705" y="6966"/>
                  </a:lnTo>
                  <a:lnTo>
                    <a:pt x="1705" y="6966"/>
                  </a:lnTo>
                  <a:lnTo>
                    <a:pt x="1681" y="7040"/>
                  </a:lnTo>
                  <a:lnTo>
                    <a:pt x="1681" y="7113"/>
                  </a:lnTo>
                  <a:lnTo>
                    <a:pt x="1705" y="7259"/>
                  </a:lnTo>
                  <a:lnTo>
                    <a:pt x="1778" y="7380"/>
                  </a:lnTo>
                  <a:lnTo>
                    <a:pt x="1851" y="7429"/>
                  </a:lnTo>
                  <a:lnTo>
                    <a:pt x="1900" y="7478"/>
                  </a:lnTo>
                  <a:lnTo>
                    <a:pt x="2412" y="7721"/>
                  </a:lnTo>
                  <a:lnTo>
                    <a:pt x="2412" y="7721"/>
                  </a:lnTo>
                  <a:lnTo>
                    <a:pt x="2485" y="7770"/>
                  </a:lnTo>
                  <a:lnTo>
                    <a:pt x="2558" y="7770"/>
                  </a:lnTo>
                  <a:lnTo>
                    <a:pt x="2704" y="7770"/>
                  </a:lnTo>
                  <a:lnTo>
                    <a:pt x="2850" y="7697"/>
                  </a:lnTo>
                  <a:lnTo>
                    <a:pt x="2899" y="7648"/>
                  </a:lnTo>
                  <a:lnTo>
                    <a:pt x="2947" y="7600"/>
                  </a:lnTo>
                  <a:lnTo>
                    <a:pt x="3581" y="6625"/>
                  </a:lnTo>
                  <a:lnTo>
                    <a:pt x="3581" y="6625"/>
                  </a:lnTo>
                  <a:lnTo>
                    <a:pt x="3800" y="6650"/>
                  </a:lnTo>
                  <a:lnTo>
                    <a:pt x="3995" y="6650"/>
                  </a:lnTo>
                  <a:lnTo>
                    <a:pt x="4482" y="7697"/>
                  </a:lnTo>
                  <a:lnTo>
                    <a:pt x="4482" y="7697"/>
                  </a:lnTo>
                  <a:lnTo>
                    <a:pt x="4531" y="7770"/>
                  </a:lnTo>
                  <a:lnTo>
                    <a:pt x="4579" y="7819"/>
                  </a:lnTo>
                  <a:lnTo>
                    <a:pt x="4701" y="7892"/>
                  </a:lnTo>
                  <a:lnTo>
                    <a:pt x="4847" y="7941"/>
                  </a:lnTo>
                  <a:lnTo>
                    <a:pt x="4920" y="7941"/>
                  </a:lnTo>
                  <a:lnTo>
                    <a:pt x="4993" y="7916"/>
                  </a:lnTo>
                  <a:lnTo>
                    <a:pt x="5529" y="7746"/>
                  </a:lnTo>
                  <a:lnTo>
                    <a:pt x="5529" y="7746"/>
                  </a:lnTo>
                  <a:lnTo>
                    <a:pt x="5602" y="7721"/>
                  </a:lnTo>
                  <a:lnTo>
                    <a:pt x="5651" y="7673"/>
                  </a:lnTo>
                  <a:lnTo>
                    <a:pt x="5748" y="7551"/>
                  </a:lnTo>
                  <a:lnTo>
                    <a:pt x="5821" y="7405"/>
                  </a:lnTo>
                  <a:lnTo>
                    <a:pt x="5821" y="7332"/>
                  </a:lnTo>
                  <a:lnTo>
                    <a:pt x="5821" y="7259"/>
                  </a:lnTo>
                  <a:lnTo>
                    <a:pt x="5578" y="6114"/>
                  </a:lnTo>
                  <a:lnTo>
                    <a:pt x="5578" y="6114"/>
                  </a:lnTo>
                  <a:lnTo>
                    <a:pt x="5724" y="5992"/>
                  </a:lnTo>
                  <a:lnTo>
                    <a:pt x="5894" y="5846"/>
                  </a:lnTo>
                  <a:lnTo>
                    <a:pt x="6966" y="6260"/>
                  </a:lnTo>
                  <a:lnTo>
                    <a:pt x="6966" y="6260"/>
                  </a:lnTo>
                  <a:lnTo>
                    <a:pt x="7039" y="6260"/>
                  </a:lnTo>
                  <a:lnTo>
                    <a:pt x="7112" y="6285"/>
                  </a:lnTo>
                  <a:lnTo>
                    <a:pt x="7258" y="6236"/>
                  </a:lnTo>
                  <a:lnTo>
                    <a:pt x="7404" y="6163"/>
                  </a:lnTo>
                  <a:lnTo>
                    <a:pt x="7453" y="6114"/>
                  </a:lnTo>
                  <a:lnTo>
                    <a:pt x="7502" y="6041"/>
                  </a:lnTo>
                  <a:lnTo>
                    <a:pt x="7745" y="5530"/>
                  </a:lnTo>
                  <a:lnTo>
                    <a:pt x="7745" y="5530"/>
                  </a:lnTo>
                  <a:lnTo>
                    <a:pt x="7770" y="5481"/>
                  </a:lnTo>
                  <a:lnTo>
                    <a:pt x="7794" y="5383"/>
                  </a:lnTo>
                  <a:lnTo>
                    <a:pt x="7770" y="5237"/>
                  </a:lnTo>
                  <a:lnTo>
                    <a:pt x="7697" y="5115"/>
                  </a:lnTo>
                  <a:lnTo>
                    <a:pt x="7648" y="5042"/>
                  </a:lnTo>
                  <a:lnTo>
                    <a:pt x="7599" y="4994"/>
                  </a:lnTo>
                  <a:lnTo>
                    <a:pt x="6625" y="4360"/>
                  </a:lnTo>
                  <a:lnTo>
                    <a:pt x="6625" y="4360"/>
                  </a:lnTo>
                  <a:lnTo>
                    <a:pt x="6649" y="4166"/>
                  </a:lnTo>
                  <a:lnTo>
                    <a:pt x="6649" y="3946"/>
                  </a:lnTo>
                  <a:lnTo>
                    <a:pt x="7697" y="3459"/>
                  </a:lnTo>
                  <a:lnTo>
                    <a:pt x="7697" y="3459"/>
                  </a:lnTo>
                  <a:lnTo>
                    <a:pt x="7770" y="3435"/>
                  </a:lnTo>
                  <a:lnTo>
                    <a:pt x="7843" y="3386"/>
                  </a:lnTo>
                  <a:lnTo>
                    <a:pt x="7916" y="3240"/>
                  </a:lnTo>
                  <a:lnTo>
                    <a:pt x="7940" y="3094"/>
                  </a:lnTo>
                  <a:lnTo>
                    <a:pt x="7940" y="3021"/>
                  </a:lnTo>
                  <a:lnTo>
                    <a:pt x="7940" y="2948"/>
                  </a:lnTo>
                  <a:lnTo>
                    <a:pt x="7745" y="2412"/>
                  </a:lnTo>
                  <a:lnTo>
                    <a:pt x="7745" y="2412"/>
                  </a:lnTo>
                  <a:lnTo>
                    <a:pt x="7721" y="2339"/>
                  </a:lnTo>
                  <a:lnTo>
                    <a:pt x="7672" y="2290"/>
                  </a:lnTo>
                  <a:lnTo>
                    <a:pt x="7551" y="2193"/>
                  </a:lnTo>
                  <a:lnTo>
                    <a:pt x="7429" y="2144"/>
                  </a:lnTo>
                  <a:lnTo>
                    <a:pt x="7356" y="2144"/>
                  </a:lnTo>
                  <a:lnTo>
                    <a:pt x="7258" y="2144"/>
                  </a:lnTo>
                  <a:lnTo>
                    <a:pt x="7258" y="2144"/>
                  </a:lnTo>
                  <a:close/>
                  <a:moveTo>
                    <a:pt x="5480" y="4726"/>
                  </a:moveTo>
                  <a:lnTo>
                    <a:pt x="5480" y="4726"/>
                  </a:lnTo>
                  <a:lnTo>
                    <a:pt x="5383" y="4872"/>
                  </a:lnTo>
                  <a:lnTo>
                    <a:pt x="5286" y="4994"/>
                  </a:lnTo>
                  <a:lnTo>
                    <a:pt x="5188" y="5140"/>
                  </a:lnTo>
                  <a:lnTo>
                    <a:pt x="5066" y="5237"/>
                  </a:lnTo>
                  <a:lnTo>
                    <a:pt x="4945" y="5335"/>
                  </a:lnTo>
                  <a:lnTo>
                    <a:pt x="4798" y="5432"/>
                  </a:lnTo>
                  <a:lnTo>
                    <a:pt x="4652" y="5505"/>
                  </a:lnTo>
                  <a:lnTo>
                    <a:pt x="4506" y="5554"/>
                  </a:lnTo>
                  <a:lnTo>
                    <a:pt x="4360" y="5603"/>
                  </a:lnTo>
                  <a:lnTo>
                    <a:pt x="4190" y="5627"/>
                  </a:lnTo>
                  <a:lnTo>
                    <a:pt x="4043" y="5651"/>
                  </a:lnTo>
                  <a:lnTo>
                    <a:pt x="3873" y="5627"/>
                  </a:lnTo>
                  <a:lnTo>
                    <a:pt x="3702" y="5627"/>
                  </a:lnTo>
                  <a:lnTo>
                    <a:pt x="3556" y="5578"/>
                  </a:lnTo>
                  <a:lnTo>
                    <a:pt x="3386" y="5530"/>
                  </a:lnTo>
                  <a:lnTo>
                    <a:pt x="3240" y="5456"/>
                  </a:lnTo>
                  <a:lnTo>
                    <a:pt x="3240" y="5456"/>
                  </a:lnTo>
                  <a:lnTo>
                    <a:pt x="3094" y="5383"/>
                  </a:lnTo>
                  <a:lnTo>
                    <a:pt x="2947" y="5286"/>
                  </a:lnTo>
                  <a:lnTo>
                    <a:pt x="2826" y="5164"/>
                  </a:lnTo>
                  <a:lnTo>
                    <a:pt x="2704" y="5067"/>
                  </a:lnTo>
                  <a:lnTo>
                    <a:pt x="2606" y="4921"/>
                  </a:lnTo>
                  <a:lnTo>
                    <a:pt x="2533" y="4799"/>
                  </a:lnTo>
                  <a:lnTo>
                    <a:pt x="2460" y="4653"/>
                  </a:lnTo>
                  <a:lnTo>
                    <a:pt x="2387" y="4507"/>
                  </a:lnTo>
                  <a:lnTo>
                    <a:pt x="2363" y="4336"/>
                  </a:lnTo>
                  <a:lnTo>
                    <a:pt x="2314" y="4190"/>
                  </a:lnTo>
                  <a:lnTo>
                    <a:pt x="2314" y="4020"/>
                  </a:lnTo>
                  <a:lnTo>
                    <a:pt x="2314" y="3873"/>
                  </a:lnTo>
                  <a:lnTo>
                    <a:pt x="2339" y="3703"/>
                  </a:lnTo>
                  <a:lnTo>
                    <a:pt x="2363" y="3532"/>
                  </a:lnTo>
                  <a:lnTo>
                    <a:pt x="2412" y="3386"/>
                  </a:lnTo>
                  <a:lnTo>
                    <a:pt x="2485" y="3216"/>
                  </a:lnTo>
                  <a:lnTo>
                    <a:pt x="2485" y="3216"/>
                  </a:lnTo>
                  <a:lnTo>
                    <a:pt x="2582" y="3070"/>
                  </a:lnTo>
                  <a:lnTo>
                    <a:pt x="2680" y="2948"/>
                  </a:lnTo>
                  <a:lnTo>
                    <a:pt x="2777" y="2802"/>
                  </a:lnTo>
                  <a:lnTo>
                    <a:pt x="2899" y="2704"/>
                  </a:lnTo>
                  <a:lnTo>
                    <a:pt x="3020" y="2607"/>
                  </a:lnTo>
                  <a:lnTo>
                    <a:pt x="3167" y="2509"/>
                  </a:lnTo>
                  <a:lnTo>
                    <a:pt x="3313" y="2436"/>
                  </a:lnTo>
                  <a:lnTo>
                    <a:pt x="3459" y="2388"/>
                  </a:lnTo>
                  <a:lnTo>
                    <a:pt x="3605" y="2339"/>
                  </a:lnTo>
                  <a:lnTo>
                    <a:pt x="3775" y="2315"/>
                  </a:lnTo>
                  <a:lnTo>
                    <a:pt x="3922" y="2290"/>
                  </a:lnTo>
                  <a:lnTo>
                    <a:pt x="4092" y="2315"/>
                  </a:lnTo>
                  <a:lnTo>
                    <a:pt x="4263" y="2315"/>
                  </a:lnTo>
                  <a:lnTo>
                    <a:pt x="4409" y="2363"/>
                  </a:lnTo>
                  <a:lnTo>
                    <a:pt x="4579" y="2412"/>
                  </a:lnTo>
                  <a:lnTo>
                    <a:pt x="4725" y="2485"/>
                  </a:lnTo>
                  <a:lnTo>
                    <a:pt x="4725" y="2485"/>
                  </a:lnTo>
                  <a:lnTo>
                    <a:pt x="4871" y="2558"/>
                  </a:lnTo>
                  <a:lnTo>
                    <a:pt x="5018" y="2656"/>
                  </a:lnTo>
                  <a:lnTo>
                    <a:pt x="5139" y="2777"/>
                  </a:lnTo>
                  <a:lnTo>
                    <a:pt x="5261" y="2875"/>
                  </a:lnTo>
                  <a:lnTo>
                    <a:pt x="5359" y="3021"/>
                  </a:lnTo>
                  <a:lnTo>
                    <a:pt x="5432" y="3143"/>
                  </a:lnTo>
                  <a:lnTo>
                    <a:pt x="5505" y="3289"/>
                  </a:lnTo>
                  <a:lnTo>
                    <a:pt x="5578" y="3435"/>
                  </a:lnTo>
                  <a:lnTo>
                    <a:pt x="5602" y="3605"/>
                  </a:lnTo>
                  <a:lnTo>
                    <a:pt x="5626" y="3752"/>
                  </a:lnTo>
                  <a:lnTo>
                    <a:pt x="5651" y="3922"/>
                  </a:lnTo>
                  <a:lnTo>
                    <a:pt x="5651" y="4068"/>
                  </a:lnTo>
                  <a:lnTo>
                    <a:pt x="5626" y="4239"/>
                  </a:lnTo>
                  <a:lnTo>
                    <a:pt x="5602" y="4409"/>
                  </a:lnTo>
                  <a:lnTo>
                    <a:pt x="5553" y="4555"/>
                  </a:lnTo>
                  <a:lnTo>
                    <a:pt x="5480" y="4726"/>
                  </a:lnTo>
                  <a:lnTo>
                    <a:pt x="5480" y="4726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97" name="Google Shape;397;p34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23</a:t>
            </a:fld>
            <a:endParaRPr/>
          </a:p>
        </p:txBody>
      </p:sp>
      <p:sp>
        <p:nvSpPr>
          <p:cNvPr id="31" name="Google Shape;1561;p49">
            <a:extLst>
              <a:ext uri="{FF2B5EF4-FFF2-40B4-BE49-F238E27FC236}">
                <a16:creationId xmlns:a16="http://schemas.microsoft.com/office/drawing/2014/main" id="{68CACFCF-B6DB-4B27-B845-3DF3D2ADACFC}"/>
              </a:ext>
            </a:extLst>
          </p:cNvPr>
          <p:cNvSpPr/>
          <p:nvPr/>
        </p:nvSpPr>
        <p:spPr>
          <a:xfrm>
            <a:off x="7194202" y="2543965"/>
            <a:ext cx="865556" cy="86710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-US" altLang="ko-KR" sz="1400" i="0" u="none" strike="noStrike" cap="none" dirty="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 2.0</a:t>
            </a:r>
            <a:endParaRPr sz="1400" i="0" u="none" strike="noStrike" cap="none" dirty="0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22" name="Google Shape;750;p46">
            <a:extLst>
              <a:ext uri="{FF2B5EF4-FFF2-40B4-BE49-F238E27FC236}">
                <a16:creationId xmlns:a16="http://schemas.microsoft.com/office/drawing/2014/main" id="{2F0864F0-2FC9-47D7-BC33-4A718C76864B}"/>
              </a:ext>
            </a:extLst>
          </p:cNvPr>
          <p:cNvCxnSpPr>
            <a:cxnSpLocks/>
            <a:endCxn id="57" idx="1"/>
          </p:cNvCxnSpPr>
          <p:nvPr/>
        </p:nvCxnSpPr>
        <p:spPr>
          <a:xfrm flipV="1">
            <a:off x="1541933" y="2000474"/>
            <a:ext cx="1067848" cy="994012"/>
          </a:xfrm>
          <a:prstGeom prst="straightConnector1">
            <a:avLst/>
          </a:prstGeom>
          <a:noFill/>
          <a:ln w="28575" cap="rnd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26" name="Google Shape;750;p46">
            <a:extLst>
              <a:ext uri="{FF2B5EF4-FFF2-40B4-BE49-F238E27FC236}">
                <a16:creationId xmlns:a16="http://schemas.microsoft.com/office/drawing/2014/main" id="{EBBF956A-69CA-4CC1-A14F-C79996FE476B}"/>
              </a:ext>
            </a:extLst>
          </p:cNvPr>
          <p:cNvCxnSpPr>
            <a:cxnSpLocks/>
            <a:endCxn id="63" idx="1"/>
          </p:cNvCxnSpPr>
          <p:nvPr/>
        </p:nvCxnSpPr>
        <p:spPr>
          <a:xfrm flipV="1">
            <a:off x="1541933" y="2727402"/>
            <a:ext cx="1067848" cy="267086"/>
          </a:xfrm>
          <a:prstGeom prst="straightConnector1">
            <a:avLst/>
          </a:prstGeom>
          <a:noFill/>
          <a:ln w="28575" cap="rnd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43" name="Google Shape;750;p46">
            <a:extLst>
              <a:ext uri="{FF2B5EF4-FFF2-40B4-BE49-F238E27FC236}">
                <a16:creationId xmlns:a16="http://schemas.microsoft.com/office/drawing/2014/main" id="{3D7AD83E-31A9-4FD1-8553-B6B0AF039372}"/>
              </a:ext>
            </a:extLst>
          </p:cNvPr>
          <p:cNvCxnSpPr>
            <a:cxnSpLocks/>
            <a:endCxn id="64" idx="1"/>
          </p:cNvCxnSpPr>
          <p:nvPr/>
        </p:nvCxnSpPr>
        <p:spPr>
          <a:xfrm>
            <a:off x="1541933" y="2994482"/>
            <a:ext cx="1067848" cy="447369"/>
          </a:xfrm>
          <a:prstGeom prst="straightConnector1">
            <a:avLst/>
          </a:prstGeom>
          <a:noFill/>
          <a:ln w="28575" cap="rnd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44" name="Google Shape;750;p46">
            <a:extLst>
              <a:ext uri="{FF2B5EF4-FFF2-40B4-BE49-F238E27FC236}">
                <a16:creationId xmlns:a16="http://schemas.microsoft.com/office/drawing/2014/main" id="{A288AA9A-FF2D-4924-B997-8D58A7698B04}"/>
              </a:ext>
            </a:extLst>
          </p:cNvPr>
          <p:cNvCxnSpPr>
            <a:cxnSpLocks/>
            <a:endCxn id="65" idx="1"/>
          </p:cNvCxnSpPr>
          <p:nvPr/>
        </p:nvCxnSpPr>
        <p:spPr>
          <a:xfrm>
            <a:off x="1586990" y="2994481"/>
            <a:ext cx="1022791" cy="1141141"/>
          </a:xfrm>
          <a:prstGeom prst="straightConnector1">
            <a:avLst/>
          </a:prstGeom>
          <a:noFill/>
          <a:ln w="28575" cap="rnd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2" name="Google Shape;1562;p49">
            <a:extLst>
              <a:ext uri="{FF2B5EF4-FFF2-40B4-BE49-F238E27FC236}">
                <a16:creationId xmlns:a16="http://schemas.microsoft.com/office/drawing/2014/main" id="{A3A378F4-2030-4998-A924-7E7E0E1D39D6}"/>
              </a:ext>
            </a:extLst>
          </p:cNvPr>
          <p:cNvSpPr/>
          <p:nvPr/>
        </p:nvSpPr>
        <p:spPr>
          <a:xfrm>
            <a:off x="1108382" y="2551406"/>
            <a:ext cx="867102" cy="86710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 sz="1400" i="0" u="none" strike="noStrike" cap="non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13906BD-84C3-4E18-BBF3-71C96FEA7024}"/>
              </a:ext>
            </a:extLst>
          </p:cNvPr>
          <p:cNvSpPr txBox="1"/>
          <p:nvPr/>
        </p:nvSpPr>
        <p:spPr>
          <a:xfrm>
            <a:off x="1179494" y="2740028"/>
            <a:ext cx="72487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Master</a:t>
            </a:r>
          </a:p>
          <a:p>
            <a:pPr algn="ctr"/>
            <a:r>
              <a:rPr lang="en-US" altLang="ko-KR" sz="1400" dirty="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Branch</a:t>
            </a:r>
          </a:p>
        </p:txBody>
      </p:sp>
      <p:sp>
        <p:nvSpPr>
          <p:cNvPr id="66" name="Google Shape;1562;p49">
            <a:extLst>
              <a:ext uri="{FF2B5EF4-FFF2-40B4-BE49-F238E27FC236}">
                <a16:creationId xmlns:a16="http://schemas.microsoft.com/office/drawing/2014/main" id="{04C9393E-2FB3-4ED3-BA20-46AE0293BB35}"/>
              </a:ext>
            </a:extLst>
          </p:cNvPr>
          <p:cNvSpPr/>
          <p:nvPr/>
        </p:nvSpPr>
        <p:spPr>
          <a:xfrm>
            <a:off x="82589" y="2540257"/>
            <a:ext cx="867102" cy="86710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-US" altLang="ko-KR" sz="1400" i="0" u="none" strike="noStrike" cap="none" dirty="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 1.0</a:t>
            </a:r>
            <a:endParaRPr sz="1400" i="0" u="none" strike="noStrike" cap="none" dirty="0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70" name="Google Shape;750;p46">
            <a:extLst>
              <a:ext uri="{FF2B5EF4-FFF2-40B4-BE49-F238E27FC236}">
                <a16:creationId xmlns:a16="http://schemas.microsoft.com/office/drawing/2014/main" id="{C416A903-B341-441D-BBF1-810E5C3D6BB8}"/>
              </a:ext>
            </a:extLst>
          </p:cNvPr>
          <p:cNvCxnSpPr>
            <a:cxnSpLocks/>
            <a:endCxn id="65" idx="3"/>
          </p:cNvCxnSpPr>
          <p:nvPr/>
        </p:nvCxnSpPr>
        <p:spPr>
          <a:xfrm flipH="1">
            <a:off x="5543481" y="4135622"/>
            <a:ext cx="954601" cy="0"/>
          </a:xfrm>
          <a:prstGeom prst="straightConnector1">
            <a:avLst/>
          </a:prstGeom>
          <a:noFill/>
          <a:ln w="28575" cap="rnd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5FA22AFC-27C2-40D7-90D2-8083994E98D5}"/>
              </a:ext>
            </a:extLst>
          </p:cNvPr>
          <p:cNvSpPr/>
          <p:nvPr/>
        </p:nvSpPr>
        <p:spPr>
          <a:xfrm>
            <a:off x="2609781" y="1754067"/>
            <a:ext cx="2933700" cy="492813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tx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메시지 검색 기능 추가</a:t>
            </a:r>
            <a:endParaRPr lang="en-US" altLang="ko-KR" sz="1400" dirty="0">
              <a:solidFill>
                <a:schemeClr val="tx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63" name="사각형: 둥근 모서리 62">
            <a:extLst>
              <a:ext uri="{FF2B5EF4-FFF2-40B4-BE49-F238E27FC236}">
                <a16:creationId xmlns:a16="http://schemas.microsoft.com/office/drawing/2014/main" id="{14EBEE7D-98C4-497B-A4CF-2D4CAF534D89}"/>
              </a:ext>
            </a:extLst>
          </p:cNvPr>
          <p:cNvSpPr/>
          <p:nvPr/>
        </p:nvSpPr>
        <p:spPr>
          <a:xfrm>
            <a:off x="2609781" y="2480995"/>
            <a:ext cx="2933700" cy="492813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선물하기 기능 추가</a:t>
            </a:r>
          </a:p>
        </p:txBody>
      </p:sp>
      <p:sp>
        <p:nvSpPr>
          <p:cNvPr id="64" name="사각형: 둥근 모서리 63">
            <a:extLst>
              <a:ext uri="{FF2B5EF4-FFF2-40B4-BE49-F238E27FC236}">
                <a16:creationId xmlns:a16="http://schemas.microsoft.com/office/drawing/2014/main" id="{167273EE-9F0D-40F3-9B7B-1E683218EA30}"/>
              </a:ext>
            </a:extLst>
          </p:cNvPr>
          <p:cNvSpPr/>
          <p:nvPr/>
        </p:nvSpPr>
        <p:spPr>
          <a:xfrm>
            <a:off x="2609781" y="3195444"/>
            <a:ext cx="2933700" cy="492813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친구 리스트 </a:t>
            </a:r>
            <a:r>
              <a:rPr lang="ko-KR" altLang="en-US" dirty="0" err="1">
                <a:solidFill>
                  <a:schemeClr val="tx1"/>
                </a:solidFill>
              </a:rPr>
              <a:t>ㄱㄴㄷ순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en-US" dirty="0">
                <a:solidFill>
                  <a:schemeClr val="tx1"/>
                </a:solidFill>
              </a:rPr>
              <a:t>정렬</a:t>
            </a:r>
          </a:p>
        </p:txBody>
      </p:sp>
      <p:sp>
        <p:nvSpPr>
          <p:cNvPr id="65" name="사각형: 둥근 모서리 64">
            <a:extLst>
              <a:ext uri="{FF2B5EF4-FFF2-40B4-BE49-F238E27FC236}">
                <a16:creationId xmlns:a16="http://schemas.microsoft.com/office/drawing/2014/main" id="{8ACE95E0-BC54-4C26-90A6-6D008A569987}"/>
              </a:ext>
            </a:extLst>
          </p:cNvPr>
          <p:cNvSpPr/>
          <p:nvPr/>
        </p:nvSpPr>
        <p:spPr>
          <a:xfrm>
            <a:off x="2609781" y="3889215"/>
            <a:ext cx="2933700" cy="492813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메시지 도착 알림 버그 수정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4E872096-B1BD-4AB1-8ED3-422653697879}"/>
              </a:ext>
            </a:extLst>
          </p:cNvPr>
          <p:cNvSpPr txBox="1"/>
          <p:nvPr/>
        </p:nvSpPr>
        <p:spPr>
          <a:xfrm rot="19020731">
            <a:off x="1794381" y="2167718"/>
            <a:ext cx="7489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100" dirty="0"/>
              <a:t>Branch 1</a:t>
            </a:r>
            <a:endParaRPr lang="ko-KR" altLang="en-US" sz="1100" dirty="0"/>
          </a:p>
        </p:txBody>
      </p:sp>
      <p:sp>
        <p:nvSpPr>
          <p:cNvPr id="134" name="Google Shape;1561;p49">
            <a:extLst>
              <a:ext uri="{FF2B5EF4-FFF2-40B4-BE49-F238E27FC236}">
                <a16:creationId xmlns:a16="http://schemas.microsoft.com/office/drawing/2014/main" id="{0DBCD4EE-2993-43D4-9AA1-36D75C15A033}"/>
              </a:ext>
            </a:extLst>
          </p:cNvPr>
          <p:cNvSpPr/>
          <p:nvPr/>
        </p:nvSpPr>
        <p:spPr>
          <a:xfrm>
            <a:off x="8214959" y="2528524"/>
            <a:ext cx="865556" cy="86710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 sz="1400" i="0" u="none" strike="noStrike" cap="none" dirty="0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F4B6DB65-E86A-4538-B262-11A819D56C97}"/>
              </a:ext>
            </a:extLst>
          </p:cNvPr>
          <p:cNvSpPr txBox="1"/>
          <p:nvPr/>
        </p:nvSpPr>
        <p:spPr>
          <a:xfrm>
            <a:off x="8258175" y="2808188"/>
            <a:ext cx="7791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Release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6BF1AA81-480D-47E5-874F-EA73A2A1017B}"/>
              </a:ext>
            </a:extLst>
          </p:cNvPr>
          <p:cNvSpPr txBox="1"/>
          <p:nvPr/>
        </p:nvSpPr>
        <p:spPr>
          <a:xfrm rot="20736235">
            <a:off x="1930618" y="2578358"/>
            <a:ext cx="7489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100" dirty="0"/>
              <a:t>Branch 2</a:t>
            </a:r>
            <a:endParaRPr lang="ko-KR" altLang="en-US" sz="1100" dirty="0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0ADC09C8-F821-4319-A1FD-A3F8825B58B9}"/>
              </a:ext>
            </a:extLst>
          </p:cNvPr>
          <p:cNvSpPr txBox="1"/>
          <p:nvPr/>
        </p:nvSpPr>
        <p:spPr>
          <a:xfrm rot="1332554">
            <a:off x="1963461" y="3094361"/>
            <a:ext cx="7489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100" dirty="0"/>
              <a:t>Branch 3</a:t>
            </a:r>
            <a:endParaRPr lang="ko-KR" altLang="en-US" sz="1100" dirty="0"/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CD0211E4-2362-42F8-806D-865AA56ABB4B}"/>
              </a:ext>
            </a:extLst>
          </p:cNvPr>
          <p:cNvSpPr txBox="1"/>
          <p:nvPr/>
        </p:nvSpPr>
        <p:spPr>
          <a:xfrm rot="2878202">
            <a:off x="1923588" y="3515796"/>
            <a:ext cx="7489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100" dirty="0"/>
              <a:t>Branch 4</a:t>
            </a:r>
            <a:endParaRPr lang="ko-KR" altLang="en-US" sz="1100" dirty="0"/>
          </a:p>
        </p:txBody>
      </p:sp>
      <p:sp>
        <p:nvSpPr>
          <p:cNvPr id="128" name="사각형: 둥근 모서리 127">
            <a:extLst>
              <a:ext uri="{FF2B5EF4-FFF2-40B4-BE49-F238E27FC236}">
                <a16:creationId xmlns:a16="http://schemas.microsoft.com/office/drawing/2014/main" id="{5F01519D-EA8F-4835-8059-ACC2178391D5}"/>
              </a:ext>
            </a:extLst>
          </p:cNvPr>
          <p:cNvSpPr/>
          <p:nvPr/>
        </p:nvSpPr>
        <p:spPr>
          <a:xfrm>
            <a:off x="6180440" y="1754067"/>
            <a:ext cx="805497" cy="2627961"/>
          </a:xfrm>
          <a:prstGeom prst="roundRect">
            <a:avLst/>
          </a:prstGeom>
          <a:solidFill>
            <a:srgbClr val="F6921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  <a:latin typeface="Quattrocento Sans" panose="020B0600000101010101" charset="0"/>
              </a:rPr>
              <a:t>Merge</a:t>
            </a:r>
            <a:endParaRPr lang="ko-KR" altLang="en-US" dirty="0">
              <a:solidFill>
                <a:schemeClr val="tx1"/>
              </a:solidFill>
              <a:latin typeface="Quattrocento Sans" panose="020B0600000101010101" charset="0"/>
            </a:endParaRPr>
          </a:p>
        </p:txBody>
      </p:sp>
      <p:sp>
        <p:nvSpPr>
          <p:cNvPr id="147" name="Google Shape;1566;p49">
            <a:extLst>
              <a:ext uri="{FF2B5EF4-FFF2-40B4-BE49-F238E27FC236}">
                <a16:creationId xmlns:a16="http://schemas.microsoft.com/office/drawing/2014/main" id="{E2979D14-6A6B-4BBF-99D7-82027826F451}"/>
              </a:ext>
            </a:extLst>
          </p:cNvPr>
          <p:cNvSpPr/>
          <p:nvPr/>
        </p:nvSpPr>
        <p:spPr>
          <a:xfrm>
            <a:off x="5361470" y="1605832"/>
            <a:ext cx="305837" cy="30583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-US" sz="1400" i="0" u="none" strike="noStrike" cap="none" dirty="0">
                <a:solidFill>
                  <a:schemeClr val="bg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</a:t>
            </a:r>
            <a:endParaRPr sz="1400" i="0" u="none" strike="noStrike" cap="none" dirty="0">
              <a:solidFill>
                <a:schemeClr val="bg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48" name="Google Shape;1566;p49">
            <a:extLst>
              <a:ext uri="{FF2B5EF4-FFF2-40B4-BE49-F238E27FC236}">
                <a16:creationId xmlns:a16="http://schemas.microsoft.com/office/drawing/2014/main" id="{B99B3C50-A965-4D66-A18F-E0D7074BB6A7}"/>
              </a:ext>
            </a:extLst>
          </p:cNvPr>
          <p:cNvSpPr/>
          <p:nvPr/>
        </p:nvSpPr>
        <p:spPr>
          <a:xfrm>
            <a:off x="5358265" y="2331798"/>
            <a:ext cx="305837" cy="30583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-US" sz="1400" i="0" u="none" strike="noStrike" cap="none" dirty="0">
                <a:solidFill>
                  <a:schemeClr val="bg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</a:t>
            </a:r>
            <a:endParaRPr sz="1400" i="0" u="none" strike="noStrike" cap="none" dirty="0">
              <a:solidFill>
                <a:schemeClr val="bg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49" name="Google Shape;1566;p49">
            <a:extLst>
              <a:ext uri="{FF2B5EF4-FFF2-40B4-BE49-F238E27FC236}">
                <a16:creationId xmlns:a16="http://schemas.microsoft.com/office/drawing/2014/main" id="{86B423ED-1CBD-49F1-AC6B-41D3625BDC18}"/>
              </a:ext>
            </a:extLst>
          </p:cNvPr>
          <p:cNvSpPr/>
          <p:nvPr/>
        </p:nvSpPr>
        <p:spPr>
          <a:xfrm>
            <a:off x="5358265" y="3046247"/>
            <a:ext cx="305837" cy="30583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-US" sz="1400" i="0" u="none" strike="noStrike" cap="none" dirty="0">
                <a:solidFill>
                  <a:schemeClr val="bg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</a:t>
            </a:r>
            <a:endParaRPr sz="1400" i="0" u="none" strike="noStrike" cap="none" dirty="0">
              <a:solidFill>
                <a:schemeClr val="bg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50" name="Google Shape;1566;p49">
            <a:extLst>
              <a:ext uri="{FF2B5EF4-FFF2-40B4-BE49-F238E27FC236}">
                <a16:creationId xmlns:a16="http://schemas.microsoft.com/office/drawing/2014/main" id="{70401F96-AFD5-44EC-8CA4-829302041749}"/>
              </a:ext>
            </a:extLst>
          </p:cNvPr>
          <p:cNvSpPr/>
          <p:nvPr/>
        </p:nvSpPr>
        <p:spPr>
          <a:xfrm>
            <a:off x="5364270" y="3733800"/>
            <a:ext cx="305837" cy="30583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-US" sz="1400" i="0" u="none" strike="noStrike" cap="none" dirty="0">
                <a:solidFill>
                  <a:schemeClr val="bg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</a:t>
            </a:r>
            <a:endParaRPr sz="1400" i="0" u="none" strike="noStrike" cap="none" dirty="0">
              <a:solidFill>
                <a:schemeClr val="bg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</p:spTree>
    <p:extLst>
      <p:ext uri="{BB962C8B-B14F-4D97-AF65-F5344CB8AC3E}">
        <p14:creationId xmlns:p14="http://schemas.microsoft.com/office/powerpoint/2010/main" val="427498507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34"/>
          <p:cNvSpPr txBox="1">
            <a:spLocks noGrp="1"/>
          </p:cNvSpPr>
          <p:nvPr>
            <p:ph type="title"/>
          </p:nvPr>
        </p:nvSpPr>
        <p:spPr>
          <a:xfrm>
            <a:off x="1381250" y="896112"/>
            <a:ext cx="38784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Git </a:t>
            </a:r>
            <a:r>
              <a:rPr lang="ko-KR" altLang="en-US" dirty="0"/>
              <a:t>원리 </a:t>
            </a:r>
            <a:r>
              <a:rPr lang="en-US" altLang="ko-KR" dirty="0"/>
              <a:t>&amp; </a:t>
            </a:r>
            <a:r>
              <a:rPr lang="ko-KR" altLang="en-US" dirty="0"/>
              <a:t>사용방법</a:t>
            </a:r>
            <a:endParaRPr dirty="0"/>
          </a:p>
        </p:txBody>
      </p:sp>
      <p:sp>
        <p:nvSpPr>
          <p:cNvPr id="393" name="Google Shape;393;p34"/>
          <p:cNvSpPr txBox="1">
            <a:spLocks noGrp="1"/>
          </p:cNvSpPr>
          <p:nvPr>
            <p:ph type="body" idx="1"/>
          </p:nvPr>
        </p:nvSpPr>
        <p:spPr>
          <a:xfrm>
            <a:off x="456113" y="1385706"/>
            <a:ext cx="3999496" cy="1059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4000" b="1" dirty="0">
                <a:highlight>
                  <a:srgbClr val="FFCD00"/>
                </a:highlight>
              </a:rPr>
              <a:t>Command Line</a:t>
            </a:r>
          </a:p>
        </p:txBody>
      </p:sp>
      <p:grpSp>
        <p:nvGrpSpPr>
          <p:cNvPr id="394" name="Google Shape;394;p34"/>
          <p:cNvGrpSpPr/>
          <p:nvPr/>
        </p:nvGrpSpPr>
        <p:grpSpPr>
          <a:xfrm>
            <a:off x="889984" y="1007708"/>
            <a:ext cx="270226" cy="238344"/>
            <a:chOff x="5247525" y="3007275"/>
            <a:chExt cx="517575" cy="456510"/>
          </a:xfrm>
        </p:grpSpPr>
        <p:sp>
          <p:nvSpPr>
            <p:cNvPr id="395" name="Google Shape;395;p34"/>
            <p:cNvSpPr/>
            <p:nvPr/>
          </p:nvSpPr>
          <p:spPr>
            <a:xfrm>
              <a:off x="5247525" y="3007275"/>
              <a:ext cx="348900" cy="348900"/>
            </a:xfrm>
            <a:custGeom>
              <a:avLst/>
              <a:gdLst/>
              <a:ahLst/>
              <a:cxnLst/>
              <a:rect l="l" t="t" r="r" b="b"/>
              <a:pathLst>
                <a:path w="13956" h="13956" fill="none" extrusionOk="0">
                  <a:moveTo>
                    <a:pt x="13323" y="5772"/>
                  </a:moveTo>
                  <a:lnTo>
                    <a:pt x="11861" y="5626"/>
                  </a:lnTo>
                  <a:lnTo>
                    <a:pt x="11861" y="5626"/>
                  </a:lnTo>
                  <a:lnTo>
                    <a:pt x="11788" y="5334"/>
                  </a:lnTo>
                  <a:lnTo>
                    <a:pt x="11667" y="5042"/>
                  </a:lnTo>
                  <a:lnTo>
                    <a:pt x="11545" y="4750"/>
                  </a:lnTo>
                  <a:lnTo>
                    <a:pt x="11399" y="4482"/>
                  </a:lnTo>
                  <a:lnTo>
                    <a:pt x="12300" y="3337"/>
                  </a:lnTo>
                  <a:lnTo>
                    <a:pt x="12300" y="3337"/>
                  </a:lnTo>
                  <a:lnTo>
                    <a:pt x="12373" y="3240"/>
                  </a:lnTo>
                  <a:lnTo>
                    <a:pt x="12422" y="3118"/>
                  </a:lnTo>
                  <a:lnTo>
                    <a:pt x="12446" y="2996"/>
                  </a:lnTo>
                  <a:lnTo>
                    <a:pt x="12446" y="2850"/>
                  </a:lnTo>
                  <a:lnTo>
                    <a:pt x="12422" y="2728"/>
                  </a:lnTo>
                  <a:lnTo>
                    <a:pt x="12397" y="2606"/>
                  </a:lnTo>
                  <a:lnTo>
                    <a:pt x="12324" y="2485"/>
                  </a:lnTo>
                  <a:lnTo>
                    <a:pt x="12251" y="2387"/>
                  </a:lnTo>
                  <a:lnTo>
                    <a:pt x="11569" y="1705"/>
                  </a:lnTo>
                  <a:lnTo>
                    <a:pt x="11569" y="1705"/>
                  </a:lnTo>
                  <a:lnTo>
                    <a:pt x="11472" y="1632"/>
                  </a:lnTo>
                  <a:lnTo>
                    <a:pt x="11350" y="1559"/>
                  </a:lnTo>
                  <a:lnTo>
                    <a:pt x="11228" y="1510"/>
                  </a:lnTo>
                  <a:lnTo>
                    <a:pt x="11106" y="1510"/>
                  </a:lnTo>
                  <a:lnTo>
                    <a:pt x="10960" y="1510"/>
                  </a:lnTo>
                  <a:lnTo>
                    <a:pt x="10838" y="1535"/>
                  </a:lnTo>
                  <a:lnTo>
                    <a:pt x="10717" y="1583"/>
                  </a:lnTo>
                  <a:lnTo>
                    <a:pt x="10619" y="1656"/>
                  </a:lnTo>
                  <a:lnTo>
                    <a:pt x="9475" y="2558"/>
                  </a:lnTo>
                  <a:lnTo>
                    <a:pt x="9475" y="2558"/>
                  </a:lnTo>
                  <a:lnTo>
                    <a:pt x="9207" y="2411"/>
                  </a:lnTo>
                  <a:lnTo>
                    <a:pt x="8914" y="2290"/>
                  </a:lnTo>
                  <a:lnTo>
                    <a:pt x="8622" y="2168"/>
                  </a:lnTo>
                  <a:lnTo>
                    <a:pt x="8330" y="2070"/>
                  </a:lnTo>
                  <a:lnTo>
                    <a:pt x="8159" y="634"/>
                  </a:lnTo>
                  <a:lnTo>
                    <a:pt x="8159" y="634"/>
                  </a:lnTo>
                  <a:lnTo>
                    <a:pt x="8135" y="512"/>
                  </a:lnTo>
                  <a:lnTo>
                    <a:pt x="8086" y="390"/>
                  </a:lnTo>
                  <a:lnTo>
                    <a:pt x="8013" y="293"/>
                  </a:lnTo>
                  <a:lnTo>
                    <a:pt x="7940" y="195"/>
                  </a:lnTo>
                  <a:lnTo>
                    <a:pt x="7818" y="122"/>
                  </a:lnTo>
                  <a:lnTo>
                    <a:pt x="7721" y="49"/>
                  </a:lnTo>
                  <a:lnTo>
                    <a:pt x="7575" y="25"/>
                  </a:lnTo>
                  <a:lnTo>
                    <a:pt x="7453" y="0"/>
                  </a:lnTo>
                  <a:lnTo>
                    <a:pt x="6479" y="0"/>
                  </a:lnTo>
                  <a:lnTo>
                    <a:pt x="6479" y="0"/>
                  </a:lnTo>
                  <a:lnTo>
                    <a:pt x="6357" y="25"/>
                  </a:lnTo>
                  <a:lnTo>
                    <a:pt x="6235" y="49"/>
                  </a:lnTo>
                  <a:lnTo>
                    <a:pt x="6114" y="122"/>
                  </a:lnTo>
                  <a:lnTo>
                    <a:pt x="6016" y="195"/>
                  </a:lnTo>
                  <a:lnTo>
                    <a:pt x="5919" y="293"/>
                  </a:lnTo>
                  <a:lnTo>
                    <a:pt x="5846" y="390"/>
                  </a:lnTo>
                  <a:lnTo>
                    <a:pt x="5797" y="512"/>
                  </a:lnTo>
                  <a:lnTo>
                    <a:pt x="5773" y="634"/>
                  </a:lnTo>
                  <a:lnTo>
                    <a:pt x="5602" y="2070"/>
                  </a:lnTo>
                  <a:lnTo>
                    <a:pt x="5602" y="2070"/>
                  </a:lnTo>
                  <a:lnTo>
                    <a:pt x="5310" y="2168"/>
                  </a:lnTo>
                  <a:lnTo>
                    <a:pt x="5018" y="2290"/>
                  </a:lnTo>
                  <a:lnTo>
                    <a:pt x="4750" y="2411"/>
                  </a:lnTo>
                  <a:lnTo>
                    <a:pt x="4482" y="2558"/>
                  </a:lnTo>
                  <a:lnTo>
                    <a:pt x="3337" y="1656"/>
                  </a:lnTo>
                  <a:lnTo>
                    <a:pt x="3337" y="1656"/>
                  </a:lnTo>
                  <a:lnTo>
                    <a:pt x="3215" y="1583"/>
                  </a:lnTo>
                  <a:lnTo>
                    <a:pt x="3094" y="1535"/>
                  </a:lnTo>
                  <a:lnTo>
                    <a:pt x="2972" y="1510"/>
                  </a:lnTo>
                  <a:lnTo>
                    <a:pt x="2850" y="1510"/>
                  </a:lnTo>
                  <a:lnTo>
                    <a:pt x="2728" y="1510"/>
                  </a:lnTo>
                  <a:lnTo>
                    <a:pt x="2582" y="1559"/>
                  </a:lnTo>
                  <a:lnTo>
                    <a:pt x="2485" y="1632"/>
                  </a:lnTo>
                  <a:lnTo>
                    <a:pt x="2387" y="1705"/>
                  </a:lnTo>
                  <a:lnTo>
                    <a:pt x="1705" y="2387"/>
                  </a:lnTo>
                  <a:lnTo>
                    <a:pt x="1705" y="2387"/>
                  </a:lnTo>
                  <a:lnTo>
                    <a:pt x="1608" y="2485"/>
                  </a:lnTo>
                  <a:lnTo>
                    <a:pt x="1559" y="2606"/>
                  </a:lnTo>
                  <a:lnTo>
                    <a:pt x="1511" y="2728"/>
                  </a:lnTo>
                  <a:lnTo>
                    <a:pt x="1486" y="2850"/>
                  </a:lnTo>
                  <a:lnTo>
                    <a:pt x="1486" y="2996"/>
                  </a:lnTo>
                  <a:lnTo>
                    <a:pt x="1511" y="3118"/>
                  </a:lnTo>
                  <a:lnTo>
                    <a:pt x="1559" y="3240"/>
                  </a:lnTo>
                  <a:lnTo>
                    <a:pt x="1632" y="3337"/>
                  </a:lnTo>
                  <a:lnTo>
                    <a:pt x="2533" y="4482"/>
                  </a:lnTo>
                  <a:lnTo>
                    <a:pt x="2533" y="4482"/>
                  </a:lnTo>
                  <a:lnTo>
                    <a:pt x="2387" y="4750"/>
                  </a:lnTo>
                  <a:lnTo>
                    <a:pt x="2266" y="5042"/>
                  </a:lnTo>
                  <a:lnTo>
                    <a:pt x="2168" y="5334"/>
                  </a:lnTo>
                  <a:lnTo>
                    <a:pt x="2071" y="5626"/>
                  </a:lnTo>
                  <a:lnTo>
                    <a:pt x="634" y="5772"/>
                  </a:lnTo>
                  <a:lnTo>
                    <a:pt x="634" y="5772"/>
                  </a:lnTo>
                  <a:lnTo>
                    <a:pt x="512" y="5821"/>
                  </a:lnTo>
                  <a:lnTo>
                    <a:pt x="390" y="5870"/>
                  </a:lnTo>
                  <a:lnTo>
                    <a:pt x="268" y="5943"/>
                  </a:lnTo>
                  <a:lnTo>
                    <a:pt x="171" y="6016"/>
                  </a:lnTo>
                  <a:lnTo>
                    <a:pt x="98" y="6138"/>
                  </a:lnTo>
                  <a:lnTo>
                    <a:pt x="49" y="6235"/>
                  </a:lnTo>
                  <a:lnTo>
                    <a:pt x="1" y="6381"/>
                  </a:lnTo>
                  <a:lnTo>
                    <a:pt x="1" y="6503"/>
                  </a:lnTo>
                  <a:lnTo>
                    <a:pt x="1" y="7453"/>
                  </a:lnTo>
                  <a:lnTo>
                    <a:pt x="1" y="7453"/>
                  </a:lnTo>
                  <a:lnTo>
                    <a:pt x="1" y="7599"/>
                  </a:lnTo>
                  <a:lnTo>
                    <a:pt x="49" y="7721"/>
                  </a:lnTo>
                  <a:lnTo>
                    <a:pt x="98" y="7843"/>
                  </a:lnTo>
                  <a:lnTo>
                    <a:pt x="171" y="7940"/>
                  </a:lnTo>
                  <a:lnTo>
                    <a:pt x="268" y="8037"/>
                  </a:lnTo>
                  <a:lnTo>
                    <a:pt x="390" y="8111"/>
                  </a:lnTo>
                  <a:lnTo>
                    <a:pt x="512" y="8159"/>
                  </a:lnTo>
                  <a:lnTo>
                    <a:pt x="634" y="8184"/>
                  </a:lnTo>
                  <a:lnTo>
                    <a:pt x="2071" y="8354"/>
                  </a:lnTo>
                  <a:lnTo>
                    <a:pt x="2071" y="8354"/>
                  </a:lnTo>
                  <a:lnTo>
                    <a:pt x="2168" y="8646"/>
                  </a:lnTo>
                  <a:lnTo>
                    <a:pt x="2266" y="8914"/>
                  </a:lnTo>
                  <a:lnTo>
                    <a:pt x="2387" y="9206"/>
                  </a:lnTo>
                  <a:lnTo>
                    <a:pt x="2533" y="9474"/>
                  </a:lnTo>
                  <a:lnTo>
                    <a:pt x="1632" y="10619"/>
                  </a:lnTo>
                  <a:lnTo>
                    <a:pt x="1632" y="10619"/>
                  </a:lnTo>
                  <a:lnTo>
                    <a:pt x="1559" y="10741"/>
                  </a:lnTo>
                  <a:lnTo>
                    <a:pt x="1511" y="10863"/>
                  </a:lnTo>
                  <a:lnTo>
                    <a:pt x="1486" y="10984"/>
                  </a:lnTo>
                  <a:lnTo>
                    <a:pt x="1486" y="11106"/>
                  </a:lnTo>
                  <a:lnTo>
                    <a:pt x="1511" y="11228"/>
                  </a:lnTo>
                  <a:lnTo>
                    <a:pt x="1559" y="11350"/>
                  </a:lnTo>
                  <a:lnTo>
                    <a:pt x="1608" y="11472"/>
                  </a:lnTo>
                  <a:lnTo>
                    <a:pt x="1705" y="11569"/>
                  </a:lnTo>
                  <a:lnTo>
                    <a:pt x="2387" y="12251"/>
                  </a:lnTo>
                  <a:lnTo>
                    <a:pt x="2387" y="12251"/>
                  </a:lnTo>
                  <a:lnTo>
                    <a:pt x="2485" y="12348"/>
                  </a:lnTo>
                  <a:lnTo>
                    <a:pt x="2582" y="12397"/>
                  </a:lnTo>
                  <a:lnTo>
                    <a:pt x="2728" y="12446"/>
                  </a:lnTo>
                  <a:lnTo>
                    <a:pt x="2850" y="12470"/>
                  </a:lnTo>
                  <a:lnTo>
                    <a:pt x="2972" y="12470"/>
                  </a:lnTo>
                  <a:lnTo>
                    <a:pt x="3094" y="12421"/>
                  </a:lnTo>
                  <a:lnTo>
                    <a:pt x="3215" y="12373"/>
                  </a:lnTo>
                  <a:lnTo>
                    <a:pt x="3337" y="12324"/>
                  </a:lnTo>
                  <a:lnTo>
                    <a:pt x="4482" y="11423"/>
                  </a:lnTo>
                  <a:lnTo>
                    <a:pt x="4482" y="11423"/>
                  </a:lnTo>
                  <a:lnTo>
                    <a:pt x="4750" y="11545"/>
                  </a:lnTo>
                  <a:lnTo>
                    <a:pt x="5018" y="11691"/>
                  </a:lnTo>
                  <a:lnTo>
                    <a:pt x="5310" y="11788"/>
                  </a:lnTo>
                  <a:lnTo>
                    <a:pt x="5602" y="11886"/>
                  </a:lnTo>
                  <a:lnTo>
                    <a:pt x="5773" y="13322"/>
                  </a:lnTo>
                  <a:lnTo>
                    <a:pt x="5773" y="13322"/>
                  </a:lnTo>
                  <a:lnTo>
                    <a:pt x="5797" y="13444"/>
                  </a:lnTo>
                  <a:lnTo>
                    <a:pt x="5846" y="13566"/>
                  </a:lnTo>
                  <a:lnTo>
                    <a:pt x="5919" y="13688"/>
                  </a:lnTo>
                  <a:lnTo>
                    <a:pt x="6016" y="13785"/>
                  </a:lnTo>
                  <a:lnTo>
                    <a:pt x="6114" y="13858"/>
                  </a:lnTo>
                  <a:lnTo>
                    <a:pt x="6235" y="13907"/>
                  </a:lnTo>
                  <a:lnTo>
                    <a:pt x="6357" y="13956"/>
                  </a:lnTo>
                  <a:lnTo>
                    <a:pt x="6479" y="13956"/>
                  </a:lnTo>
                  <a:lnTo>
                    <a:pt x="7453" y="13956"/>
                  </a:lnTo>
                  <a:lnTo>
                    <a:pt x="7453" y="13956"/>
                  </a:lnTo>
                  <a:lnTo>
                    <a:pt x="7575" y="13956"/>
                  </a:lnTo>
                  <a:lnTo>
                    <a:pt x="7721" y="13907"/>
                  </a:lnTo>
                  <a:lnTo>
                    <a:pt x="7818" y="13858"/>
                  </a:lnTo>
                  <a:lnTo>
                    <a:pt x="7940" y="13785"/>
                  </a:lnTo>
                  <a:lnTo>
                    <a:pt x="8013" y="13688"/>
                  </a:lnTo>
                  <a:lnTo>
                    <a:pt x="8086" y="13566"/>
                  </a:lnTo>
                  <a:lnTo>
                    <a:pt x="8135" y="13444"/>
                  </a:lnTo>
                  <a:lnTo>
                    <a:pt x="8159" y="13322"/>
                  </a:lnTo>
                  <a:lnTo>
                    <a:pt x="8330" y="11886"/>
                  </a:lnTo>
                  <a:lnTo>
                    <a:pt x="8330" y="11886"/>
                  </a:lnTo>
                  <a:lnTo>
                    <a:pt x="8622" y="11788"/>
                  </a:lnTo>
                  <a:lnTo>
                    <a:pt x="8914" y="11691"/>
                  </a:lnTo>
                  <a:lnTo>
                    <a:pt x="9207" y="11545"/>
                  </a:lnTo>
                  <a:lnTo>
                    <a:pt x="9475" y="11423"/>
                  </a:lnTo>
                  <a:lnTo>
                    <a:pt x="10619" y="12324"/>
                  </a:lnTo>
                  <a:lnTo>
                    <a:pt x="10619" y="12324"/>
                  </a:lnTo>
                  <a:lnTo>
                    <a:pt x="10717" y="12373"/>
                  </a:lnTo>
                  <a:lnTo>
                    <a:pt x="10838" y="12421"/>
                  </a:lnTo>
                  <a:lnTo>
                    <a:pt x="10960" y="12470"/>
                  </a:lnTo>
                  <a:lnTo>
                    <a:pt x="11106" y="12470"/>
                  </a:lnTo>
                  <a:lnTo>
                    <a:pt x="11228" y="12446"/>
                  </a:lnTo>
                  <a:lnTo>
                    <a:pt x="11350" y="12397"/>
                  </a:lnTo>
                  <a:lnTo>
                    <a:pt x="11472" y="12348"/>
                  </a:lnTo>
                  <a:lnTo>
                    <a:pt x="11569" y="12251"/>
                  </a:lnTo>
                  <a:lnTo>
                    <a:pt x="12251" y="11569"/>
                  </a:lnTo>
                  <a:lnTo>
                    <a:pt x="12251" y="11569"/>
                  </a:lnTo>
                  <a:lnTo>
                    <a:pt x="12324" y="11472"/>
                  </a:lnTo>
                  <a:lnTo>
                    <a:pt x="12397" y="11350"/>
                  </a:lnTo>
                  <a:lnTo>
                    <a:pt x="12422" y="11228"/>
                  </a:lnTo>
                  <a:lnTo>
                    <a:pt x="12446" y="11106"/>
                  </a:lnTo>
                  <a:lnTo>
                    <a:pt x="12446" y="10984"/>
                  </a:lnTo>
                  <a:lnTo>
                    <a:pt x="12422" y="10863"/>
                  </a:lnTo>
                  <a:lnTo>
                    <a:pt x="12373" y="10741"/>
                  </a:lnTo>
                  <a:lnTo>
                    <a:pt x="12300" y="10619"/>
                  </a:lnTo>
                  <a:lnTo>
                    <a:pt x="11399" y="9474"/>
                  </a:lnTo>
                  <a:lnTo>
                    <a:pt x="11399" y="9474"/>
                  </a:lnTo>
                  <a:lnTo>
                    <a:pt x="11545" y="9206"/>
                  </a:lnTo>
                  <a:lnTo>
                    <a:pt x="11667" y="8914"/>
                  </a:lnTo>
                  <a:lnTo>
                    <a:pt x="11788" y="8646"/>
                  </a:lnTo>
                  <a:lnTo>
                    <a:pt x="11861" y="8354"/>
                  </a:lnTo>
                  <a:lnTo>
                    <a:pt x="13323" y="8184"/>
                  </a:lnTo>
                  <a:lnTo>
                    <a:pt x="13323" y="8184"/>
                  </a:lnTo>
                  <a:lnTo>
                    <a:pt x="13444" y="8159"/>
                  </a:lnTo>
                  <a:lnTo>
                    <a:pt x="13566" y="8111"/>
                  </a:lnTo>
                  <a:lnTo>
                    <a:pt x="13664" y="8037"/>
                  </a:lnTo>
                  <a:lnTo>
                    <a:pt x="13761" y="7940"/>
                  </a:lnTo>
                  <a:lnTo>
                    <a:pt x="13834" y="7843"/>
                  </a:lnTo>
                  <a:lnTo>
                    <a:pt x="13907" y="7721"/>
                  </a:lnTo>
                  <a:lnTo>
                    <a:pt x="13932" y="7599"/>
                  </a:lnTo>
                  <a:lnTo>
                    <a:pt x="13956" y="7453"/>
                  </a:lnTo>
                  <a:lnTo>
                    <a:pt x="13956" y="6503"/>
                  </a:lnTo>
                  <a:lnTo>
                    <a:pt x="13956" y="6503"/>
                  </a:lnTo>
                  <a:lnTo>
                    <a:pt x="13932" y="6381"/>
                  </a:lnTo>
                  <a:lnTo>
                    <a:pt x="13907" y="6235"/>
                  </a:lnTo>
                  <a:lnTo>
                    <a:pt x="13834" y="6138"/>
                  </a:lnTo>
                  <a:lnTo>
                    <a:pt x="13761" y="6016"/>
                  </a:lnTo>
                  <a:lnTo>
                    <a:pt x="13664" y="5943"/>
                  </a:lnTo>
                  <a:lnTo>
                    <a:pt x="13566" y="5870"/>
                  </a:lnTo>
                  <a:lnTo>
                    <a:pt x="13444" y="5821"/>
                  </a:lnTo>
                  <a:lnTo>
                    <a:pt x="13323" y="5772"/>
                  </a:lnTo>
                  <a:lnTo>
                    <a:pt x="13323" y="5772"/>
                  </a:lnTo>
                  <a:close/>
                  <a:moveTo>
                    <a:pt x="8573" y="8598"/>
                  </a:moveTo>
                  <a:lnTo>
                    <a:pt x="8573" y="8598"/>
                  </a:lnTo>
                  <a:lnTo>
                    <a:pt x="8403" y="8744"/>
                  </a:lnTo>
                  <a:lnTo>
                    <a:pt x="8232" y="8890"/>
                  </a:lnTo>
                  <a:lnTo>
                    <a:pt x="8038" y="8987"/>
                  </a:lnTo>
                  <a:lnTo>
                    <a:pt x="7818" y="9085"/>
                  </a:lnTo>
                  <a:lnTo>
                    <a:pt x="7624" y="9158"/>
                  </a:lnTo>
                  <a:lnTo>
                    <a:pt x="7404" y="9206"/>
                  </a:lnTo>
                  <a:lnTo>
                    <a:pt x="7185" y="9231"/>
                  </a:lnTo>
                  <a:lnTo>
                    <a:pt x="6966" y="9255"/>
                  </a:lnTo>
                  <a:lnTo>
                    <a:pt x="6747" y="9231"/>
                  </a:lnTo>
                  <a:lnTo>
                    <a:pt x="6528" y="9206"/>
                  </a:lnTo>
                  <a:lnTo>
                    <a:pt x="6333" y="9158"/>
                  </a:lnTo>
                  <a:lnTo>
                    <a:pt x="6114" y="9085"/>
                  </a:lnTo>
                  <a:lnTo>
                    <a:pt x="5919" y="8987"/>
                  </a:lnTo>
                  <a:lnTo>
                    <a:pt x="5724" y="8890"/>
                  </a:lnTo>
                  <a:lnTo>
                    <a:pt x="5529" y="8744"/>
                  </a:lnTo>
                  <a:lnTo>
                    <a:pt x="5359" y="8598"/>
                  </a:lnTo>
                  <a:lnTo>
                    <a:pt x="5359" y="8598"/>
                  </a:lnTo>
                  <a:lnTo>
                    <a:pt x="5212" y="8427"/>
                  </a:lnTo>
                  <a:lnTo>
                    <a:pt x="5066" y="8232"/>
                  </a:lnTo>
                  <a:lnTo>
                    <a:pt x="4969" y="8037"/>
                  </a:lnTo>
                  <a:lnTo>
                    <a:pt x="4871" y="7843"/>
                  </a:lnTo>
                  <a:lnTo>
                    <a:pt x="4798" y="7623"/>
                  </a:lnTo>
                  <a:lnTo>
                    <a:pt x="4750" y="7404"/>
                  </a:lnTo>
                  <a:lnTo>
                    <a:pt x="4701" y="7209"/>
                  </a:lnTo>
                  <a:lnTo>
                    <a:pt x="4701" y="6990"/>
                  </a:lnTo>
                  <a:lnTo>
                    <a:pt x="4701" y="6771"/>
                  </a:lnTo>
                  <a:lnTo>
                    <a:pt x="4750" y="6552"/>
                  </a:lnTo>
                  <a:lnTo>
                    <a:pt x="4798" y="6333"/>
                  </a:lnTo>
                  <a:lnTo>
                    <a:pt x="4871" y="6138"/>
                  </a:lnTo>
                  <a:lnTo>
                    <a:pt x="4969" y="5919"/>
                  </a:lnTo>
                  <a:lnTo>
                    <a:pt x="5066" y="5724"/>
                  </a:lnTo>
                  <a:lnTo>
                    <a:pt x="5212" y="5553"/>
                  </a:lnTo>
                  <a:lnTo>
                    <a:pt x="5359" y="5383"/>
                  </a:lnTo>
                  <a:lnTo>
                    <a:pt x="5359" y="5383"/>
                  </a:lnTo>
                  <a:lnTo>
                    <a:pt x="5529" y="5212"/>
                  </a:lnTo>
                  <a:lnTo>
                    <a:pt x="5724" y="5091"/>
                  </a:lnTo>
                  <a:lnTo>
                    <a:pt x="5919" y="4969"/>
                  </a:lnTo>
                  <a:lnTo>
                    <a:pt x="6114" y="4871"/>
                  </a:lnTo>
                  <a:lnTo>
                    <a:pt x="6333" y="4798"/>
                  </a:lnTo>
                  <a:lnTo>
                    <a:pt x="6528" y="4750"/>
                  </a:lnTo>
                  <a:lnTo>
                    <a:pt x="6747" y="4725"/>
                  </a:lnTo>
                  <a:lnTo>
                    <a:pt x="6966" y="4701"/>
                  </a:lnTo>
                  <a:lnTo>
                    <a:pt x="7185" y="4725"/>
                  </a:lnTo>
                  <a:lnTo>
                    <a:pt x="7404" y="4750"/>
                  </a:lnTo>
                  <a:lnTo>
                    <a:pt x="7624" y="4798"/>
                  </a:lnTo>
                  <a:lnTo>
                    <a:pt x="7818" y="4871"/>
                  </a:lnTo>
                  <a:lnTo>
                    <a:pt x="8038" y="4969"/>
                  </a:lnTo>
                  <a:lnTo>
                    <a:pt x="8232" y="5091"/>
                  </a:lnTo>
                  <a:lnTo>
                    <a:pt x="8403" y="5212"/>
                  </a:lnTo>
                  <a:lnTo>
                    <a:pt x="8573" y="5383"/>
                  </a:lnTo>
                  <a:lnTo>
                    <a:pt x="8573" y="5383"/>
                  </a:lnTo>
                  <a:lnTo>
                    <a:pt x="8744" y="5553"/>
                  </a:lnTo>
                  <a:lnTo>
                    <a:pt x="8866" y="5724"/>
                  </a:lnTo>
                  <a:lnTo>
                    <a:pt x="8987" y="5919"/>
                  </a:lnTo>
                  <a:lnTo>
                    <a:pt x="9085" y="6138"/>
                  </a:lnTo>
                  <a:lnTo>
                    <a:pt x="9158" y="6333"/>
                  </a:lnTo>
                  <a:lnTo>
                    <a:pt x="9207" y="6552"/>
                  </a:lnTo>
                  <a:lnTo>
                    <a:pt x="9231" y="6771"/>
                  </a:lnTo>
                  <a:lnTo>
                    <a:pt x="9231" y="6990"/>
                  </a:lnTo>
                  <a:lnTo>
                    <a:pt x="9231" y="7209"/>
                  </a:lnTo>
                  <a:lnTo>
                    <a:pt x="9207" y="7404"/>
                  </a:lnTo>
                  <a:lnTo>
                    <a:pt x="9158" y="7623"/>
                  </a:lnTo>
                  <a:lnTo>
                    <a:pt x="9085" y="7843"/>
                  </a:lnTo>
                  <a:lnTo>
                    <a:pt x="8987" y="8037"/>
                  </a:lnTo>
                  <a:lnTo>
                    <a:pt x="8866" y="8232"/>
                  </a:lnTo>
                  <a:lnTo>
                    <a:pt x="8744" y="8427"/>
                  </a:lnTo>
                  <a:lnTo>
                    <a:pt x="8573" y="8598"/>
                  </a:lnTo>
                  <a:lnTo>
                    <a:pt x="8573" y="8598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" name="Google Shape;396;p34"/>
            <p:cNvSpPr/>
            <p:nvPr/>
          </p:nvSpPr>
          <p:spPr>
            <a:xfrm>
              <a:off x="5566575" y="3265260"/>
              <a:ext cx="198525" cy="198525"/>
            </a:xfrm>
            <a:custGeom>
              <a:avLst/>
              <a:gdLst/>
              <a:ahLst/>
              <a:cxnLst/>
              <a:rect l="l" t="t" r="r" b="b"/>
              <a:pathLst>
                <a:path w="7941" h="7941" fill="none" extrusionOk="0">
                  <a:moveTo>
                    <a:pt x="7258" y="2144"/>
                  </a:moveTo>
                  <a:lnTo>
                    <a:pt x="6138" y="2388"/>
                  </a:lnTo>
                  <a:lnTo>
                    <a:pt x="6138" y="2388"/>
                  </a:lnTo>
                  <a:lnTo>
                    <a:pt x="6016" y="2217"/>
                  </a:lnTo>
                  <a:lnTo>
                    <a:pt x="5870" y="2071"/>
                  </a:lnTo>
                  <a:lnTo>
                    <a:pt x="6260" y="975"/>
                  </a:lnTo>
                  <a:lnTo>
                    <a:pt x="6260" y="975"/>
                  </a:lnTo>
                  <a:lnTo>
                    <a:pt x="6284" y="902"/>
                  </a:lnTo>
                  <a:lnTo>
                    <a:pt x="6284" y="829"/>
                  </a:lnTo>
                  <a:lnTo>
                    <a:pt x="6260" y="683"/>
                  </a:lnTo>
                  <a:lnTo>
                    <a:pt x="6162" y="561"/>
                  </a:lnTo>
                  <a:lnTo>
                    <a:pt x="6114" y="488"/>
                  </a:lnTo>
                  <a:lnTo>
                    <a:pt x="6065" y="464"/>
                  </a:lnTo>
                  <a:lnTo>
                    <a:pt x="5553" y="196"/>
                  </a:lnTo>
                  <a:lnTo>
                    <a:pt x="5553" y="196"/>
                  </a:lnTo>
                  <a:lnTo>
                    <a:pt x="5480" y="171"/>
                  </a:lnTo>
                  <a:lnTo>
                    <a:pt x="5407" y="171"/>
                  </a:lnTo>
                  <a:lnTo>
                    <a:pt x="5261" y="171"/>
                  </a:lnTo>
                  <a:lnTo>
                    <a:pt x="5115" y="244"/>
                  </a:lnTo>
                  <a:lnTo>
                    <a:pt x="5066" y="293"/>
                  </a:lnTo>
                  <a:lnTo>
                    <a:pt x="5018" y="342"/>
                  </a:lnTo>
                  <a:lnTo>
                    <a:pt x="4384" y="1316"/>
                  </a:lnTo>
                  <a:lnTo>
                    <a:pt x="4384" y="1316"/>
                  </a:lnTo>
                  <a:lnTo>
                    <a:pt x="4165" y="1292"/>
                  </a:lnTo>
                  <a:lnTo>
                    <a:pt x="3970" y="1292"/>
                  </a:lnTo>
                  <a:lnTo>
                    <a:pt x="3483" y="244"/>
                  </a:lnTo>
                  <a:lnTo>
                    <a:pt x="3483" y="244"/>
                  </a:lnTo>
                  <a:lnTo>
                    <a:pt x="3435" y="171"/>
                  </a:lnTo>
                  <a:lnTo>
                    <a:pt x="3386" y="123"/>
                  </a:lnTo>
                  <a:lnTo>
                    <a:pt x="3264" y="50"/>
                  </a:lnTo>
                  <a:lnTo>
                    <a:pt x="3118" y="1"/>
                  </a:lnTo>
                  <a:lnTo>
                    <a:pt x="3045" y="1"/>
                  </a:lnTo>
                  <a:lnTo>
                    <a:pt x="2972" y="25"/>
                  </a:lnTo>
                  <a:lnTo>
                    <a:pt x="2436" y="196"/>
                  </a:lnTo>
                  <a:lnTo>
                    <a:pt x="2436" y="196"/>
                  </a:lnTo>
                  <a:lnTo>
                    <a:pt x="2363" y="220"/>
                  </a:lnTo>
                  <a:lnTo>
                    <a:pt x="2290" y="269"/>
                  </a:lnTo>
                  <a:lnTo>
                    <a:pt x="2192" y="391"/>
                  </a:lnTo>
                  <a:lnTo>
                    <a:pt x="2144" y="537"/>
                  </a:lnTo>
                  <a:lnTo>
                    <a:pt x="2144" y="610"/>
                  </a:lnTo>
                  <a:lnTo>
                    <a:pt x="2144" y="683"/>
                  </a:lnTo>
                  <a:lnTo>
                    <a:pt x="2387" y="1828"/>
                  </a:lnTo>
                  <a:lnTo>
                    <a:pt x="2387" y="1828"/>
                  </a:lnTo>
                  <a:lnTo>
                    <a:pt x="2217" y="1949"/>
                  </a:lnTo>
                  <a:lnTo>
                    <a:pt x="2071" y="2095"/>
                  </a:lnTo>
                  <a:lnTo>
                    <a:pt x="999" y="1681"/>
                  </a:lnTo>
                  <a:lnTo>
                    <a:pt x="999" y="1681"/>
                  </a:lnTo>
                  <a:lnTo>
                    <a:pt x="926" y="1681"/>
                  </a:lnTo>
                  <a:lnTo>
                    <a:pt x="829" y="1657"/>
                  </a:lnTo>
                  <a:lnTo>
                    <a:pt x="682" y="1706"/>
                  </a:lnTo>
                  <a:lnTo>
                    <a:pt x="561" y="1779"/>
                  </a:lnTo>
                  <a:lnTo>
                    <a:pt x="512" y="1828"/>
                  </a:lnTo>
                  <a:lnTo>
                    <a:pt x="463" y="1901"/>
                  </a:lnTo>
                  <a:lnTo>
                    <a:pt x="220" y="2388"/>
                  </a:lnTo>
                  <a:lnTo>
                    <a:pt x="220" y="2388"/>
                  </a:lnTo>
                  <a:lnTo>
                    <a:pt x="195" y="2461"/>
                  </a:lnTo>
                  <a:lnTo>
                    <a:pt x="171" y="2534"/>
                  </a:lnTo>
                  <a:lnTo>
                    <a:pt x="195" y="2704"/>
                  </a:lnTo>
                  <a:lnTo>
                    <a:pt x="244" y="2826"/>
                  </a:lnTo>
                  <a:lnTo>
                    <a:pt x="293" y="2899"/>
                  </a:lnTo>
                  <a:lnTo>
                    <a:pt x="366" y="2948"/>
                  </a:lnTo>
                  <a:lnTo>
                    <a:pt x="1340" y="3581"/>
                  </a:lnTo>
                  <a:lnTo>
                    <a:pt x="1340" y="3581"/>
                  </a:lnTo>
                  <a:lnTo>
                    <a:pt x="1316" y="3776"/>
                  </a:lnTo>
                  <a:lnTo>
                    <a:pt x="1291" y="3995"/>
                  </a:lnTo>
                  <a:lnTo>
                    <a:pt x="244" y="4482"/>
                  </a:lnTo>
                  <a:lnTo>
                    <a:pt x="244" y="4482"/>
                  </a:lnTo>
                  <a:lnTo>
                    <a:pt x="195" y="4507"/>
                  </a:lnTo>
                  <a:lnTo>
                    <a:pt x="122" y="4555"/>
                  </a:lnTo>
                  <a:lnTo>
                    <a:pt x="49" y="4701"/>
                  </a:lnTo>
                  <a:lnTo>
                    <a:pt x="0" y="4848"/>
                  </a:lnTo>
                  <a:lnTo>
                    <a:pt x="25" y="4921"/>
                  </a:lnTo>
                  <a:lnTo>
                    <a:pt x="25" y="4994"/>
                  </a:lnTo>
                  <a:lnTo>
                    <a:pt x="220" y="5530"/>
                  </a:lnTo>
                  <a:lnTo>
                    <a:pt x="220" y="5530"/>
                  </a:lnTo>
                  <a:lnTo>
                    <a:pt x="244" y="5578"/>
                  </a:lnTo>
                  <a:lnTo>
                    <a:pt x="293" y="5651"/>
                  </a:lnTo>
                  <a:lnTo>
                    <a:pt x="390" y="5749"/>
                  </a:lnTo>
                  <a:lnTo>
                    <a:pt x="536" y="5797"/>
                  </a:lnTo>
                  <a:lnTo>
                    <a:pt x="609" y="5797"/>
                  </a:lnTo>
                  <a:lnTo>
                    <a:pt x="682" y="5797"/>
                  </a:lnTo>
                  <a:lnTo>
                    <a:pt x="1827" y="5554"/>
                  </a:lnTo>
                  <a:lnTo>
                    <a:pt x="1827" y="5554"/>
                  </a:lnTo>
                  <a:lnTo>
                    <a:pt x="1949" y="5724"/>
                  </a:lnTo>
                  <a:lnTo>
                    <a:pt x="2095" y="5870"/>
                  </a:lnTo>
                  <a:lnTo>
                    <a:pt x="1705" y="6966"/>
                  </a:lnTo>
                  <a:lnTo>
                    <a:pt x="1705" y="6966"/>
                  </a:lnTo>
                  <a:lnTo>
                    <a:pt x="1681" y="7040"/>
                  </a:lnTo>
                  <a:lnTo>
                    <a:pt x="1681" y="7113"/>
                  </a:lnTo>
                  <a:lnTo>
                    <a:pt x="1705" y="7259"/>
                  </a:lnTo>
                  <a:lnTo>
                    <a:pt x="1778" y="7380"/>
                  </a:lnTo>
                  <a:lnTo>
                    <a:pt x="1851" y="7429"/>
                  </a:lnTo>
                  <a:lnTo>
                    <a:pt x="1900" y="7478"/>
                  </a:lnTo>
                  <a:lnTo>
                    <a:pt x="2412" y="7721"/>
                  </a:lnTo>
                  <a:lnTo>
                    <a:pt x="2412" y="7721"/>
                  </a:lnTo>
                  <a:lnTo>
                    <a:pt x="2485" y="7770"/>
                  </a:lnTo>
                  <a:lnTo>
                    <a:pt x="2558" y="7770"/>
                  </a:lnTo>
                  <a:lnTo>
                    <a:pt x="2704" y="7770"/>
                  </a:lnTo>
                  <a:lnTo>
                    <a:pt x="2850" y="7697"/>
                  </a:lnTo>
                  <a:lnTo>
                    <a:pt x="2899" y="7648"/>
                  </a:lnTo>
                  <a:lnTo>
                    <a:pt x="2947" y="7600"/>
                  </a:lnTo>
                  <a:lnTo>
                    <a:pt x="3581" y="6625"/>
                  </a:lnTo>
                  <a:lnTo>
                    <a:pt x="3581" y="6625"/>
                  </a:lnTo>
                  <a:lnTo>
                    <a:pt x="3800" y="6650"/>
                  </a:lnTo>
                  <a:lnTo>
                    <a:pt x="3995" y="6650"/>
                  </a:lnTo>
                  <a:lnTo>
                    <a:pt x="4482" y="7697"/>
                  </a:lnTo>
                  <a:lnTo>
                    <a:pt x="4482" y="7697"/>
                  </a:lnTo>
                  <a:lnTo>
                    <a:pt x="4531" y="7770"/>
                  </a:lnTo>
                  <a:lnTo>
                    <a:pt x="4579" y="7819"/>
                  </a:lnTo>
                  <a:lnTo>
                    <a:pt x="4701" y="7892"/>
                  </a:lnTo>
                  <a:lnTo>
                    <a:pt x="4847" y="7941"/>
                  </a:lnTo>
                  <a:lnTo>
                    <a:pt x="4920" y="7941"/>
                  </a:lnTo>
                  <a:lnTo>
                    <a:pt x="4993" y="7916"/>
                  </a:lnTo>
                  <a:lnTo>
                    <a:pt x="5529" y="7746"/>
                  </a:lnTo>
                  <a:lnTo>
                    <a:pt x="5529" y="7746"/>
                  </a:lnTo>
                  <a:lnTo>
                    <a:pt x="5602" y="7721"/>
                  </a:lnTo>
                  <a:lnTo>
                    <a:pt x="5651" y="7673"/>
                  </a:lnTo>
                  <a:lnTo>
                    <a:pt x="5748" y="7551"/>
                  </a:lnTo>
                  <a:lnTo>
                    <a:pt x="5821" y="7405"/>
                  </a:lnTo>
                  <a:lnTo>
                    <a:pt x="5821" y="7332"/>
                  </a:lnTo>
                  <a:lnTo>
                    <a:pt x="5821" y="7259"/>
                  </a:lnTo>
                  <a:lnTo>
                    <a:pt x="5578" y="6114"/>
                  </a:lnTo>
                  <a:lnTo>
                    <a:pt x="5578" y="6114"/>
                  </a:lnTo>
                  <a:lnTo>
                    <a:pt x="5724" y="5992"/>
                  </a:lnTo>
                  <a:lnTo>
                    <a:pt x="5894" y="5846"/>
                  </a:lnTo>
                  <a:lnTo>
                    <a:pt x="6966" y="6260"/>
                  </a:lnTo>
                  <a:lnTo>
                    <a:pt x="6966" y="6260"/>
                  </a:lnTo>
                  <a:lnTo>
                    <a:pt x="7039" y="6260"/>
                  </a:lnTo>
                  <a:lnTo>
                    <a:pt x="7112" y="6285"/>
                  </a:lnTo>
                  <a:lnTo>
                    <a:pt x="7258" y="6236"/>
                  </a:lnTo>
                  <a:lnTo>
                    <a:pt x="7404" y="6163"/>
                  </a:lnTo>
                  <a:lnTo>
                    <a:pt x="7453" y="6114"/>
                  </a:lnTo>
                  <a:lnTo>
                    <a:pt x="7502" y="6041"/>
                  </a:lnTo>
                  <a:lnTo>
                    <a:pt x="7745" y="5530"/>
                  </a:lnTo>
                  <a:lnTo>
                    <a:pt x="7745" y="5530"/>
                  </a:lnTo>
                  <a:lnTo>
                    <a:pt x="7770" y="5481"/>
                  </a:lnTo>
                  <a:lnTo>
                    <a:pt x="7794" y="5383"/>
                  </a:lnTo>
                  <a:lnTo>
                    <a:pt x="7770" y="5237"/>
                  </a:lnTo>
                  <a:lnTo>
                    <a:pt x="7697" y="5115"/>
                  </a:lnTo>
                  <a:lnTo>
                    <a:pt x="7648" y="5042"/>
                  </a:lnTo>
                  <a:lnTo>
                    <a:pt x="7599" y="4994"/>
                  </a:lnTo>
                  <a:lnTo>
                    <a:pt x="6625" y="4360"/>
                  </a:lnTo>
                  <a:lnTo>
                    <a:pt x="6625" y="4360"/>
                  </a:lnTo>
                  <a:lnTo>
                    <a:pt x="6649" y="4166"/>
                  </a:lnTo>
                  <a:lnTo>
                    <a:pt x="6649" y="3946"/>
                  </a:lnTo>
                  <a:lnTo>
                    <a:pt x="7697" y="3459"/>
                  </a:lnTo>
                  <a:lnTo>
                    <a:pt x="7697" y="3459"/>
                  </a:lnTo>
                  <a:lnTo>
                    <a:pt x="7770" y="3435"/>
                  </a:lnTo>
                  <a:lnTo>
                    <a:pt x="7843" y="3386"/>
                  </a:lnTo>
                  <a:lnTo>
                    <a:pt x="7916" y="3240"/>
                  </a:lnTo>
                  <a:lnTo>
                    <a:pt x="7940" y="3094"/>
                  </a:lnTo>
                  <a:lnTo>
                    <a:pt x="7940" y="3021"/>
                  </a:lnTo>
                  <a:lnTo>
                    <a:pt x="7940" y="2948"/>
                  </a:lnTo>
                  <a:lnTo>
                    <a:pt x="7745" y="2412"/>
                  </a:lnTo>
                  <a:lnTo>
                    <a:pt x="7745" y="2412"/>
                  </a:lnTo>
                  <a:lnTo>
                    <a:pt x="7721" y="2339"/>
                  </a:lnTo>
                  <a:lnTo>
                    <a:pt x="7672" y="2290"/>
                  </a:lnTo>
                  <a:lnTo>
                    <a:pt x="7551" y="2193"/>
                  </a:lnTo>
                  <a:lnTo>
                    <a:pt x="7429" y="2144"/>
                  </a:lnTo>
                  <a:lnTo>
                    <a:pt x="7356" y="2144"/>
                  </a:lnTo>
                  <a:lnTo>
                    <a:pt x="7258" y="2144"/>
                  </a:lnTo>
                  <a:lnTo>
                    <a:pt x="7258" y="2144"/>
                  </a:lnTo>
                  <a:close/>
                  <a:moveTo>
                    <a:pt x="5480" y="4726"/>
                  </a:moveTo>
                  <a:lnTo>
                    <a:pt x="5480" y="4726"/>
                  </a:lnTo>
                  <a:lnTo>
                    <a:pt x="5383" y="4872"/>
                  </a:lnTo>
                  <a:lnTo>
                    <a:pt x="5286" y="4994"/>
                  </a:lnTo>
                  <a:lnTo>
                    <a:pt x="5188" y="5140"/>
                  </a:lnTo>
                  <a:lnTo>
                    <a:pt x="5066" y="5237"/>
                  </a:lnTo>
                  <a:lnTo>
                    <a:pt x="4945" y="5335"/>
                  </a:lnTo>
                  <a:lnTo>
                    <a:pt x="4798" y="5432"/>
                  </a:lnTo>
                  <a:lnTo>
                    <a:pt x="4652" y="5505"/>
                  </a:lnTo>
                  <a:lnTo>
                    <a:pt x="4506" y="5554"/>
                  </a:lnTo>
                  <a:lnTo>
                    <a:pt x="4360" y="5603"/>
                  </a:lnTo>
                  <a:lnTo>
                    <a:pt x="4190" y="5627"/>
                  </a:lnTo>
                  <a:lnTo>
                    <a:pt x="4043" y="5651"/>
                  </a:lnTo>
                  <a:lnTo>
                    <a:pt x="3873" y="5627"/>
                  </a:lnTo>
                  <a:lnTo>
                    <a:pt x="3702" y="5627"/>
                  </a:lnTo>
                  <a:lnTo>
                    <a:pt x="3556" y="5578"/>
                  </a:lnTo>
                  <a:lnTo>
                    <a:pt x="3386" y="5530"/>
                  </a:lnTo>
                  <a:lnTo>
                    <a:pt x="3240" y="5456"/>
                  </a:lnTo>
                  <a:lnTo>
                    <a:pt x="3240" y="5456"/>
                  </a:lnTo>
                  <a:lnTo>
                    <a:pt x="3094" y="5383"/>
                  </a:lnTo>
                  <a:lnTo>
                    <a:pt x="2947" y="5286"/>
                  </a:lnTo>
                  <a:lnTo>
                    <a:pt x="2826" y="5164"/>
                  </a:lnTo>
                  <a:lnTo>
                    <a:pt x="2704" y="5067"/>
                  </a:lnTo>
                  <a:lnTo>
                    <a:pt x="2606" y="4921"/>
                  </a:lnTo>
                  <a:lnTo>
                    <a:pt x="2533" y="4799"/>
                  </a:lnTo>
                  <a:lnTo>
                    <a:pt x="2460" y="4653"/>
                  </a:lnTo>
                  <a:lnTo>
                    <a:pt x="2387" y="4507"/>
                  </a:lnTo>
                  <a:lnTo>
                    <a:pt x="2363" y="4336"/>
                  </a:lnTo>
                  <a:lnTo>
                    <a:pt x="2314" y="4190"/>
                  </a:lnTo>
                  <a:lnTo>
                    <a:pt x="2314" y="4020"/>
                  </a:lnTo>
                  <a:lnTo>
                    <a:pt x="2314" y="3873"/>
                  </a:lnTo>
                  <a:lnTo>
                    <a:pt x="2339" y="3703"/>
                  </a:lnTo>
                  <a:lnTo>
                    <a:pt x="2363" y="3532"/>
                  </a:lnTo>
                  <a:lnTo>
                    <a:pt x="2412" y="3386"/>
                  </a:lnTo>
                  <a:lnTo>
                    <a:pt x="2485" y="3216"/>
                  </a:lnTo>
                  <a:lnTo>
                    <a:pt x="2485" y="3216"/>
                  </a:lnTo>
                  <a:lnTo>
                    <a:pt x="2582" y="3070"/>
                  </a:lnTo>
                  <a:lnTo>
                    <a:pt x="2680" y="2948"/>
                  </a:lnTo>
                  <a:lnTo>
                    <a:pt x="2777" y="2802"/>
                  </a:lnTo>
                  <a:lnTo>
                    <a:pt x="2899" y="2704"/>
                  </a:lnTo>
                  <a:lnTo>
                    <a:pt x="3020" y="2607"/>
                  </a:lnTo>
                  <a:lnTo>
                    <a:pt x="3167" y="2509"/>
                  </a:lnTo>
                  <a:lnTo>
                    <a:pt x="3313" y="2436"/>
                  </a:lnTo>
                  <a:lnTo>
                    <a:pt x="3459" y="2388"/>
                  </a:lnTo>
                  <a:lnTo>
                    <a:pt x="3605" y="2339"/>
                  </a:lnTo>
                  <a:lnTo>
                    <a:pt x="3775" y="2315"/>
                  </a:lnTo>
                  <a:lnTo>
                    <a:pt x="3922" y="2290"/>
                  </a:lnTo>
                  <a:lnTo>
                    <a:pt x="4092" y="2315"/>
                  </a:lnTo>
                  <a:lnTo>
                    <a:pt x="4263" y="2315"/>
                  </a:lnTo>
                  <a:lnTo>
                    <a:pt x="4409" y="2363"/>
                  </a:lnTo>
                  <a:lnTo>
                    <a:pt x="4579" y="2412"/>
                  </a:lnTo>
                  <a:lnTo>
                    <a:pt x="4725" y="2485"/>
                  </a:lnTo>
                  <a:lnTo>
                    <a:pt x="4725" y="2485"/>
                  </a:lnTo>
                  <a:lnTo>
                    <a:pt x="4871" y="2558"/>
                  </a:lnTo>
                  <a:lnTo>
                    <a:pt x="5018" y="2656"/>
                  </a:lnTo>
                  <a:lnTo>
                    <a:pt x="5139" y="2777"/>
                  </a:lnTo>
                  <a:lnTo>
                    <a:pt x="5261" y="2875"/>
                  </a:lnTo>
                  <a:lnTo>
                    <a:pt x="5359" y="3021"/>
                  </a:lnTo>
                  <a:lnTo>
                    <a:pt x="5432" y="3143"/>
                  </a:lnTo>
                  <a:lnTo>
                    <a:pt x="5505" y="3289"/>
                  </a:lnTo>
                  <a:lnTo>
                    <a:pt x="5578" y="3435"/>
                  </a:lnTo>
                  <a:lnTo>
                    <a:pt x="5602" y="3605"/>
                  </a:lnTo>
                  <a:lnTo>
                    <a:pt x="5626" y="3752"/>
                  </a:lnTo>
                  <a:lnTo>
                    <a:pt x="5651" y="3922"/>
                  </a:lnTo>
                  <a:lnTo>
                    <a:pt x="5651" y="4068"/>
                  </a:lnTo>
                  <a:lnTo>
                    <a:pt x="5626" y="4239"/>
                  </a:lnTo>
                  <a:lnTo>
                    <a:pt x="5602" y="4409"/>
                  </a:lnTo>
                  <a:lnTo>
                    <a:pt x="5553" y="4555"/>
                  </a:lnTo>
                  <a:lnTo>
                    <a:pt x="5480" y="4726"/>
                  </a:lnTo>
                  <a:lnTo>
                    <a:pt x="5480" y="4726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97" name="Google Shape;397;p34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24</a:t>
            </a:fld>
            <a:endParaRPr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94945626-418F-441C-8849-6C3C5A1FB3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626" y="2335426"/>
            <a:ext cx="3414337" cy="216418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6" name="Picture 2" descr="GitHub Download for Free - 2023 Latest Version">
            <a:extLst>
              <a:ext uri="{FF2B5EF4-FFF2-40B4-BE49-F238E27FC236}">
                <a16:creationId xmlns:a16="http://schemas.microsoft.com/office/drawing/2014/main" id="{EA5E1739-4015-4124-B8E3-D85F657522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85940" y="2401453"/>
            <a:ext cx="3457287" cy="194472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Google Shape;393;p34">
            <a:extLst>
              <a:ext uri="{FF2B5EF4-FFF2-40B4-BE49-F238E27FC236}">
                <a16:creationId xmlns:a16="http://schemas.microsoft.com/office/drawing/2014/main" id="{D92E4117-9705-4B68-9BB0-BCFF2CAD2C08}"/>
              </a:ext>
            </a:extLst>
          </p:cNvPr>
          <p:cNvSpPr txBox="1">
            <a:spLocks/>
          </p:cNvSpPr>
          <p:nvPr/>
        </p:nvSpPr>
        <p:spPr>
          <a:xfrm>
            <a:off x="5588718" y="1385706"/>
            <a:ext cx="2453519" cy="1059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FFCD00"/>
              </a:buClr>
              <a:buSzPts val="2400"/>
              <a:buFont typeface="Quattrocento Sans"/>
              <a:buChar char="◉"/>
              <a:defRPr sz="2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L="914400" marR="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2000"/>
              <a:buFont typeface="Quattrocento Sans"/>
              <a:buChar char="○"/>
              <a:defRPr sz="20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2000"/>
              <a:buFont typeface="Quattrocento Sans"/>
              <a:buChar char="■"/>
              <a:defRPr sz="20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L="1828800" marR="0" lvl="3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●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L="2286000" marR="0" lvl="4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○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L="2743200" marR="0" lvl="5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■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6pPr>
            <a:lvl7pPr marL="3200400" marR="0" lvl="6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●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7pPr>
            <a:lvl8pPr marL="3657600" marR="0" lvl="7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○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8pPr>
            <a:lvl9pPr marL="4114800" marR="0" lvl="8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■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9pPr>
          </a:lstStyle>
          <a:p>
            <a:pPr marL="0" indent="0" algn="ctr">
              <a:buFont typeface="Quattrocento Sans"/>
              <a:buNone/>
            </a:pPr>
            <a:r>
              <a:rPr lang="en-US" sz="4000" b="1" dirty="0">
                <a:highlight>
                  <a:srgbClr val="FFCD00"/>
                </a:highlight>
              </a:rPr>
              <a:t>Git GUI</a:t>
            </a:r>
          </a:p>
        </p:txBody>
      </p:sp>
      <p:sp>
        <p:nvSpPr>
          <p:cNvPr id="19" name="Google Shape;393;p34">
            <a:extLst>
              <a:ext uri="{FF2B5EF4-FFF2-40B4-BE49-F238E27FC236}">
                <a16:creationId xmlns:a16="http://schemas.microsoft.com/office/drawing/2014/main" id="{7A20F7AD-53AE-45CD-A881-8677E77139C6}"/>
              </a:ext>
            </a:extLst>
          </p:cNvPr>
          <p:cNvSpPr txBox="1">
            <a:spLocks/>
          </p:cNvSpPr>
          <p:nvPr/>
        </p:nvSpPr>
        <p:spPr>
          <a:xfrm>
            <a:off x="1516260" y="4475567"/>
            <a:ext cx="1785067" cy="46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FFCD00"/>
              </a:buClr>
              <a:buSzPts val="2400"/>
              <a:buFont typeface="Quattrocento Sans"/>
              <a:buChar char="◉"/>
              <a:defRPr sz="2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L="914400" marR="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2000"/>
              <a:buFont typeface="Quattrocento Sans"/>
              <a:buChar char="○"/>
              <a:defRPr sz="20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2000"/>
              <a:buFont typeface="Quattrocento Sans"/>
              <a:buChar char="■"/>
              <a:defRPr sz="20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L="1828800" marR="0" lvl="3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●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L="2286000" marR="0" lvl="4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○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L="2743200" marR="0" lvl="5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■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6pPr>
            <a:lvl7pPr marL="3200400" marR="0" lvl="6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●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7pPr>
            <a:lvl8pPr marL="3657600" marR="0" lvl="7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○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8pPr>
            <a:lvl9pPr marL="4114800" marR="0" lvl="8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■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9pPr>
          </a:lstStyle>
          <a:p>
            <a:pPr marL="0" indent="0" algn="ctr">
              <a:buFont typeface="Quattrocento Sans"/>
              <a:buNone/>
            </a:pPr>
            <a:r>
              <a:rPr lang="en-US" sz="1800" b="1" dirty="0"/>
              <a:t>Git Bash</a:t>
            </a:r>
          </a:p>
        </p:txBody>
      </p:sp>
      <p:sp>
        <p:nvSpPr>
          <p:cNvPr id="20" name="Google Shape;393;p34">
            <a:extLst>
              <a:ext uri="{FF2B5EF4-FFF2-40B4-BE49-F238E27FC236}">
                <a16:creationId xmlns:a16="http://schemas.microsoft.com/office/drawing/2014/main" id="{26EBE537-7BAC-4CBB-9AD5-7A5EB78A5F2F}"/>
              </a:ext>
            </a:extLst>
          </p:cNvPr>
          <p:cNvSpPr txBox="1">
            <a:spLocks/>
          </p:cNvSpPr>
          <p:nvPr/>
        </p:nvSpPr>
        <p:spPr>
          <a:xfrm>
            <a:off x="4836313" y="2230945"/>
            <a:ext cx="1785067" cy="46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FFCD00"/>
              </a:buClr>
              <a:buSzPts val="2400"/>
              <a:buFont typeface="Quattrocento Sans"/>
              <a:buChar char="◉"/>
              <a:defRPr sz="2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L="914400" marR="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2000"/>
              <a:buFont typeface="Quattrocento Sans"/>
              <a:buChar char="○"/>
              <a:defRPr sz="20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2000"/>
              <a:buFont typeface="Quattrocento Sans"/>
              <a:buChar char="■"/>
              <a:defRPr sz="20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L="1828800" marR="0" lvl="3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●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L="2286000" marR="0" lvl="4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○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L="2743200" marR="0" lvl="5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■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6pPr>
            <a:lvl7pPr marL="3200400" marR="0" lvl="6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●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7pPr>
            <a:lvl8pPr marL="3657600" marR="0" lvl="7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○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8pPr>
            <a:lvl9pPr marL="4114800" marR="0" lvl="8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■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9pPr>
          </a:lstStyle>
          <a:p>
            <a:pPr marL="0" indent="0" algn="ctr">
              <a:buFont typeface="Quattrocento Sans"/>
              <a:buNone/>
            </a:pPr>
            <a:r>
              <a:rPr lang="en-US" sz="1800" b="1" dirty="0"/>
              <a:t>Ex)</a:t>
            </a:r>
          </a:p>
        </p:txBody>
      </p:sp>
    </p:spTree>
    <p:extLst>
      <p:ext uri="{BB962C8B-B14F-4D97-AF65-F5344CB8AC3E}">
        <p14:creationId xmlns:p14="http://schemas.microsoft.com/office/powerpoint/2010/main" val="298512651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34"/>
          <p:cNvSpPr txBox="1">
            <a:spLocks noGrp="1"/>
          </p:cNvSpPr>
          <p:nvPr>
            <p:ph type="title"/>
          </p:nvPr>
        </p:nvSpPr>
        <p:spPr>
          <a:xfrm>
            <a:off x="1381250" y="896112"/>
            <a:ext cx="38784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Git </a:t>
            </a:r>
            <a:r>
              <a:rPr lang="ko-KR" altLang="en-US" dirty="0"/>
              <a:t>원리 </a:t>
            </a:r>
            <a:r>
              <a:rPr lang="en-US" altLang="ko-KR" dirty="0"/>
              <a:t>&amp; </a:t>
            </a:r>
            <a:r>
              <a:rPr lang="ko-KR" altLang="en-US" dirty="0"/>
              <a:t>사용방법</a:t>
            </a:r>
            <a:endParaRPr dirty="0"/>
          </a:p>
        </p:txBody>
      </p:sp>
      <p:sp>
        <p:nvSpPr>
          <p:cNvPr id="393" name="Google Shape;393;p34"/>
          <p:cNvSpPr txBox="1">
            <a:spLocks noGrp="1"/>
          </p:cNvSpPr>
          <p:nvPr>
            <p:ph type="body" idx="1"/>
          </p:nvPr>
        </p:nvSpPr>
        <p:spPr>
          <a:xfrm>
            <a:off x="2957512" y="1719880"/>
            <a:ext cx="3228975" cy="340692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800" b="1" dirty="0">
                <a:highlight>
                  <a:srgbClr val="FFCD00"/>
                </a:highlight>
              </a:rPr>
              <a:t>Command Line </a:t>
            </a:r>
            <a:r>
              <a:rPr lang="ko-KR" altLang="en-US" sz="1800" b="1" dirty="0">
                <a:highlight>
                  <a:srgbClr val="FFCD00"/>
                </a:highlight>
              </a:rPr>
              <a:t>명령어</a:t>
            </a:r>
            <a:endParaRPr lang="en-US" sz="1800" b="1" dirty="0">
              <a:highlight>
                <a:srgbClr val="FFCD00"/>
              </a:highlight>
            </a:endParaRPr>
          </a:p>
        </p:txBody>
      </p:sp>
      <p:grpSp>
        <p:nvGrpSpPr>
          <p:cNvPr id="394" name="Google Shape;394;p34"/>
          <p:cNvGrpSpPr/>
          <p:nvPr/>
        </p:nvGrpSpPr>
        <p:grpSpPr>
          <a:xfrm>
            <a:off x="889984" y="1007708"/>
            <a:ext cx="270226" cy="238344"/>
            <a:chOff x="5247525" y="3007275"/>
            <a:chExt cx="517575" cy="456510"/>
          </a:xfrm>
        </p:grpSpPr>
        <p:sp>
          <p:nvSpPr>
            <p:cNvPr id="395" name="Google Shape;395;p34"/>
            <p:cNvSpPr/>
            <p:nvPr/>
          </p:nvSpPr>
          <p:spPr>
            <a:xfrm>
              <a:off x="5247525" y="3007275"/>
              <a:ext cx="348900" cy="348900"/>
            </a:xfrm>
            <a:custGeom>
              <a:avLst/>
              <a:gdLst/>
              <a:ahLst/>
              <a:cxnLst/>
              <a:rect l="l" t="t" r="r" b="b"/>
              <a:pathLst>
                <a:path w="13956" h="13956" fill="none" extrusionOk="0">
                  <a:moveTo>
                    <a:pt x="13323" y="5772"/>
                  </a:moveTo>
                  <a:lnTo>
                    <a:pt x="11861" y="5626"/>
                  </a:lnTo>
                  <a:lnTo>
                    <a:pt x="11861" y="5626"/>
                  </a:lnTo>
                  <a:lnTo>
                    <a:pt x="11788" y="5334"/>
                  </a:lnTo>
                  <a:lnTo>
                    <a:pt x="11667" y="5042"/>
                  </a:lnTo>
                  <a:lnTo>
                    <a:pt x="11545" y="4750"/>
                  </a:lnTo>
                  <a:lnTo>
                    <a:pt x="11399" y="4482"/>
                  </a:lnTo>
                  <a:lnTo>
                    <a:pt x="12300" y="3337"/>
                  </a:lnTo>
                  <a:lnTo>
                    <a:pt x="12300" y="3337"/>
                  </a:lnTo>
                  <a:lnTo>
                    <a:pt x="12373" y="3240"/>
                  </a:lnTo>
                  <a:lnTo>
                    <a:pt x="12422" y="3118"/>
                  </a:lnTo>
                  <a:lnTo>
                    <a:pt x="12446" y="2996"/>
                  </a:lnTo>
                  <a:lnTo>
                    <a:pt x="12446" y="2850"/>
                  </a:lnTo>
                  <a:lnTo>
                    <a:pt x="12422" y="2728"/>
                  </a:lnTo>
                  <a:lnTo>
                    <a:pt x="12397" y="2606"/>
                  </a:lnTo>
                  <a:lnTo>
                    <a:pt x="12324" y="2485"/>
                  </a:lnTo>
                  <a:lnTo>
                    <a:pt x="12251" y="2387"/>
                  </a:lnTo>
                  <a:lnTo>
                    <a:pt x="11569" y="1705"/>
                  </a:lnTo>
                  <a:lnTo>
                    <a:pt x="11569" y="1705"/>
                  </a:lnTo>
                  <a:lnTo>
                    <a:pt x="11472" y="1632"/>
                  </a:lnTo>
                  <a:lnTo>
                    <a:pt x="11350" y="1559"/>
                  </a:lnTo>
                  <a:lnTo>
                    <a:pt x="11228" y="1510"/>
                  </a:lnTo>
                  <a:lnTo>
                    <a:pt x="11106" y="1510"/>
                  </a:lnTo>
                  <a:lnTo>
                    <a:pt x="10960" y="1510"/>
                  </a:lnTo>
                  <a:lnTo>
                    <a:pt x="10838" y="1535"/>
                  </a:lnTo>
                  <a:lnTo>
                    <a:pt x="10717" y="1583"/>
                  </a:lnTo>
                  <a:lnTo>
                    <a:pt x="10619" y="1656"/>
                  </a:lnTo>
                  <a:lnTo>
                    <a:pt x="9475" y="2558"/>
                  </a:lnTo>
                  <a:lnTo>
                    <a:pt x="9475" y="2558"/>
                  </a:lnTo>
                  <a:lnTo>
                    <a:pt x="9207" y="2411"/>
                  </a:lnTo>
                  <a:lnTo>
                    <a:pt x="8914" y="2290"/>
                  </a:lnTo>
                  <a:lnTo>
                    <a:pt x="8622" y="2168"/>
                  </a:lnTo>
                  <a:lnTo>
                    <a:pt x="8330" y="2070"/>
                  </a:lnTo>
                  <a:lnTo>
                    <a:pt x="8159" y="634"/>
                  </a:lnTo>
                  <a:lnTo>
                    <a:pt x="8159" y="634"/>
                  </a:lnTo>
                  <a:lnTo>
                    <a:pt x="8135" y="512"/>
                  </a:lnTo>
                  <a:lnTo>
                    <a:pt x="8086" y="390"/>
                  </a:lnTo>
                  <a:lnTo>
                    <a:pt x="8013" y="293"/>
                  </a:lnTo>
                  <a:lnTo>
                    <a:pt x="7940" y="195"/>
                  </a:lnTo>
                  <a:lnTo>
                    <a:pt x="7818" y="122"/>
                  </a:lnTo>
                  <a:lnTo>
                    <a:pt x="7721" y="49"/>
                  </a:lnTo>
                  <a:lnTo>
                    <a:pt x="7575" y="25"/>
                  </a:lnTo>
                  <a:lnTo>
                    <a:pt x="7453" y="0"/>
                  </a:lnTo>
                  <a:lnTo>
                    <a:pt x="6479" y="0"/>
                  </a:lnTo>
                  <a:lnTo>
                    <a:pt x="6479" y="0"/>
                  </a:lnTo>
                  <a:lnTo>
                    <a:pt x="6357" y="25"/>
                  </a:lnTo>
                  <a:lnTo>
                    <a:pt x="6235" y="49"/>
                  </a:lnTo>
                  <a:lnTo>
                    <a:pt x="6114" y="122"/>
                  </a:lnTo>
                  <a:lnTo>
                    <a:pt x="6016" y="195"/>
                  </a:lnTo>
                  <a:lnTo>
                    <a:pt x="5919" y="293"/>
                  </a:lnTo>
                  <a:lnTo>
                    <a:pt x="5846" y="390"/>
                  </a:lnTo>
                  <a:lnTo>
                    <a:pt x="5797" y="512"/>
                  </a:lnTo>
                  <a:lnTo>
                    <a:pt x="5773" y="634"/>
                  </a:lnTo>
                  <a:lnTo>
                    <a:pt x="5602" y="2070"/>
                  </a:lnTo>
                  <a:lnTo>
                    <a:pt x="5602" y="2070"/>
                  </a:lnTo>
                  <a:lnTo>
                    <a:pt x="5310" y="2168"/>
                  </a:lnTo>
                  <a:lnTo>
                    <a:pt x="5018" y="2290"/>
                  </a:lnTo>
                  <a:lnTo>
                    <a:pt x="4750" y="2411"/>
                  </a:lnTo>
                  <a:lnTo>
                    <a:pt x="4482" y="2558"/>
                  </a:lnTo>
                  <a:lnTo>
                    <a:pt x="3337" y="1656"/>
                  </a:lnTo>
                  <a:lnTo>
                    <a:pt x="3337" y="1656"/>
                  </a:lnTo>
                  <a:lnTo>
                    <a:pt x="3215" y="1583"/>
                  </a:lnTo>
                  <a:lnTo>
                    <a:pt x="3094" y="1535"/>
                  </a:lnTo>
                  <a:lnTo>
                    <a:pt x="2972" y="1510"/>
                  </a:lnTo>
                  <a:lnTo>
                    <a:pt x="2850" y="1510"/>
                  </a:lnTo>
                  <a:lnTo>
                    <a:pt x="2728" y="1510"/>
                  </a:lnTo>
                  <a:lnTo>
                    <a:pt x="2582" y="1559"/>
                  </a:lnTo>
                  <a:lnTo>
                    <a:pt x="2485" y="1632"/>
                  </a:lnTo>
                  <a:lnTo>
                    <a:pt x="2387" y="1705"/>
                  </a:lnTo>
                  <a:lnTo>
                    <a:pt x="1705" y="2387"/>
                  </a:lnTo>
                  <a:lnTo>
                    <a:pt x="1705" y="2387"/>
                  </a:lnTo>
                  <a:lnTo>
                    <a:pt x="1608" y="2485"/>
                  </a:lnTo>
                  <a:lnTo>
                    <a:pt x="1559" y="2606"/>
                  </a:lnTo>
                  <a:lnTo>
                    <a:pt x="1511" y="2728"/>
                  </a:lnTo>
                  <a:lnTo>
                    <a:pt x="1486" y="2850"/>
                  </a:lnTo>
                  <a:lnTo>
                    <a:pt x="1486" y="2996"/>
                  </a:lnTo>
                  <a:lnTo>
                    <a:pt x="1511" y="3118"/>
                  </a:lnTo>
                  <a:lnTo>
                    <a:pt x="1559" y="3240"/>
                  </a:lnTo>
                  <a:lnTo>
                    <a:pt x="1632" y="3337"/>
                  </a:lnTo>
                  <a:lnTo>
                    <a:pt x="2533" y="4482"/>
                  </a:lnTo>
                  <a:lnTo>
                    <a:pt x="2533" y="4482"/>
                  </a:lnTo>
                  <a:lnTo>
                    <a:pt x="2387" y="4750"/>
                  </a:lnTo>
                  <a:lnTo>
                    <a:pt x="2266" y="5042"/>
                  </a:lnTo>
                  <a:lnTo>
                    <a:pt x="2168" y="5334"/>
                  </a:lnTo>
                  <a:lnTo>
                    <a:pt x="2071" y="5626"/>
                  </a:lnTo>
                  <a:lnTo>
                    <a:pt x="634" y="5772"/>
                  </a:lnTo>
                  <a:lnTo>
                    <a:pt x="634" y="5772"/>
                  </a:lnTo>
                  <a:lnTo>
                    <a:pt x="512" y="5821"/>
                  </a:lnTo>
                  <a:lnTo>
                    <a:pt x="390" y="5870"/>
                  </a:lnTo>
                  <a:lnTo>
                    <a:pt x="268" y="5943"/>
                  </a:lnTo>
                  <a:lnTo>
                    <a:pt x="171" y="6016"/>
                  </a:lnTo>
                  <a:lnTo>
                    <a:pt x="98" y="6138"/>
                  </a:lnTo>
                  <a:lnTo>
                    <a:pt x="49" y="6235"/>
                  </a:lnTo>
                  <a:lnTo>
                    <a:pt x="1" y="6381"/>
                  </a:lnTo>
                  <a:lnTo>
                    <a:pt x="1" y="6503"/>
                  </a:lnTo>
                  <a:lnTo>
                    <a:pt x="1" y="7453"/>
                  </a:lnTo>
                  <a:lnTo>
                    <a:pt x="1" y="7453"/>
                  </a:lnTo>
                  <a:lnTo>
                    <a:pt x="1" y="7599"/>
                  </a:lnTo>
                  <a:lnTo>
                    <a:pt x="49" y="7721"/>
                  </a:lnTo>
                  <a:lnTo>
                    <a:pt x="98" y="7843"/>
                  </a:lnTo>
                  <a:lnTo>
                    <a:pt x="171" y="7940"/>
                  </a:lnTo>
                  <a:lnTo>
                    <a:pt x="268" y="8037"/>
                  </a:lnTo>
                  <a:lnTo>
                    <a:pt x="390" y="8111"/>
                  </a:lnTo>
                  <a:lnTo>
                    <a:pt x="512" y="8159"/>
                  </a:lnTo>
                  <a:lnTo>
                    <a:pt x="634" y="8184"/>
                  </a:lnTo>
                  <a:lnTo>
                    <a:pt x="2071" y="8354"/>
                  </a:lnTo>
                  <a:lnTo>
                    <a:pt x="2071" y="8354"/>
                  </a:lnTo>
                  <a:lnTo>
                    <a:pt x="2168" y="8646"/>
                  </a:lnTo>
                  <a:lnTo>
                    <a:pt x="2266" y="8914"/>
                  </a:lnTo>
                  <a:lnTo>
                    <a:pt x="2387" y="9206"/>
                  </a:lnTo>
                  <a:lnTo>
                    <a:pt x="2533" y="9474"/>
                  </a:lnTo>
                  <a:lnTo>
                    <a:pt x="1632" y="10619"/>
                  </a:lnTo>
                  <a:lnTo>
                    <a:pt x="1632" y="10619"/>
                  </a:lnTo>
                  <a:lnTo>
                    <a:pt x="1559" y="10741"/>
                  </a:lnTo>
                  <a:lnTo>
                    <a:pt x="1511" y="10863"/>
                  </a:lnTo>
                  <a:lnTo>
                    <a:pt x="1486" y="10984"/>
                  </a:lnTo>
                  <a:lnTo>
                    <a:pt x="1486" y="11106"/>
                  </a:lnTo>
                  <a:lnTo>
                    <a:pt x="1511" y="11228"/>
                  </a:lnTo>
                  <a:lnTo>
                    <a:pt x="1559" y="11350"/>
                  </a:lnTo>
                  <a:lnTo>
                    <a:pt x="1608" y="11472"/>
                  </a:lnTo>
                  <a:lnTo>
                    <a:pt x="1705" y="11569"/>
                  </a:lnTo>
                  <a:lnTo>
                    <a:pt x="2387" y="12251"/>
                  </a:lnTo>
                  <a:lnTo>
                    <a:pt x="2387" y="12251"/>
                  </a:lnTo>
                  <a:lnTo>
                    <a:pt x="2485" y="12348"/>
                  </a:lnTo>
                  <a:lnTo>
                    <a:pt x="2582" y="12397"/>
                  </a:lnTo>
                  <a:lnTo>
                    <a:pt x="2728" y="12446"/>
                  </a:lnTo>
                  <a:lnTo>
                    <a:pt x="2850" y="12470"/>
                  </a:lnTo>
                  <a:lnTo>
                    <a:pt x="2972" y="12470"/>
                  </a:lnTo>
                  <a:lnTo>
                    <a:pt x="3094" y="12421"/>
                  </a:lnTo>
                  <a:lnTo>
                    <a:pt x="3215" y="12373"/>
                  </a:lnTo>
                  <a:lnTo>
                    <a:pt x="3337" y="12324"/>
                  </a:lnTo>
                  <a:lnTo>
                    <a:pt x="4482" y="11423"/>
                  </a:lnTo>
                  <a:lnTo>
                    <a:pt x="4482" y="11423"/>
                  </a:lnTo>
                  <a:lnTo>
                    <a:pt x="4750" y="11545"/>
                  </a:lnTo>
                  <a:lnTo>
                    <a:pt x="5018" y="11691"/>
                  </a:lnTo>
                  <a:lnTo>
                    <a:pt x="5310" y="11788"/>
                  </a:lnTo>
                  <a:lnTo>
                    <a:pt x="5602" y="11886"/>
                  </a:lnTo>
                  <a:lnTo>
                    <a:pt x="5773" y="13322"/>
                  </a:lnTo>
                  <a:lnTo>
                    <a:pt x="5773" y="13322"/>
                  </a:lnTo>
                  <a:lnTo>
                    <a:pt x="5797" y="13444"/>
                  </a:lnTo>
                  <a:lnTo>
                    <a:pt x="5846" y="13566"/>
                  </a:lnTo>
                  <a:lnTo>
                    <a:pt x="5919" y="13688"/>
                  </a:lnTo>
                  <a:lnTo>
                    <a:pt x="6016" y="13785"/>
                  </a:lnTo>
                  <a:lnTo>
                    <a:pt x="6114" y="13858"/>
                  </a:lnTo>
                  <a:lnTo>
                    <a:pt x="6235" y="13907"/>
                  </a:lnTo>
                  <a:lnTo>
                    <a:pt x="6357" y="13956"/>
                  </a:lnTo>
                  <a:lnTo>
                    <a:pt x="6479" y="13956"/>
                  </a:lnTo>
                  <a:lnTo>
                    <a:pt x="7453" y="13956"/>
                  </a:lnTo>
                  <a:lnTo>
                    <a:pt x="7453" y="13956"/>
                  </a:lnTo>
                  <a:lnTo>
                    <a:pt x="7575" y="13956"/>
                  </a:lnTo>
                  <a:lnTo>
                    <a:pt x="7721" y="13907"/>
                  </a:lnTo>
                  <a:lnTo>
                    <a:pt x="7818" y="13858"/>
                  </a:lnTo>
                  <a:lnTo>
                    <a:pt x="7940" y="13785"/>
                  </a:lnTo>
                  <a:lnTo>
                    <a:pt x="8013" y="13688"/>
                  </a:lnTo>
                  <a:lnTo>
                    <a:pt x="8086" y="13566"/>
                  </a:lnTo>
                  <a:lnTo>
                    <a:pt x="8135" y="13444"/>
                  </a:lnTo>
                  <a:lnTo>
                    <a:pt x="8159" y="13322"/>
                  </a:lnTo>
                  <a:lnTo>
                    <a:pt x="8330" y="11886"/>
                  </a:lnTo>
                  <a:lnTo>
                    <a:pt x="8330" y="11886"/>
                  </a:lnTo>
                  <a:lnTo>
                    <a:pt x="8622" y="11788"/>
                  </a:lnTo>
                  <a:lnTo>
                    <a:pt x="8914" y="11691"/>
                  </a:lnTo>
                  <a:lnTo>
                    <a:pt x="9207" y="11545"/>
                  </a:lnTo>
                  <a:lnTo>
                    <a:pt x="9475" y="11423"/>
                  </a:lnTo>
                  <a:lnTo>
                    <a:pt x="10619" y="12324"/>
                  </a:lnTo>
                  <a:lnTo>
                    <a:pt x="10619" y="12324"/>
                  </a:lnTo>
                  <a:lnTo>
                    <a:pt x="10717" y="12373"/>
                  </a:lnTo>
                  <a:lnTo>
                    <a:pt x="10838" y="12421"/>
                  </a:lnTo>
                  <a:lnTo>
                    <a:pt x="10960" y="12470"/>
                  </a:lnTo>
                  <a:lnTo>
                    <a:pt x="11106" y="12470"/>
                  </a:lnTo>
                  <a:lnTo>
                    <a:pt x="11228" y="12446"/>
                  </a:lnTo>
                  <a:lnTo>
                    <a:pt x="11350" y="12397"/>
                  </a:lnTo>
                  <a:lnTo>
                    <a:pt x="11472" y="12348"/>
                  </a:lnTo>
                  <a:lnTo>
                    <a:pt x="11569" y="12251"/>
                  </a:lnTo>
                  <a:lnTo>
                    <a:pt x="12251" y="11569"/>
                  </a:lnTo>
                  <a:lnTo>
                    <a:pt x="12251" y="11569"/>
                  </a:lnTo>
                  <a:lnTo>
                    <a:pt x="12324" y="11472"/>
                  </a:lnTo>
                  <a:lnTo>
                    <a:pt x="12397" y="11350"/>
                  </a:lnTo>
                  <a:lnTo>
                    <a:pt x="12422" y="11228"/>
                  </a:lnTo>
                  <a:lnTo>
                    <a:pt x="12446" y="11106"/>
                  </a:lnTo>
                  <a:lnTo>
                    <a:pt x="12446" y="10984"/>
                  </a:lnTo>
                  <a:lnTo>
                    <a:pt x="12422" y="10863"/>
                  </a:lnTo>
                  <a:lnTo>
                    <a:pt x="12373" y="10741"/>
                  </a:lnTo>
                  <a:lnTo>
                    <a:pt x="12300" y="10619"/>
                  </a:lnTo>
                  <a:lnTo>
                    <a:pt x="11399" y="9474"/>
                  </a:lnTo>
                  <a:lnTo>
                    <a:pt x="11399" y="9474"/>
                  </a:lnTo>
                  <a:lnTo>
                    <a:pt x="11545" y="9206"/>
                  </a:lnTo>
                  <a:lnTo>
                    <a:pt x="11667" y="8914"/>
                  </a:lnTo>
                  <a:lnTo>
                    <a:pt x="11788" y="8646"/>
                  </a:lnTo>
                  <a:lnTo>
                    <a:pt x="11861" y="8354"/>
                  </a:lnTo>
                  <a:lnTo>
                    <a:pt x="13323" y="8184"/>
                  </a:lnTo>
                  <a:lnTo>
                    <a:pt x="13323" y="8184"/>
                  </a:lnTo>
                  <a:lnTo>
                    <a:pt x="13444" y="8159"/>
                  </a:lnTo>
                  <a:lnTo>
                    <a:pt x="13566" y="8111"/>
                  </a:lnTo>
                  <a:lnTo>
                    <a:pt x="13664" y="8037"/>
                  </a:lnTo>
                  <a:lnTo>
                    <a:pt x="13761" y="7940"/>
                  </a:lnTo>
                  <a:lnTo>
                    <a:pt x="13834" y="7843"/>
                  </a:lnTo>
                  <a:lnTo>
                    <a:pt x="13907" y="7721"/>
                  </a:lnTo>
                  <a:lnTo>
                    <a:pt x="13932" y="7599"/>
                  </a:lnTo>
                  <a:lnTo>
                    <a:pt x="13956" y="7453"/>
                  </a:lnTo>
                  <a:lnTo>
                    <a:pt x="13956" y="6503"/>
                  </a:lnTo>
                  <a:lnTo>
                    <a:pt x="13956" y="6503"/>
                  </a:lnTo>
                  <a:lnTo>
                    <a:pt x="13932" y="6381"/>
                  </a:lnTo>
                  <a:lnTo>
                    <a:pt x="13907" y="6235"/>
                  </a:lnTo>
                  <a:lnTo>
                    <a:pt x="13834" y="6138"/>
                  </a:lnTo>
                  <a:lnTo>
                    <a:pt x="13761" y="6016"/>
                  </a:lnTo>
                  <a:lnTo>
                    <a:pt x="13664" y="5943"/>
                  </a:lnTo>
                  <a:lnTo>
                    <a:pt x="13566" y="5870"/>
                  </a:lnTo>
                  <a:lnTo>
                    <a:pt x="13444" y="5821"/>
                  </a:lnTo>
                  <a:lnTo>
                    <a:pt x="13323" y="5772"/>
                  </a:lnTo>
                  <a:lnTo>
                    <a:pt x="13323" y="5772"/>
                  </a:lnTo>
                  <a:close/>
                  <a:moveTo>
                    <a:pt x="8573" y="8598"/>
                  </a:moveTo>
                  <a:lnTo>
                    <a:pt x="8573" y="8598"/>
                  </a:lnTo>
                  <a:lnTo>
                    <a:pt x="8403" y="8744"/>
                  </a:lnTo>
                  <a:lnTo>
                    <a:pt x="8232" y="8890"/>
                  </a:lnTo>
                  <a:lnTo>
                    <a:pt x="8038" y="8987"/>
                  </a:lnTo>
                  <a:lnTo>
                    <a:pt x="7818" y="9085"/>
                  </a:lnTo>
                  <a:lnTo>
                    <a:pt x="7624" y="9158"/>
                  </a:lnTo>
                  <a:lnTo>
                    <a:pt x="7404" y="9206"/>
                  </a:lnTo>
                  <a:lnTo>
                    <a:pt x="7185" y="9231"/>
                  </a:lnTo>
                  <a:lnTo>
                    <a:pt x="6966" y="9255"/>
                  </a:lnTo>
                  <a:lnTo>
                    <a:pt x="6747" y="9231"/>
                  </a:lnTo>
                  <a:lnTo>
                    <a:pt x="6528" y="9206"/>
                  </a:lnTo>
                  <a:lnTo>
                    <a:pt x="6333" y="9158"/>
                  </a:lnTo>
                  <a:lnTo>
                    <a:pt x="6114" y="9085"/>
                  </a:lnTo>
                  <a:lnTo>
                    <a:pt x="5919" y="8987"/>
                  </a:lnTo>
                  <a:lnTo>
                    <a:pt x="5724" y="8890"/>
                  </a:lnTo>
                  <a:lnTo>
                    <a:pt x="5529" y="8744"/>
                  </a:lnTo>
                  <a:lnTo>
                    <a:pt x="5359" y="8598"/>
                  </a:lnTo>
                  <a:lnTo>
                    <a:pt x="5359" y="8598"/>
                  </a:lnTo>
                  <a:lnTo>
                    <a:pt x="5212" y="8427"/>
                  </a:lnTo>
                  <a:lnTo>
                    <a:pt x="5066" y="8232"/>
                  </a:lnTo>
                  <a:lnTo>
                    <a:pt x="4969" y="8037"/>
                  </a:lnTo>
                  <a:lnTo>
                    <a:pt x="4871" y="7843"/>
                  </a:lnTo>
                  <a:lnTo>
                    <a:pt x="4798" y="7623"/>
                  </a:lnTo>
                  <a:lnTo>
                    <a:pt x="4750" y="7404"/>
                  </a:lnTo>
                  <a:lnTo>
                    <a:pt x="4701" y="7209"/>
                  </a:lnTo>
                  <a:lnTo>
                    <a:pt x="4701" y="6990"/>
                  </a:lnTo>
                  <a:lnTo>
                    <a:pt x="4701" y="6771"/>
                  </a:lnTo>
                  <a:lnTo>
                    <a:pt x="4750" y="6552"/>
                  </a:lnTo>
                  <a:lnTo>
                    <a:pt x="4798" y="6333"/>
                  </a:lnTo>
                  <a:lnTo>
                    <a:pt x="4871" y="6138"/>
                  </a:lnTo>
                  <a:lnTo>
                    <a:pt x="4969" y="5919"/>
                  </a:lnTo>
                  <a:lnTo>
                    <a:pt x="5066" y="5724"/>
                  </a:lnTo>
                  <a:lnTo>
                    <a:pt x="5212" y="5553"/>
                  </a:lnTo>
                  <a:lnTo>
                    <a:pt x="5359" y="5383"/>
                  </a:lnTo>
                  <a:lnTo>
                    <a:pt x="5359" y="5383"/>
                  </a:lnTo>
                  <a:lnTo>
                    <a:pt x="5529" y="5212"/>
                  </a:lnTo>
                  <a:lnTo>
                    <a:pt x="5724" y="5091"/>
                  </a:lnTo>
                  <a:lnTo>
                    <a:pt x="5919" y="4969"/>
                  </a:lnTo>
                  <a:lnTo>
                    <a:pt x="6114" y="4871"/>
                  </a:lnTo>
                  <a:lnTo>
                    <a:pt x="6333" y="4798"/>
                  </a:lnTo>
                  <a:lnTo>
                    <a:pt x="6528" y="4750"/>
                  </a:lnTo>
                  <a:lnTo>
                    <a:pt x="6747" y="4725"/>
                  </a:lnTo>
                  <a:lnTo>
                    <a:pt x="6966" y="4701"/>
                  </a:lnTo>
                  <a:lnTo>
                    <a:pt x="7185" y="4725"/>
                  </a:lnTo>
                  <a:lnTo>
                    <a:pt x="7404" y="4750"/>
                  </a:lnTo>
                  <a:lnTo>
                    <a:pt x="7624" y="4798"/>
                  </a:lnTo>
                  <a:lnTo>
                    <a:pt x="7818" y="4871"/>
                  </a:lnTo>
                  <a:lnTo>
                    <a:pt x="8038" y="4969"/>
                  </a:lnTo>
                  <a:lnTo>
                    <a:pt x="8232" y="5091"/>
                  </a:lnTo>
                  <a:lnTo>
                    <a:pt x="8403" y="5212"/>
                  </a:lnTo>
                  <a:lnTo>
                    <a:pt x="8573" y="5383"/>
                  </a:lnTo>
                  <a:lnTo>
                    <a:pt x="8573" y="5383"/>
                  </a:lnTo>
                  <a:lnTo>
                    <a:pt x="8744" y="5553"/>
                  </a:lnTo>
                  <a:lnTo>
                    <a:pt x="8866" y="5724"/>
                  </a:lnTo>
                  <a:lnTo>
                    <a:pt x="8987" y="5919"/>
                  </a:lnTo>
                  <a:lnTo>
                    <a:pt x="9085" y="6138"/>
                  </a:lnTo>
                  <a:lnTo>
                    <a:pt x="9158" y="6333"/>
                  </a:lnTo>
                  <a:lnTo>
                    <a:pt x="9207" y="6552"/>
                  </a:lnTo>
                  <a:lnTo>
                    <a:pt x="9231" y="6771"/>
                  </a:lnTo>
                  <a:lnTo>
                    <a:pt x="9231" y="6990"/>
                  </a:lnTo>
                  <a:lnTo>
                    <a:pt x="9231" y="7209"/>
                  </a:lnTo>
                  <a:lnTo>
                    <a:pt x="9207" y="7404"/>
                  </a:lnTo>
                  <a:lnTo>
                    <a:pt x="9158" y="7623"/>
                  </a:lnTo>
                  <a:lnTo>
                    <a:pt x="9085" y="7843"/>
                  </a:lnTo>
                  <a:lnTo>
                    <a:pt x="8987" y="8037"/>
                  </a:lnTo>
                  <a:lnTo>
                    <a:pt x="8866" y="8232"/>
                  </a:lnTo>
                  <a:lnTo>
                    <a:pt x="8744" y="8427"/>
                  </a:lnTo>
                  <a:lnTo>
                    <a:pt x="8573" y="8598"/>
                  </a:lnTo>
                  <a:lnTo>
                    <a:pt x="8573" y="8598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" name="Google Shape;396;p34"/>
            <p:cNvSpPr/>
            <p:nvPr/>
          </p:nvSpPr>
          <p:spPr>
            <a:xfrm>
              <a:off x="5566575" y="3265260"/>
              <a:ext cx="198525" cy="198525"/>
            </a:xfrm>
            <a:custGeom>
              <a:avLst/>
              <a:gdLst/>
              <a:ahLst/>
              <a:cxnLst/>
              <a:rect l="l" t="t" r="r" b="b"/>
              <a:pathLst>
                <a:path w="7941" h="7941" fill="none" extrusionOk="0">
                  <a:moveTo>
                    <a:pt x="7258" y="2144"/>
                  </a:moveTo>
                  <a:lnTo>
                    <a:pt x="6138" y="2388"/>
                  </a:lnTo>
                  <a:lnTo>
                    <a:pt x="6138" y="2388"/>
                  </a:lnTo>
                  <a:lnTo>
                    <a:pt x="6016" y="2217"/>
                  </a:lnTo>
                  <a:lnTo>
                    <a:pt x="5870" y="2071"/>
                  </a:lnTo>
                  <a:lnTo>
                    <a:pt x="6260" y="975"/>
                  </a:lnTo>
                  <a:lnTo>
                    <a:pt x="6260" y="975"/>
                  </a:lnTo>
                  <a:lnTo>
                    <a:pt x="6284" y="902"/>
                  </a:lnTo>
                  <a:lnTo>
                    <a:pt x="6284" y="829"/>
                  </a:lnTo>
                  <a:lnTo>
                    <a:pt x="6260" y="683"/>
                  </a:lnTo>
                  <a:lnTo>
                    <a:pt x="6162" y="561"/>
                  </a:lnTo>
                  <a:lnTo>
                    <a:pt x="6114" y="488"/>
                  </a:lnTo>
                  <a:lnTo>
                    <a:pt x="6065" y="464"/>
                  </a:lnTo>
                  <a:lnTo>
                    <a:pt x="5553" y="196"/>
                  </a:lnTo>
                  <a:lnTo>
                    <a:pt x="5553" y="196"/>
                  </a:lnTo>
                  <a:lnTo>
                    <a:pt x="5480" y="171"/>
                  </a:lnTo>
                  <a:lnTo>
                    <a:pt x="5407" y="171"/>
                  </a:lnTo>
                  <a:lnTo>
                    <a:pt x="5261" y="171"/>
                  </a:lnTo>
                  <a:lnTo>
                    <a:pt x="5115" y="244"/>
                  </a:lnTo>
                  <a:lnTo>
                    <a:pt x="5066" y="293"/>
                  </a:lnTo>
                  <a:lnTo>
                    <a:pt x="5018" y="342"/>
                  </a:lnTo>
                  <a:lnTo>
                    <a:pt x="4384" y="1316"/>
                  </a:lnTo>
                  <a:lnTo>
                    <a:pt x="4384" y="1316"/>
                  </a:lnTo>
                  <a:lnTo>
                    <a:pt x="4165" y="1292"/>
                  </a:lnTo>
                  <a:lnTo>
                    <a:pt x="3970" y="1292"/>
                  </a:lnTo>
                  <a:lnTo>
                    <a:pt x="3483" y="244"/>
                  </a:lnTo>
                  <a:lnTo>
                    <a:pt x="3483" y="244"/>
                  </a:lnTo>
                  <a:lnTo>
                    <a:pt x="3435" y="171"/>
                  </a:lnTo>
                  <a:lnTo>
                    <a:pt x="3386" y="123"/>
                  </a:lnTo>
                  <a:lnTo>
                    <a:pt x="3264" y="50"/>
                  </a:lnTo>
                  <a:lnTo>
                    <a:pt x="3118" y="1"/>
                  </a:lnTo>
                  <a:lnTo>
                    <a:pt x="3045" y="1"/>
                  </a:lnTo>
                  <a:lnTo>
                    <a:pt x="2972" y="25"/>
                  </a:lnTo>
                  <a:lnTo>
                    <a:pt x="2436" y="196"/>
                  </a:lnTo>
                  <a:lnTo>
                    <a:pt x="2436" y="196"/>
                  </a:lnTo>
                  <a:lnTo>
                    <a:pt x="2363" y="220"/>
                  </a:lnTo>
                  <a:lnTo>
                    <a:pt x="2290" y="269"/>
                  </a:lnTo>
                  <a:lnTo>
                    <a:pt x="2192" y="391"/>
                  </a:lnTo>
                  <a:lnTo>
                    <a:pt x="2144" y="537"/>
                  </a:lnTo>
                  <a:lnTo>
                    <a:pt x="2144" y="610"/>
                  </a:lnTo>
                  <a:lnTo>
                    <a:pt x="2144" y="683"/>
                  </a:lnTo>
                  <a:lnTo>
                    <a:pt x="2387" y="1828"/>
                  </a:lnTo>
                  <a:lnTo>
                    <a:pt x="2387" y="1828"/>
                  </a:lnTo>
                  <a:lnTo>
                    <a:pt x="2217" y="1949"/>
                  </a:lnTo>
                  <a:lnTo>
                    <a:pt x="2071" y="2095"/>
                  </a:lnTo>
                  <a:lnTo>
                    <a:pt x="999" y="1681"/>
                  </a:lnTo>
                  <a:lnTo>
                    <a:pt x="999" y="1681"/>
                  </a:lnTo>
                  <a:lnTo>
                    <a:pt x="926" y="1681"/>
                  </a:lnTo>
                  <a:lnTo>
                    <a:pt x="829" y="1657"/>
                  </a:lnTo>
                  <a:lnTo>
                    <a:pt x="682" y="1706"/>
                  </a:lnTo>
                  <a:lnTo>
                    <a:pt x="561" y="1779"/>
                  </a:lnTo>
                  <a:lnTo>
                    <a:pt x="512" y="1828"/>
                  </a:lnTo>
                  <a:lnTo>
                    <a:pt x="463" y="1901"/>
                  </a:lnTo>
                  <a:lnTo>
                    <a:pt x="220" y="2388"/>
                  </a:lnTo>
                  <a:lnTo>
                    <a:pt x="220" y="2388"/>
                  </a:lnTo>
                  <a:lnTo>
                    <a:pt x="195" y="2461"/>
                  </a:lnTo>
                  <a:lnTo>
                    <a:pt x="171" y="2534"/>
                  </a:lnTo>
                  <a:lnTo>
                    <a:pt x="195" y="2704"/>
                  </a:lnTo>
                  <a:lnTo>
                    <a:pt x="244" y="2826"/>
                  </a:lnTo>
                  <a:lnTo>
                    <a:pt x="293" y="2899"/>
                  </a:lnTo>
                  <a:lnTo>
                    <a:pt x="366" y="2948"/>
                  </a:lnTo>
                  <a:lnTo>
                    <a:pt x="1340" y="3581"/>
                  </a:lnTo>
                  <a:lnTo>
                    <a:pt x="1340" y="3581"/>
                  </a:lnTo>
                  <a:lnTo>
                    <a:pt x="1316" y="3776"/>
                  </a:lnTo>
                  <a:lnTo>
                    <a:pt x="1291" y="3995"/>
                  </a:lnTo>
                  <a:lnTo>
                    <a:pt x="244" y="4482"/>
                  </a:lnTo>
                  <a:lnTo>
                    <a:pt x="244" y="4482"/>
                  </a:lnTo>
                  <a:lnTo>
                    <a:pt x="195" y="4507"/>
                  </a:lnTo>
                  <a:lnTo>
                    <a:pt x="122" y="4555"/>
                  </a:lnTo>
                  <a:lnTo>
                    <a:pt x="49" y="4701"/>
                  </a:lnTo>
                  <a:lnTo>
                    <a:pt x="0" y="4848"/>
                  </a:lnTo>
                  <a:lnTo>
                    <a:pt x="25" y="4921"/>
                  </a:lnTo>
                  <a:lnTo>
                    <a:pt x="25" y="4994"/>
                  </a:lnTo>
                  <a:lnTo>
                    <a:pt x="220" y="5530"/>
                  </a:lnTo>
                  <a:lnTo>
                    <a:pt x="220" y="5530"/>
                  </a:lnTo>
                  <a:lnTo>
                    <a:pt x="244" y="5578"/>
                  </a:lnTo>
                  <a:lnTo>
                    <a:pt x="293" y="5651"/>
                  </a:lnTo>
                  <a:lnTo>
                    <a:pt x="390" y="5749"/>
                  </a:lnTo>
                  <a:lnTo>
                    <a:pt x="536" y="5797"/>
                  </a:lnTo>
                  <a:lnTo>
                    <a:pt x="609" y="5797"/>
                  </a:lnTo>
                  <a:lnTo>
                    <a:pt x="682" y="5797"/>
                  </a:lnTo>
                  <a:lnTo>
                    <a:pt x="1827" y="5554"/>
                  </a:lnTo>
                  <a:lnTo>
                    <a:pt x="1827" y="5554"/>
                  </a:lnTo>
                  <a:lnTo>
                    <a:pt x="1949" y="5724"/>
                  </a:lnTo>
                  <a:lnTo>
                    <a:pt x="2095" y="5870"/>
                  </a:lnTo>
                  <a:lnTo>
                    <a:pt x="1705" y="6966"/>
                  </a:lnTo>
                  <a:lnTo>
                    <a:pt x="1705" y="6966"/>
                  </a:lnTo>
                  <a:lnTo>
                    <a:pt x="1681" y="7040"/>
                  </a:lnTo>
                  <a:lnTo>
                    <a:pt x="1681" y="7113"/>
                  </a:lnTo>
                  <a:lnTo>
                    <a:pt x="1705" y="7259"/>
                  </a:lnTo>
                  <a:lnTo>
                    <a:pt x="1778" y="7380"/>
                  </a:lnTo>
                  <a:lnTo>
                    <a:pt x="1851" y="7429"/>
                  </a:lnTo>
                  <a:lnTo>
                    <a:pt x="1900" y="7478"/>
                  </a:lnTo>
                  <a:lnTo>
                    <a:pt x="2412" y="7721"/>
                  </a:lnTo>
                  <a:lnTo>
                    <a:pt x="2412" y="7721"/>
                  </a:lnTo>
                  <a:lnTo>
                    <a:pt x="2485" y="7770"/>
                  </a:lnTo>
                  <a:lnTo>
                    <a:pt x="2558" y="7770"/>
                  </a:lnTo>
                  <a:lnTo>
                    <a:pt x="2704" y="7770"/>
                  </a:lnTo>
                  <a:lnTo>
                    <a:pt x="2850" y="7697"/>
                  </a:lnTo>
                  <a:lnTo>
                    <a:pt x="2899" y="7648"/>
                  </a:lnTo>
                  <a:lnTo>
                    <a:pt x="2947" y="7600"/>
                  </a:lnTo>
                  <a:lnTo>
                    <a:pt x="3581" y="6625"/>
                  </a:lnTo>
                  <a:lnTo>
                    <a:pt x="3581" y="6625"/>
                  </a:lnTo>
                  <a:lnTo>
                    <a:pt x="3800" y="6650"/>
                  </a:lnTo>
                  <a:lnTo>
                    <a:pt x="3995" y="6650"/>
                  </a:lnTo>
                  <a:lnTo>
                    <a:pt x="4482" y="7697"/>
                  </a:lnTo>
                  <a:lnTo>
                    <a:pt x="4482" y="7697"/>
                  </a:lnTo>
                  <a:lnTo>
                    <a:pt x="4531" y="7770"/>
                  </a:lnTo>
                  <a:lnTo>
                    <a:pt x="4579" y="7819"/>
                  </a:lnTo>
                  <a:lnTo>
                    <a:pt x="4701" y="7892"/>
                  </a:lnTo>
                  <a:lnTo>
                    <a:pt x="4847" y="7941"/>
                  </a:lnTo>
                  <a:lnTo>
                    <a:pt x="4920" y="7941"/>
                  </a:lnTo>
                  <a:lnTo>
                    <a:pt x="4993" y="7916"/>
                  </a:lnTo>
                  <a:lnTo>
                    <a:pt x="5529" y="7746"/>
                  </a:lnTo>
                  <a:lnTo>
                    <a:pt x="5529" y="7746"/>
                  </a:lnTo>
                  <a:lnTo>
                    <a:pt x="5602" y="7721"/>
                  </a:lnTo>
                  <a:lnTo>
                    <a:pt x="5651" y="7673"/>
                  </a:lnTo>
                  <a:lnTo>
                    <a:pt x="5748" y="7551"/>
                  </a:lnTo>
                  <a:lnTo>
                    <a:pt x="5821" y="7405"/>
                  </a:lnTo>
                  <a:lnTo>
                    <a:pt x="5821" y="7332"/>
                  </a:lnTo>
                  <a:lnTo>
                    <a:pt x="5821" y="7259"/>
                  </a:lnTo>
                  <a:lnTo>
                    <a:pt x="5578" y="6114"/>
                  </a:lnTo>
                  <a:lnTo>
                    <a:pt x="5578" y="6114"/>
                  </a:lnTo>
                  <a:lnTo>
                    <a:pt x="5724" y="5992"/>
                  </a:lnTo>
                  <a:lnTo>
                    <a:pt x="5894" y="5846"/>
                  </a:lnTo>
                  <a:lnTo>
                    <a:pt x="6966" y="6260"/>
                  </a:lnTo>
                  <a:lnTo>
                    <a:pt x="6966" y="6260"/>
                  </a:lnTo>
                  <a:lnTo>
                    <a:pt x="7039" y="6260"/>
                  </a:lnTo>
                  <a:lnTo>
                    <a:pt x="7112" y="6285"/>
                  </a:lnTo>
                  <a:lnTo>
                    <a:pt x="7258" y="6236"/>
                  </a:lnTo>
                  <a:lnTo>
                    <a:pt x="7404" y="6163"/>
                  </a:lnTo>
                  <a:lnTo>
                    <a:pt x="7453" y="6114"/>
                  </a:lnTo>
                  <a:lnTo>
                    <a:pt x="7502" y="6041"/>
                  </a:lnTo>
                  <a:lnTo>
                    <a:pt x="7745" y="5530"/>
                  </a:lnTo>
                  <a:lnTo>
                    <a:pt x="7745" y="5530"/>
                  </a:lnTo>
                  <a:lnTo>
                    <a:pt x="7770" y="5481"/>
                  </a:lnTo>
                  <a:lnTo>
                    <a:pt x="7794" y="5383"/>
                  </a:lnTo>
                  <a:lnTo>
                    <a:pt x="7770" y="5237"/>
                  </a:lnTo>
                  <a:lnTo>
                    <a:pt x="7697" y="5115"/>
                  </a:lnTo>
                  <a:lnTo>
                    <a:pt x="7648" y="5042"/>
                  </a:lnTo>
                  <a:lnTo>
                    <a:pt x="7599" y="4994"/>
                  </a:lnTo>
                  <a:lnTo>
                    <a:pt x="6625" y="4360"/>
                  </a:lnTo>
                  <a:lnTo>
                    <a:pt x="6625" y="4360"/>
                  </a:lnTo>
                  <a:lnTo>
                    <a:pt x="6649" y="4166"/>
                  </a:lnTo>
                  <a:lnTo>
                    <a:pt x="6649" y="3946"/>
                  </a:lnTo>
                  <a:lnTo>
                    <a:pt x="7697" y="3459"/>
                  </a:lnTo>
                  <a:lnTo>
                    <a:pt x="7697" y="3459"/>
                  </a:lnTo>
                  <a:lnTo>
                    <a:pt x="7770" y="3435"/>
                  </a:lnTo>
                  <a:lnTo>
                    <a:pt x="7843" y="3386"/>
                  </a:lnTo>
                  <a:lnTo>
                    <a:pt x="7916" y="3240"/>
                  </a:lnTo>
                  <a:lnTo>
                    <a:pt x="7940" y="3094"/>
                  </a:lnTo>
                  <a:lnTo>
                    <a:pt x="7940" y="3021"/>
                  </a:lnTo>
                  <a:lnTo>
                    <a:pt x="7940" y="2948"/>
                  </a:lnTo>
                  <a:lnTo>
                    <a:pt x="7745" y="2412"/>
                  </a:lnTo>
                  <a:lnTo>
                    <a:pt x="7745" y="2412"/>
                  </a:lnTo>
                  <a:lnTo>
                    <a:pt x="7721" y="2339"/>
                  </a:lnTo>
                  <a:lnTo>
                    <a:pt x="7672" y="2290"/>
                  </a:lnTo>
                  <a:lnTo>
                    <a:pt x="7551" y="2193"/>
                  </a:lnTo>
                  <a:lnTo>
                    <a:pt x="7429" y="2144"/>
                  </a:lnTo>
                  <a:lnTo>
                    <a:pt x="7356" y="2144"/>
                  </a:lnTo>
                  <a:lnTo>
                    <a:pt x="7258" y="2144"/>
                  </a:lnTo>
                  <a:lnTo>
                    <a:pt x="7258" y="2144"/>
                  </a:lnTo>
                  <a:close/>
                  <a:moveTo>
                    <a:pt x="5480" y="4726"/>
                  </a:moveTo>
                  <a:lnTo>
                    <a:pt x="5480" y="4726"/>
                  </a:lnTo>
                  <a:lnTo>
                    <a:pt x="5383" y="4872"/>
                  </a:lnTo>
                  <a:lnTo>
                    <a:pt x="5286" y="4994"/>
                  </a:lnTo>
                  <a:lnTo>
                    <a:pt x="5188" y="5140"/>
                  </a:lnTo>
                  <a:lnTo>
                    <a:pt x="5066" y="5237"/>
                  </a:lnTo>
                  <a:lnTo>
                    <a:pt x="4945" y="5335"/>
                  </a:lnTo>
                  <a:lnTo>
                    <a:pt x="4798" y="5432"/>
                  </a:lnTo>
                  <a:lnTo>
                    <a:pt x="4652" y="5505"/>
                  </a:lnTo>
                  <a:lnTo>
                    <a:pt x="4506" y="5554"/>
                  </a:lnTo>
                  <a:lnTo>
                    <a:pt x="4360" y="5603"/>
                  </a:lnTo>
                  <a:lnTo>
                    <a:pt x="4190" y="5627"/>
                  </a:lnTo>
                  <a:lnTo>
                    <a:pt x="4043" y="5651"/>
                  </a:lnTo>
                  <a:lnTo>
                    <a:pt x="3873" y="5627"/>
                  </a:lnTo>
                  <a:lnTo>
                    <a:pt x="3702" y="5627"/>
                  </a:lnTo>
                  <a:lnTo>
                    <a:pt x="3556" y="5578"/>
                  </a:lnTo>
                  <a:lnTo>
                    <a:pt x="3386" y="5530"/>
                  </a:lnTo>
                  <a:lnTo>
                    <a:pt x="3240" y="5456"/>
                  </a:lnTo>
                  <a:lnTo>
                    <a:pt x="3240" y="5456"/>
                  </a:lnTo>
                  <a:lnTo>
                    <a:pt x="3094" y="5383"/>
                  </a:lnTo>
                  <a:lnTo>
                    <a:pt x="2947" y="5286"/>
                  </a:lnTo>
                  <a:lnTo>
                    <a:pt x="2826" y="5164"/>
                  </a:lnTo>
                  <a:lnTo>
                    <a:pt x="2704" y="5067"/>
                  </a:lnTo>
                  <a:lnTo>
                    <a:pt x="2606" y="4921"/>
                  </a:lnTo>
                  <a:lnTo>
                    <a:pt x="2533" y="4799"/>
                  </a:lnTo>
                  <a:lnTo>
                    <a:pt x="2460" y="4653"/>
                  </a:lnTo>
                  <a:lnTo>
                    <a:pt x="2387" y="4507"/>
                  </a:lnTo>
                  <a:lnTo>
                    <a:pt x="2363" y="4336"/>
                  </a:lnTo>
                  <a:lnTo>
                    <a:pt x="2314" y="4190"/>
                  </a:lnTo>
                  <a:lnTo>
                    <a:pt x="2314" y="4020"/>
                  </a:lnTo>
                  <a:lnTo>
                    <a:pt x="2314" y="3873"/>
                  </a:lnTo>
                  <a:lnTo>
                    <a:pt x="2339" y="3703"/>
                  </a:lnTo>
                  <a:lnTo>
                    <a:pt x="2363" y="3532"/>
                  </a:lnTo>
                  <a:lnTo>
                    <a:pt x="2412" y="3386"/>
                  </a:lnTo>
                  <a:lnTo>
                    <a:pt x="2485" y="3216"/>
                  </a:lnTo>
                  <a:lnTo>
                    <a:pt x="2485" y="3216"/>
                  </a:lnTo>
                  <a:lnTo>
                    <a:pt x="2582" y="3070"/>
                  </a:lnTo>
                  <a:lnTo>
                    <a:pt x="2680" y="2948"/>
                  </a:lnTo>
                  <a:lnTo>
                    <a:pt x="2777" y="2802"/>
                  </a:lnTo>
                  <a:lnTo>
                    <a:pt x="2899" y="2704"/>
                  </a:lnTo>
                  <a:lnTo>
                    <a:pt x="3020" y="2607"/>
                  </a:lnTo>
                  <a:lnTo>
                    <a:pt x="3167" y="2509"/>
                  </a:lnTo>
                  <a:lnTo>
                    <a:pt x="3313" y="2436"/>
                  </a:lnTo>
                  <a:lnTo>
                    <a:pt x="3459" y="2388"/>
                  </a:lnTo>
                  <a:lnTo>
                    <a:pt x="3605" y="2339"/>
                  </a:lnTo>
                  <a:lnTo>
                    <a:pt x="3775" y="2315"/>
                  </a:lnTo>
                  <a:lnTo>
                    <a:pt x="3922" y="2290"/>
                  </a:lnTo>
                  <a:lnTo>
                    <a:pt x="4092" y="2315"/>
                  </a:lnTo>
                  <a:lnTo>
                    <a:pt x="4263" y="2315"/>
                  </a:lnTo>
                  <a:lnTo>
                    <a:pt x="4409" y="2363"/>
                  </a:lnTo>
                  <a:lnTo>
                    <a:pt x="4579" y="2412"/>
                  </a:lnTo>
                  <a:lnTo>
                    <a:pt x="4725" y="2485"/>
                  </a:lnTo>
                  <a:lnTo>
                    <a:pt x="4725" y="2485"/>
                  </a:lnTo>
                  <a:lnTo>
                    <a:pt x="4871" y="2558"/>
                  </a:lnTo>
                  <a:lnTo>
                    <a:pt x="5018" y="2656"/>
                  </a:lnTo>
                  <a:lnTo>
                    <a:pt x="5139" y="2777"/>
                  </a:lnTo>
                  <a:lnTo>
                    <a:pt x="5261" y="2875"/>
                  </a:lnTo>
                  <a:lnTo>
                    <a:pt x="5359" y="3021"/>
                  </a:lnTo>
                  <a:lnTo>
                    <a:pt x="5432" y="3143"/>
                  </a:lnTo>
                  <a:lnTo>
                    <a:pt x="5505" y="3289"/>
                  </a:lnTo>
                  <a:lnTo>
                    <a:pt x="5578" y="3435"/>
                  </a:lnTo>
                  <a:lnTo>
                    <a:pt x="5602" y="3605"/>
                  </a:lnTo>
                  <a:lnTo>
                    <a:pt x="5626" y="3752"/>
                  </a:lnTo>
                  <a:lnTo>
                    <a:pt x="5651" y="3922"/>
                  </a:lnTo>
                  <a:lnTo>
                    <a:pt x="5651" y="4068"/>
                  </a:lnTo>
                  <a:lnTo>
                    <a:pt x="5626" y="4239"/>
                  </a:lnTo>
                  <a:lnTo>
                    <a:pt x="5602" y="4409"/>
                  </a:lnTo>
                  <a:lnTo>
                    <a:pt x="5553" y="4555"/>
                  </a:lnTo>
                  <a:lnTo>
                    <a:pt x="5480" y="4726"/>
                  </a:lnTo>
                  <a:lnTo>
                    <a:pt x="5480" y="4726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97" name="Google Shape;397;p34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25</a:t>
            </a:fld>
            <a:endParaRPr/>
          </a:p>
        </p:txBody>
      </p:sp>
      <p:sp>
        <p:nvSpPr>
          <p:cNvPr id="13" name="Google Shape;125;p17">
            <a:extLst>
              <a:ext uri="{FF2B5EF4-FFF2-40B4-BE49-F238E27FC236}">
                <a16:creationId xmlns:a16="http://schemas.microsoft.com/office/drawing/2014/main" id="{78FB27E7-03E2-4A76-AAF2-5B33B03E6C91}"/>
              </a:ext>
            </a:extLst>
          </p:cNvPr>
          <p:cNvSpPr txBox="1">
            <a:spLocks/>
          </p:cNvSpPr>
          <p:nvPr/>
        </p:nvSpPr>
        <p:spPr>
          <a:xfrm>
            <a:off x="660172" y="2112199"/>
            <a:ext cx="4531935" cy="2164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FFCD00"/>
              </a:buClr>
              <a:buSzPts val="2400"/>
              <a:buFont typeface="Quattrocento Sans"/>
              <a:buChar char="◉"/>
              <a:defRPr sz="2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L="914400" marR="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2000"/>
              <a:buFont typeface="Quattrocento Sans"/>
              <a:buChar char="○"/>
              <a:defRPr sz="20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2000"/>
              <a:buFont typeface="Quattrocento Sans"/>
              <a:buChar char="■"/>
              <a:defRPr sz="20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L="1828800" marR="0" lvl="3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●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L="2286000" marR="0" lvl="4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○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L="2743200" marR="0" lvl="5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■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6pPr>
            <a:lvl7pPr marL="3200400" marR="0" lvl="6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●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7pPr>
            <a:lvl8pPr marL="3657600" marR="0" lvl="7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○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8pPr>
            <a:lvl9pPr marL="4114800" marR="0" lvl="8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■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9pPr>
          </a:lstStyle>
          <a:p>
            <a:pPr>
              <a:buClr>
                <a:schemeClr val="accent1"/>
              </a:buClr>
            </a:pPr>
            <a:r>
              <a:rPr lang="en-US" sz="1400" dirty="0"/>
              <a:t>git </a:t>
            </a:r>
            <a:r>
              <a:rPr lang="en-US" sz="1400" dirty="0" err="1"/>
              <a:t>init</a:t>
            </a:r>
            <a:endParaRPr lang="en-US" sz="1400" dirty="0"/>
          </a:p>
          <a:p>
            <a:pPr>
              <a:buClr>
                <a:schemeClr val="accent1"/>
              </a:buClr>
            </a:pPr>
            <a:r>
              <a:rPr lang="en-US" sz="1400" dirty="0"/>
              <a:t>git clone [</a:t>
            </a:r>
            <a:r>
              <a:rPr lang="ko-KR" altLang="en-US" sz="1400" dirty="0"/>
              <a:t>원격 저장소 주소</a:t>
            </a:r>
            <a:r>
              <a:rPr lang="en-US" altLang="ko-KR" sz="1400" dirty="0"/>
              <a:t>]</a:t>
            </a:r>
            <a:endParaRPr lang="en-US" sz="1400" dirty="0"/>
          </a:p>
          <a:p>
            <a:pPr>
              <a:buClr>
                <a:schemeClr val="accent1"/>
              </a:buClr>
            </a:pPr>
            <a:r>
              <a:rPr lang="en-US" sz="1400" dirty="0"/>
              <a:t>git add [</a:t>
            </a:r>
            <a:r>
              <a:rPr lang="ko-KR" altLang="en-US" sz="1400" dirty="0"/>
              <a:t>파일명</a:t>
            </a:r>
            <a:r>
              <a:rPr lang="en-US" altLang="ko-KR" sz="1400" dirty="0"/>
              <a:t>]or . </a:t>
            </a:r>
            <a:endParaRPr lang="en-US" sz="1400" dirty="0"/>
          </a:p>
          <a:p>
            <a:pPr>
              <a:buClr>
                <a:schemeClr val="accent1"/>
              </a:buClr>
            </a:pPr>
            <a:r>
              <a:rPr lang="en-US" sz="1400" dirty="0"/>
              <a:t>git commit –m “[</a:t>
            </a:r>
            <a:r>
              <a:rPr lang="ko-KR" altLang="en-US" sz="1400" dirty="0" err="1"/>
              <a:t>커밋</a:t>
            </a:r>
            <a:r>
              <a:rPr lang="ko-KR" altLang="en-US" sz="1400" dirty="0"/>
              <a:t> 메시지</a:t>
            </a:r>
            <a:r>
              <a:rPr lang="en-US" altLang="ko-KR" sz="1400" dirty="0"/>
              <a:t>]</a:t>
            </a:r>
            <a:r>
              <a:rPr lang="en-US" sz="1400" dirty="0"/>
              <a:t>”</a:t>
            </a:r>
          </a:p>
          <a:p>
            <a:pPr>
              <a:buClr>
                <a:schemeClr val="accent1"/>
              </a:buClr>
            </a:pPr>
            <a:r>
              <a:rPr lang="en-US" sz="1400" dirty="0"/>
              <a:t>git status </a:t>
            </a:r>
          </a:p>
          <a:p>
            <a:pPr>
              <a:buClr>
                <a:schemeClr val="accent1"/>
              </a:buClr>
            </a:pPr>
            <a:r>
              <a:rPr lang="en-US" sz="1400" dirty="0"/>
              <a:t>git log</a:t>
            </a:r>
          </a:p>
        </p:txBody>
      </p:sp>
      <p:sp>
        <p:nvSpPr>
          <p:cNvPr id="21" name="Google Shape;125;p17">
            <a:extLst>
              <a:ext uri="{FF2B5EF4-FFF2-40B4-BE49-F238E27FC236}">
                <a16:creationId xmlns:a16="http://schemas.microsoft.com/office/drawing/2014/main" id="{379A7494-F3C4-483B-BE20-047B49C604DE}"/>
              </a:ext>
            </a:extLst>
          </p:cNvPr>
          <p:cNvSpPr txBox="1">
            <a:spLocks/>
          </p:cNvSpPr>
          <p:nvPr/>
        </p:nvSpPr>
        <p:spPr>
          <a:xfrm>
            <a:off x="4244340" y="2117722"/>
            <a:ext cx="5080635" cy="2435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FFCD00"/>
              </a:buClr>
              <a:buSzPts val="2400"/>
              <a:buFont typeface="Quattrocento Sans"/>
              <a:buChar char="◉"/>
              <a:defRPr sz="2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L="914400" marR="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2000"/>
              <a:buFont typeface="Quattrocento Sans"/>
              <a:buChar char="○"/>
              <a:defRPr sz="20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2000"/>
              <a:buFont typeface="Quattrocento Sans"/>
              <a:buChar char="■"/>
              <a:defRPr sz="20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L="1828800" marR="0" lvl="3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●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L="2286000" marR="0" lvl="4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○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L="2743200" marR="0" lvl="5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■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6pPr>
            <a:lvl7pPr marL="3200400" marR="0" lvl="6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●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7pPr>
            <a:lvl8pPr marL="3657600" marR="0" lvl="7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○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8pPr>
            <a:lvl9pPr marL="4114800" marR="0" lvl="8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■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9pPr>
          </a:lstStyle>
          <a:p>
            <a:pPr>
              <a:buClr>
                <a:schemeClr val="accent1"/>
              </a:buClr>
            </a:pPr>
            <a:r>
              <a:rPr lang="en-US" sz="1400" dirty="0"/>
              <a:t>git branch</a:t>
            </a:r>
          </a:p>
          <a:p>
            <a:pPr>
              <a:buClr>
                <a:schemeClr val="accent1"/>
              </a:buClr>
            </a:pPr>
            <a:r>
              <a:rPr lang="en-US" sz="1400" dirty="0"/>
              <a:t>git checkout [</a:t>
            </a:r>
            <a:r>
              <a:rPr lang="ko-KR" altLang="en-US" sz="1400" dirty="0" err="1"/>
              <a:t>브랜치명</a:t>
            </a:r>
            <a:r>
              <a:rPr lang="en-US" altLang="ko-KR" sz="1400" dirty="0"/>
              <a:t>]</a:t>
            </a:r>
          </a:p>
          <a:p>
            <a:pPr>
              <a:buClr>
                <a:schemeClr val="accent1"/>
              </a:buClr>
            </a:pPr>
            <a:r>
              <a:rPr lang="en-US" sz="1400" dirty="0"/>
              <a:t>git merge</a:t>
            </a:r>
          </a:p>
          <a:p>
            <a:pPr>
              <a:buClr>
                <a:schemeClr val="accent1"/>
              </a:buClr>
            </a:pPr>
            <a:r>
              <a:rPr lang="en-US" sz="1400" dirty="0"/>
              <a:t>git push</a:t>
            </a:r>
          </a:p>
          <a:p>
            <a:pPr>
              <a:buClr>
                <a:schemeClr val="accent1"/>
              </a:buClr>
            </a:pPr>
            <a:r>
              <a:rPr lang="en-US" sz="1400" dirty="0"/>
              <a:t>git pull</a:t>
            </a:r>
          </a:p>
          <a:p>
            <a:pPr>
              <a:buClr>
                <a:schemeClr val="accent1"/>
              </a:buClr>
            </a:pPr>
            <a:r>
              <a:rPr lang="en-US" sz="1400" dirty="0"/>
              <a:t>git remote add [</a:t>
            </a:r>
            <a:r>
              <a:rPr lang="ko-KR" altLang="en-US" sz="1400" dirty="0"/>
              <a:t>원격 저장소 이름</a:t>
            </a:r>
            <a:r>
              <a:rPr lang="en-US" altLang="ko-KR" sz="1400" dirty="0"/>
              <a:t>] [</a:t>
            </a:r>
            <a:r>
              <a:rPr lang="ko-KR" altLang="en-US" sz="1400" dirty="0"/>
              <a:t>원격 저장소 주소</a:t>
            </a:r>
            <a:r>
              <a:rPr lang="en-US" altLang="ko-KR" sz="1400" dirty="0"/>
              <a:t>]</a:t>
            </a:r>
          </a:p>
          <a:p>
            <a:pPr>
              <a:buClr>
                <a:schemeClr val="accent1"/>
              </a:buClr>
            </a:pPr>
            <a:r>
              <a:rPr lang="en-US" sz="1400" dirty="0"/>
              <a:t>git remote -v</a:t>
            </a:r>
          </a:p>
        </p:txBody>
      </p:sp>
    </p:spTree>
    <p:extLst>
      <p:ext uri="{BB962C8B-B14F-4D97-AF65-F5344CB8AC3E}">
        <p14:creationId xmlns:p14="http://schemas.microsoft.com/office/powerpoint/2010/main" val="122701118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34"/>
          <p:cNvSpPr txBox="1">
            <a:spLocks noGrp="1"/>
          </p:cNvSpPr>
          <p:nvPr>
            <p:ph type="title"/>
          </p:nvPr>
        </p:nvSpPr>
        <p:spPr>
          <a:xfrm>
            <a:off x="1381250" y="896112"/>
            <a:ext cx="38784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Git </a:t>
            </a:r>
            <a:r>
              <a:rPr lang="ko-KR" altLang="en-US" dirty="0"/>
              <a:t>원리 </a:t>
            </a:r>
            <a:r>
              <a:rPr lang="en-US" altLang="ko-KR" dirty="0"/>
              <a:t>&amp; </a:t>
            </a:r>
            <a:r>
              <a:rPr lang="ko-KR" altLang="en-US" dirty="0"/>
              <a:t>사용방법</a:t>
            </a:r>
            <a:endParaRPr dirty="0"/>
          </a:p>
        </p:txBody>
      </p:sp>
      <p:sp>
        <p:nvSpPr>
          <p:cNvPr id="393" name="Google Shape;393;p34"/>
          <p:cNvSpPr txBox="1">
            <a:spLocks noGrp="1"/>
          </p:cNvSpPr>
          <p:nvPr>
            <p:ph type="body" idx="1"/>
          </p:nvPr>
        </p:nvSpPr>
        <p:spPr>
          <a:xfrm>
            <a:off x="2383993" y="2407683"/>
            <a:ext cx="3999496" cy="1059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ko-KR" altLang="en-US" sz="4000" b="1" dirty="0"/>
              <a:t>시연</a:t>
            </a:r>
            <a:endParaRPr lang="en-US" sz="4000" b="1" dirty="0"/>
          </a:p>
        </p:txBody>
      </p:sp>
      <p:grpSp>
        <p:nvGrpSpPr>
          <p:cNvPr id="394" name="Google Shape;394;p34"/>
          <p:cNvGrpSpPr/>
          <p:nvPr/>
        </p:nvGrpSpPr>
        <p:grpSpPr>
          <a:xfrm>
            <a:off x="889984" y="1007708"/>
            <a:ext cx="270226" cy="238344"/>
            <a:chOff x="5247525" y="3007275"/>
            <a:chExt cx="517575" cy="456510"/>
          </a:xfrm>
        </p:grpSpPr>
        <p:sp>
          <p:nvSpPr>
            <p:cNvPr id="395" name="Google Shape;395;p34"/>
            <p:cNvSpPr/>
            <p:nvPr/>
          </p:nvSpPr>
          <p:spPr>
            <a:xfrm>
              <a:off x="5247525" y="3007275"/>
              <a:ext cx="348900" cy="348900"/>
            </a:xfrm>
            <a:custGeom>
              <a:avLst/>
              <a:gdLst/>
              <a:ahLst/>
              <a:cxnLst/>
              <a:rect l="l" t="t" r="r" b="b"/>
              <a:pathLst>
                <a:path w="13956" h="13956" fill="none" extrusionOk="0">
                  <a:moveTo>
                    <a:pt x="13323" y="5772"/>
                  </a:moveTo>
                  <a:lnTo>
                    <a:pt x="11861" y="5626"/>
                  </a:lnTo>
                  <a:lnTo>
                    <a:pt x="11861" y="5626"/>
                  </a:lnTo>
                  <a:lnTo>
                    <a:pt x="11788" y="5334"/>
                  </a:lnTo>
                  <a:lnTo>
                    <a:pt x="11667" y="5042"/>
                  </a:lnTo>
                  <a:lnTo>
                    <a:pt x="11545" y="4750"/>
                  </a:lnTo>
                  <a:lnTo>
                    <a:pt x="11399" y="4482"/>
                  </a:lnTo>
                  <a:lnTo>
                    <a:pt x="12300" y="3337"/>
                  </a:lnTo>
                  <a:lnTo>
                    <a:pt x="12300" y="3337"/>
                  </a:lnTo>
                  <a:lnTo>
                    <a:pt x="12373" y="3240"/>
                  </a:lnTo>
                  <a:lnTo>
                    <a:pt x="12422" y="3118"/>
                  </a:lnTo>
                  <a:lnTo>
                    <a:pt x="12446" y="2996"/>
                  </a:lnTo>
                  <a:lnTo>
                    <a:pt x="12446" y="2850"/>
                  </a:lnTo>
                  <a:lnTo>
                    <a:pt x="12422" y="2728"/>
                  </a:lnTo>
                  <a:lnTo>
                    <a:pt x="12397" y="2606"/>
                  </a:lnTo>
                  <a:lnTo>
                    <a:pt x="12324" y="2485"/>
                  </a:lnTo>
                  <a:lnTo>
                    <a:pt x="12251" y="2387"/>
                  </a:lnTo>
                  <a:lnTo>
                    <a:pt x="11569" y="1705"/>
                  </a:lnTo>
                  <a:lnTo>
                    <a:pt x="11569" y="1705"/>
                  </a:lnTo>
                  <a:lnTo>
                    <a:pt x="11472" y="1632"/>
                  </a:lnTo>
                  <a:lnTo>
                    <a:pt x="11350" y="1559"/>
                  </a:lnTo>
                  <a:lnTo>
                    <a:pt x="11228" y="1510"/>
                  </a:lnTo>
                  <a:lnTo>
                    <a:pt x="11106" y="1510"/>
                  </a:lnTo>
                  <a:lnTo>
                    <a:pt x="10960" y="1510"/>
                  </a:lnTo>
                  <a:lnTo>
                    <a:pt x="10838" y="1535"/>
                  </a:lnTo>
                  <a:lnTo>
                    <a:pt x="10717" y="1583"/>
                  </a:lnTo>
                  <a:lnTo>
                    <a:pt x="10619" y="1656"/>
                  </a:lnTo>
                  <a:lnTo>
                    <a:pt x="9475" y="2558"/>
                  </a:lnTo>
                  <a:lnTo>
                    <a:pt x="9475" y="2558"/>
                  </a:lnTo>
                  <a:lnTo>
                    <a:pt x="9207" y="2411"/>
                  </a:lnTo>
                  <a:lnTo>
                    <a:pt x="8914" y="2290"/>
                  </a:lnTo>
                  <a:lnTo>
                    <a:pt x="8622" y="2168"/>
                  </a:lnTo>
                  <a:lnTo>
                    <a:pt x="8330" y="2070"/>
                  </a:lnTo>
                  <a:lnTo>
                    <a:pt x="8159" y="634"/>
                  </a:lnTo>
                  <a:lnTo>
                    <a:pt x="8159" y="634"/>
                  </a:lnTo>
                  <a:lnTo>
                    <a:pt x="8135" y="512"/>
                  </a:lnTo>
                  <a:lnTo>
                    <a:pt x="8086" y="390"/>
                  </a:lnTo>
                  <a:lnTo>
                    <a:pt x="8013" y="293"/>
                  </a:lnTo>
                  <a:lnTo>
                    <a:pt x="7940" y="195"/>
                  </a:lnTo>
                  <a:lnTo>
                    <a:pt x="7818" y="122"/>
                  </a:lnTo>
                  <a:lnTo>
                    <a:pt x="7721" y="49"/>
                  </a:lnTo>
                  <a:lnTo>
                    <a:pt x="7575" y="25"/>
                  </a:lnTo>
                  <a:lnTo>
                    <a:pt x="7453" y="0"/>
                  </a:lnTo>
                  <a:lnTo>
                    <a:pt x="6479" y="0"/>
                  </a:lnTo>
                  <a:lnTo>
                    <a:pt x="6479" y="0"/>
                  </a:lnTo>
                  <a:lnTo>
                    <a:pt x="6357" y="25"/>
                  </a:lnTo>
                  <a:lnTo>
                    <a:pt x="6235" y="49"/>
                  </a:lnTo>
                  <a:lnTo>
                    <a:pt x="6114" y="122"/>
                  </a:lnTo>
                  <a:lnTo>
                    <a:pt x="6016" y="195"/>
                  </a:lnTo>
                  <a:lnTo>
                    <a:pt x="5919" y="293"/>
                  </a:lnTo>
                  <a:lnTo>
                    <a:pt x="5846" y="390"/>
                  </a:lnTo>
                  <a:lnTo>
                    <a:pt x="5797" y="512"/>
                  </a:lnTo>
                  <a:lnTo>
                    <a:pt x="5773" y="634"/>
                  </a:lnTo>
                  <a:lnTo>
                    <a:pt x="5602" y="2070"/>
                  </a:lnTo>
                  <a:lnTo>
                    <a:pt x="5602" y="2070"/>
                  </a:lnTo>
                  <a:lnTo>
                    <a:pt x="5310" y="2168"/>
                  </a:lnTo>
                  <a:lnTo>
                    <a:pt x="5018" y="2290"/>
                  </a:lnTo>
                  <a:lnTo>
                    <a:pt x="4750" y="2411"/>
                  </a:lnTo>
                  <a:lnTo>
                    <a:pt x="4482" y="2558"/>
                  </a:lnTo>
                  <a:lnTo>
                    <a:pt x="3337" y="1656"/>
                  </a:lnTo>
                  <a:lnTo>
                    <a:pt x="3337" y="1656"/>
                  </a:lnTo>
                  <a:lnTo>
                    <a:pt x="3215" y="1583"/>
                  </a:lnTo>
                  <a:lnTo>
                    <a:pt x="3094" y="1535"/>
                  </a:lnTo>
                  <a:lnTo>
                    <a:pt x="2972" y="1510"/>
                  </a:lnTo>
                  <a:lnTo>
                    <a:pt x="2850" y="1510"/>
                  </a:lnTo>
                  <a:lnTo>
                    <a:pt x="2728" y="1510"/>
                  </a:lnTo>
                  <a:lnTo>
                    <a:pt x="2582" y="1559"/>
                  </a:lnTo>
                  <a:lnTo>
                    <a:pt x="2485" y="1632"/>
                  </a:lnTo>
                  <a:lnTo>
                    <a:pt x="2387" y="1705"/>
                  </a:lnTo>
                  <a:lnTo>
                    <a:pt x="1705" y="2387"/>
                  </a:lnTo>
                  <a:lnTo>
                    <a:pt x="1705" y="2387"/>
                  </a:lnTo>
                  <a:lnTo>
                    <a:pt x="1608" y="2485"/>
                  </a:lnTo>
                  <a:lnTo>
                    <a:pt x="1559" y="2606"/>
                  </a:lnTo>
                  <a:lnTo>
                    <a:pt x="1511" y="2728"/>
                  </a:lnTo>
                  <a:lnTo>
                    <a:pt x="1486" y="2850"/>
                  </a:lnTo>
                  <a:lnTo>
                    <a:pt x="1486" y="2996"/>
                  </a:lnTo>
                  <a:lnTo>
                    <a:pt x="1511" y="3118"/>
                  </a:lnTo>
                  <a:lnTo>
                    <a:pt x="1559" y="3240"/>
                  </a:lnTo>
                  <a:lnTo>
                    <a:pt x="1632" y="3337"/>
                  </a:lnTo>
                  <a:lnTo>
                    <a:pt x="2533" y="4482"/>
                  </a:lnTo>
                  <a:lnTo>
                    <a:pt x="2533" y="4482"/>
                  </a:lnTo>
                  <a:lnTo>
                    <a:pt x="2387" y="4750"/>
                  </a:lnTo>
                  <a:lnTo>
                    <a:pt x="2266" y="5042"/>
                  </a:lnTo>
                  <a:lnTo>
                    <a:pt x="2168" y="5334"/>
                  </a:lnTo>
                  <a:lnTo>
                    <a:pt x="2071" y="5626"/>
                  </a:lnTo>
                  <a:lnTo>
                    <a:pt x="634" y="5772"/>
                  </a:lnTo>
                  <a:lnTo>
                    <a:pt x="634" y="5772"/>
                  </a:lnTo>
                  <a:lnTo>
                    <a:pt x="512" y="5821"/>
                  </a:lnTo>
                  <a:lnTo>
                    <a:pt x="390" y="5870"/>
                  </a:lnTo>
                  <a:lnTo>
                    <a:pt x="268" y="5943"/>
                  </a:lnTo>
                  <a:lnTo>
                    <a:pt x="171" y="6016"/>
                  </a:lnTo>
                  <a:lnTo>
                    <a:pt x="98" y="6138"/>
                  </a:lnTo>
                  <a:lnTo>
                    <a:pt x="49" y="6235"/>
                  </a:lnTo>
                  <a:lnTo>
                    <a:pt x="1" y="6381"/>
                  </a:lnTo>
                  <a:lnTo>
                    <a:pt x="1" y="6503"/>
                  </a:lnTo>
                  <a:lnTo>
                    <a:pt x="1" y="7453"/>
                  </a:lnTo>
                  <a:lnTo>
                    <a:pt x="1" y="7453"/>
                  </a:lnTo>
                  <a:lnTo>
                    <a:pt x="1" y="7599"/>
                  </a:lnTo>
                  <a:lnTo>
                    <a:pt x="49" y="7721"/>
                  </a:lnTo>
                  <a:lnTo>
                    <a:pt x="98" y="7843"/>
                  </a:lnTo>
                  <a:lnTo>
                    <a:pt x="171" y="7940"/>
                  </a:lnTo>
                  <a:lnTo>
                    <a:pt x="268" y="8037"/>
                  </a:lnTo>
                  <a:lnTo>
                    <a:pt x="390" y="8111"/>
                  </a:lnTo>
                  <a:lnTo>
                    <a:pt x="512" y="8159"/>
                  </a:lnTo>
                  <a:lnTo>
                    <a:pt x="634" y="8184"/>
                  </a:lnTo>
                  <a:lnTo>
                    <a:pt x="2071" y="8354"/>
                  </a:lnTo>
                  <a:lnTo>
                    <a:pt x="2071" y="8354"/>
                  </a:lnTo>
                  <a:lnTo>
                    <a:pt x="2168" y="8646"/>
                  </a:lnTo>
                  <a:lnTo>
                    <a:pt x="2266" y="8914"/>
                  </a:lnTo>
                  <a:lnTo>
                    <a:pt x="2387" y="9206"/>
                  </a:lnTo>
                  <a:lnTo>
                    <a:pt x="2533" y="9474"/>
                  </a:lnTo>
                  <a:lnTo>
                    <a:pt x="1632" y="10619"/>
                  </a:lnTo>
                  <a:lnTo>
                    <a:pt x="1632" y="10619"/>
                  </a:lnTo>
                  <a:lnTo>
                    <a:pt x="1559" y="10741"/>
                  </a:lnTo>
                  <a:lnTo>
                    <a:pt x="1511" y="10863"/>
                  </a:lnTo>
                  <a:lnTo>
                    <a:pt x="1486" y="10984"/>
                  </a:lnTo>
                  <a:lnTo>
                    <a:pt x="1486" y="11106"/>
                  </a:lnTo>
                  <a:lnTo>
                    <a:pt x="1511" y="11228"/>
                  </a:lnTo>
                  <a:lnTo>
                    <a:pt x="1559" y="11350"/>
                  </a:lnTo>
                  <a:lnTo>
                    <a:pt x="1608" y="11472"/>
                  </a:lnTo>
                  <a:lnTo>
                    <a:pt x="1705" y="11569"/>
                  </a:lnTo>
                  <a:lnTo>
                    <a:pt x="2387" y="12251"/>
                  </a:lnTo>
                  <a:lnTo>
                    <a:pt x="2387" y="12251"/>
                  </a:lnTo>
                  <a:lnTo>
                    <a:pt x="2485" y="12348"/>
                  </a:lnTo>
                  <a:lnTo>
                    <a:pt x="2582" y="12397"/>
                  </a:lnTo>
                  <a:lnTo>
                    <a:pt x="2728" y="12446"/>
                  </a:lnTo>
                  <a:lnTo>
                    <a:pt x="2850" y="12470"/>
                  </a:lnTo>
                  <a:lnTo>
                    <a:pt x="2972" y="12470"/>
                  </a:lnTo>
                  <a:lnTo>
                    <a:pt x="3094" y="12421"/>
                  </a:lnTo>
                  <a:lnTo>
                    <a:pt x="3215" y="12373"/>
                  </a:lnTo>
                  <a:lnTo>
                    <a:pt x="3337" y="12324"/>
                  </a:lnTo>
                  <a:lnTo>
                    <a:pt x="4482" y="11423"/>
                  </a:lnTo>
                  <a:lnTo>
                    <a:pt x="4482" y="11423"/>
                  </a:lnTo>
                  <a:lnTo>
                    <a:pt x="4750" y="11545"/>
                  </a:lnTo>
                  <a:lnTo>
                    <a:pt x="5018" y="11691"/>
                  </a:lnTo>
                  <a:lnTo>
                    <a:pt x="5310" y="11788"/>
                  </a:lnTo>
                  <a:lnTo>
                    <a:pt x="5602" y="11886"/>
                  </a:lnTo>
                  <a:lnTo>
                    <a:pt x="5773" y="13322"/>
                  </a:lnTo>
                  <a:lnTo>
                    <a:pt x="5773" y="13322"/>
                  </a:lnTo>
                  <a:lnTo>
                    <a:pt x="5797" y="13444"/>
                  </a:lnTo>
                  <a:lnTo>
                    <a:pt x="5846" y="13566"/>
                  </a:lnTo>
                  <a:lnTo>
                    <a:pt x="5919" y="13688"/>
                  </a:lnTo>
                  <a:lnTo>
                    <a:pt x="6016" y="13785"/>
                  </a:lnTo>
                  <a:lnTo>
                    <a:pt x="6114" y="13858"/>
                  </a:lnTo>
                  <a:lnTo>
                    <a:pt x="6235" y="13907"/>
                  </a:lnTo>
                  <a:lnTo>
                    <a:pt x="6357" y="13956"/>
                  </a:lnTo>
                  <a:lnTo>
                    <a:pt x="6479" y="13956"/>
                  </a:lnTo>
                  <a:lnTo>
                    <a:pt x="7453" y="13956"/>
                  </a:lnTo>
                  <a:lnTo>
                    <a:pt x="7453" y="13956"/>
                  </a:lnTo>
                  <a:lnTo>
                    <a:pt x="7575" y="13956"/>
                  </a:lnTo>
                  <a:lnTo>
                    <a:pt x="7721" y="13907"/>
                  </a:lnTo>
                  <a:lnTo>
                    <a:pt x="7818" y="13858"/>
                  </a:lnTo>
                  <a:lnTo>
                    <a:pt x="7940" y="13785"/>
                  </a:lnTo>
                  <a:lnTo>
                    <a:pt x="8013" y="13688"/>
                  </a:lnTo>
                  <a:lnTo>
                    <a:pt x="8086" y="13566"/>
                  </a:lnTo>
                  <a:lnTo>
                    <a:pt x="8135" y="13444"/>
                  </a:lnTo>
                  <a:lnTo>
                    <a:pt x="8159" y="13322"/>
                  </a:lnTo>
                  <a:lnTo>
                    <a:pt x="8330" y="11886"/>
                  </a:lnTo>
                  <a:lnTo>
                    <a:pt x="8330" y="11886"/>
                  </a:lnTo>
                  <a:lnTo>
                    <a:pt x="8622" y="11788"/>
                  </a:lnTo>
                  <a:lnTo>
                    <a:pt x="8914" y="11691"/>
                  </a:lnTo>
                  <a:lnTo>
                    <a:pt x="9207" y="11545"/>
                  </a:lnTo>
                  <a:lnTo>
                    <a:pt x="9475" y="11423"/>
                  </a:lnTo>
                  <a:lnTo>
                    <a:pt x="10619" y="12324"/>
                  </a:lnTo>
                  <a:lnTo>
                    <a:pt x="10619" y="12324"/>
                  </a:lnTo>
                  <a:lnTo>
                    <a:pt x="10717" y="12373"/>
                  </a:lnTo>
                  <a:lnTo>
                    <a:pt x="10838" y="12421"/>
                  </a:lnTo>
                  <a:lnTo>
                    <a:pt x="10960" y="12470"/>
                  </a:lnTo>
                  <a:lnTo>
                    <a:pt x="11106" y="12470"/>
                  </a:lnTo>
                  <a:lnTo>
                    <a:pt x="11228" y="12446"/>
                  </a:lnTo>
                  <a:lnTo>
                    <a:pt x="11350" y="12397"/>
                  </a:lnTo>
                  <a:lnTo>
                    <a:pt x="11472" y="12348"/>
                  </a:lnTo>
                  <a:lnTo>
                    <a:pt x="11569" y="12251"/>
                  </a:lnTo>
                  <a:lnTo>
                    <a:pt x="12251" y="11569"/>
                  </a:lnTo>
                  <a:lnTo>
                    <a:pt x="12251" y="11569"/>
                  </a:lnTo>
                  <a:lnTo>
                    <a:pt x="12324" y="11472"/>
                  </a:lnTo>
                  <a:lnTo>
                    <a:pt x="12397" y="11350"/>
                  </a:lnTo>
                  <a:lnTo>
                    <a:pt x="12422" y="11228"/>
                  </a:lnTo>
                  <a:lnTo>
                    <a:pt x="12446" y="11106"/>
                  </a:lnTo>
                  <a:lnTo>
                    <a:pt x="12446" y="10984"/>
                  </a:lnTo>
                  <a:lnTo>
                    <a:pt x="12422" y="10863"/>
                  </a:lnTo>
                  <a:lnTo>
                    <a:pt x="12373" y="10741"/>
                  </a:lnTo>
                  <a:lnTo>
                    <a:pt x="12300" y="10619"/>
                  </a:lnTo>
                  <a:lnTo>
                    <a:pt x="11399" y="9474"/>
                  </a:lnTo>
                  <a:lnTo>
                    <a:pt x="11399" y="9474"/>
                  </a:lnTo>
                  <a:lnTo>
                    <a:pt x="11545" y="9206"/>
                  </a:lnTo>
                  <a:lnTo>
                    <a:pt x="11667" y="8914"/>
                  </a:lnTo>
                  <a:lnTo>
                    <a:pt x="11788" y="8646"/>
                  </a:lnTo>
                  <a:lnTo>
                    <a:pt x="11861" y="8354"/>
                  </a:lnTo>
                  <a:lnTo>
                    <a:pt x="13323" y="8184"/>
                  </a:lnTo>
                  <a:lnTo>
                    <a:pt x="13323" y="8184"/>
                  </a:lnTo>
                  <a:lnTo>
                    <a:pt x="13444" y="8159"/>
                  </a:lnTo>
                  <a:lnTo>
                    <a:pt x="13566" y="8111"/>
                  </a:lnTo>
                  <a:lnTo>
                    <a:pt x="13664" y="8037"/>
                  </a:lnTo>
                  <a:lnTo>
                    <a:pt x="13761" y="7940"/>
                  </a:lnTo>
                  <a:lnTo>
                    <a:pt x="13834" y="7843"/>
                  </a:lnTo>
                  <a:lnTo>
                    <a:pt x="13907" y="7721"/>
                  </a:lnTo>
                  <a:lnTo>
                    <a:pt x="13932" y="7599"/>
                  </a:lnTo>
                  <a:lnTo>
                    <a:pt x="13956" y="7453"/>
                  </a:lnTo>
                  <a:lnTo>
                    <a:pt x="13956" y="6503"/>
                  </a:lnTo>
                  <a:lnTo>
                    <a:pt x="13956" y="6503"/>
                  </a:lnTo>
                  <a:lnTo>
                    <a:pt x="13932" y="6381"/>
                  </a:lnTo>
                  <a:lnTo>
                    <a:pt x="13907" y="6235"/>
                  </a:lnTo>
                  <a:lnTo>
                    <a:pt x="13834" y="6138"/>
                  </a:lnTo>
                  <a:lnTo>
                    <a:pt x="13761" y="6016"/>
                  </a:lnTo>
                  <a:lnTo>
                    <a:pt x="13664" y="5943"/>
                  </a:lnTo>
                  <a:lnTo>
                    <a:pt x="13566" y="5870"/>
                  </a:lnTo>
                  <a:lnTo>
                    <a:pt x="13444" y="5821"/>
                  </a:lnTo>
                  <a:lnTo>
                    <a:pt x="13323" y="5772"/>
                  </a:lnTo>
                  <a:lnTo>
                    <a:pt x="13323" y="5772"/>
                  </a:lnTo>
                  <a:close/>
                  <a:moveTo>
                    <a:pt x="8573" y="8598"/>
                  </a:moveTo>
                  <a:lnTo>
                    <a:pt x="8573" y="8598"/>
                  </a:lnTo>
                  <a:lnTo>
                    <a:pt x="8403" y="8744"/>
                  </a:lnTo>
                  <a:lnTo>
                    <a:pt x="8232" y="8890"/>
                  </a:lnTo>
                  <a:lnTo>
                    <a:pt x="8038" y="8987"/>
                  </a:lnTo>
                  <a:lnTo>
                    <a:pt x="7818" y="9085"/>
                  </a:lnTo>
                  <a:lnTo>
                    <a:pt x="7624" y="9158"/>
                  </a:lnTo>
                  <a:lnTo>
                    <a:pt x="7404" y="9206"/>
                  </a:lnTo>
                  <a:lnTo>
                    <a:pt x="7185" y="9231"/>
                  </a:lnTo>
                  <a:lnTo>
                    <a:pt x="6966" y="9255"/>
                  </a:lnTo>
                  <a:lnTo>
                    <a:pt x="6747" y="9231"/>
                  </a:lnTo>
                  <a:lnTo>
                    <a:pt x="6528" y="9206"/>
                  </a:lnTo>
                  <a:lnTo>
                    <a:pt x="6333" y="9158"/>
                  </a:lnTo>
                  <a:lnTo>
                    <a:pt x="6114" y="9085"/>
                  </a:lnTo>
                  <a:lnTo>
                    <a:pt x="5919" y="8987"/>
                  </a:lnTo>
                  <a:lnTo>
                    <a:pt x="5724" y="8890"/>
                  </a:lnTo>
                  <a:lnTo>
                    <a:pt x="5529" y="8744"/>
                  </a:lnTo>
                  <a:lnTo>
                    <a:pt x="5359" y="8598"/>
                  </a:lnTo>
                  <a:lnTo>
                    <a:pt x="5359" y="8598"/>
                  </a:lnTo>
                  <a:lnTo>
                    <a:pt x="5212" y="8427"/>
                  </a:lnTo>
                  <a:lnTo>
                    <a:pt x="5066" y="8232"/>
                  </a:lnTo>
                  <a:lnTo>
                    <a:pt x="4969" y="8037"/>
                  </a:lnTo>
                  <a:lnTo>
                    <a:pt x="4871" y="7843"/>
                  </a:lnTo>
                  <a:lnTo>
                    <a:pt x="4798" y="7623"/>
                  </a:lnTo>
                  <a:lnTo>
                    <a:pt x="4750" y="7404"/>
                  </a:lnTo>
                  <a:lnTo>
                    <a:pt x="4701" y="7209"/>
                  </a:lnTo>
                  <a:lnTo>
                    <a:pt x="4701" y="6990"/>
                  </a:lnTo>
                  <a:lnTo>
                    <a:pt x="4701" y="6771"/>
                  </a:lnTo>
                  <a:lnTo>
                    <a:pt x="4750" y="6552"/>
                  </a:lnTo>
                  <a:lnTo>
                    <a:pt x="4798" y="6333"/>
                  </a:lnTo>
                  <a:lnTo>
                    <a:pt x="4871" y="6138"/>
                  </a:lnTo>
                  <a:lnTo>
                    <a:pt x="4969" y="5919"/>
                  </a:lnTo>
                  <a:lnTo>
                    <a:pt x="5066" y="5724"/>
                  </a:lnTo>
                  <a:lnTo>
                    <a:pt x="5212" y="5553"/>
                  </a:lnTo>
                  <a:lnTo>
                    <a:pt x="5359" y="5383"/>
                  </a:lnTo>
                  <a:lnTo>
                    <a:pt x="5359" y="5383"/>
                  </a:lnTo>
                  <a:lnTo>
                    <a:pt x="5529" y="5212"/>
                  </a:lnTo>
                  <a:lnTo>
                    <a:pt x="5724" y="5091"/>
                  </a:lnTo>
                  <a:lnTo>
                    <a:pt x="5919" y="4969"/>
                  </a:lnTo>
                  <a:lnTo>
                    <a:pt x="6114" y="4871"/>
                  </a:lnTo>
                  <a:lnTo>
                    <a:pt x="6333" y="4798"/>
                  </a:lnTo>
                  <a:lnTo>
                    <a:pt x="6528" y="4750"/>
                  </a:lnTo>
                  <a:lnTo>
                    <a:pt x="6747" y="4725"/>
                  </a:lnTo>
                  <a:lnTo>
                    <a:pt x="6966" y="4701"/>
                  </a:lnTo>
                  <a:lnTo>
                    <a:pt x="7185" y="4725"/>
                  </a:lnTo>
                  <a:lnTo>
                    <a:pt x="7404" y="4750"/>
                  </a:lnTo>
                  <a:lnTo>
                    <a:pt x="7624" y="4798"/>
                  </a:lnTo>
                  <a:lnTo>
                    <a:pt x="7818" y="4871"/>
                  </a:lnTo>
                  <a:lnTo>
                    <a:pt x="8038" y="4969"/>
                  </a:lnTo>
                  <a:lnTo>
                    <a:pt x="8232" y="5091"/>
                  </a:lnTo>
                  <a:lnTo>
                    <a:pt x="8403" y="5212"/>
                  </a:lnTo>
                  <a:lnTo>
                    <a:pt x="8573" y="5383"/>
                  </a:lnTo>
                  <a:lnTo>
                    <a:pt x="8573" y="5383"/>
                  </a:lnTo>
                  <a:lnTo>
                    <a:pt x="8744" y="5553"/>
                  </a:lnTo>
                  <a:lnTo>
                    <a:pt x="8866" y="5724"/>
                  </a:lnTo>
                  <a:lnTo>
                    <a:pt x="8987" y="5919"/>
                  </a:lnTo>
                  <a:lnTo>
                    <a:pt x="9085" y="6138"/>
                  </a:lnTo>
                  <a:lnTo>
                    <a:pt x="9158" y="6333"/>
                  </a:lnTo>
                  <a:lnTo>
                    <a:pt x="9207" y="6552"/>
                  </a:lnTo>
                  <a:lnTo>
                    <a:pt x="9231" y="6771"/>
                  </a:lnTo>
                  <a:lnTo>
                    <a:pt x="9231" y="6990"/>
                  </a:lnTo>
                  <a:lnTo>
                    <a:pt x="9231" y="7209"/>
                  </a:lnTo>
                  <a:lnTo>
                    <a:pt x="9207" y="7404"/>
                  </a:lnTo>
                  <a:lnTo>
                    <a:pt x="9158" y="7623"/>
                  </a:lnTo>
                  <a:lnTo>
                    <a:pt x="9085" y="7843"/>
                  </a:lnTo>
                  <a:lnTo>
                    <a:pt x="8987" y="8037"/>
                  </a:lnTo>
                  <a:lnTo>
                    <a:pt x="8866" y="8232"/>
                  </a:lnTo>
                  <a:lnTo>
                    <a:pt x="8744" y="8427"/>
                  </a:lnTo>
                  <a:lnTo>
                    <a:pt x="8573" y="8598"/>
                  </a:lnTo>
                  <a:lnTo>
                    <a:pt x="8573" y="8598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" name="Google Shape;396;p34"/>
            <p:cNvSpPr/>
            <p:nvPr/>
          </p:nvSpPr>
          <p:spPr>
            <a:xfrm>
              <a:off x="5566575" y="3265260"/>
              <a:ext cx="198525" cy="198525"/>
            </a:xfrm>
            <a:custGeom>
              <a:avLst/>
              <a:gdLst/>
              <a:ahLst/>
              <a:cxnLst/>
              <a:rect l="l" t="t" r="r" b="b"/>
              <a:pathLst>
                <a:path w="7941" h="7941" fill="none" extrusionOk="0">
                  <a:moveTo>
                    <a:pt x="7258" y="2144"/>
                  </a:moveTo>
                  <a:lnTo>
                    <a:pt x="6138" y="2388"/>
                  </a:lnTo>
                  <a:lnTo>
                    <a:pt x="6138" y="2388"/>
                  </a:lnTo>
                  <a:lnTo>
                    <a:pt x="6016" y="2217"/>
                  </a:lnTo>
                  <a:lnTo>
                    <a:pt x="5870" y="2071"/>
                  </a:lnTo>
                  <a:lnTo>
                    <a:pt x="6260" y="975"/>
                  </a:lnTo>
                  <a:lnTo>
                    <a:pt x="6260" y="975"/>
                  </a:lnTo>
                  <a:lnTo>
                    <a:pt x="6284" y="902"/>
                  </a:lnTo>
                  <a:lnTo>
                    <a:pt x="6284" y="829"/>
                  </a:lnTo>
                  <a:lnTo>
                    <a:pt x="6260" y="683"/>
                  </a:lnTo>
                  <a:lnTo>
                    <a:pt x="6162" y="561"/>
                  </a:lnTo>
                  <a:lnTo>
                    <a:pt x="6114" y="488"/>
                  </a:lnTo>
                  <a:lnTo>
                    <a:pt x="6065" y="464"/>
                  </a:lnTo>
                  <a:lnTo>
                    <a:pt x="5553" y="196"/>
                  </a:lnTo>
                  <a:lnTo>
                    <a:pt x="5553" y="196"/>
                  </a:lnTo>
                  <a:lnTo>
                    <a:pt x="5480" y="171"/>
                  </a:lnTo>
                  <a:lnTo>
                    <a:pt x="5407" y="171"/>
                  </a:lnTo>
                  <a:lnTo>
                    <a:pt x="5261" y="171"/>
                  </a:lnTo>
                  <a:lnTo>
                    <a:pt x="5115" y="244"/>
                  </a:lnTo>
                  <a:lnTo>
                    <a:pt x="5066" y="293"/>
                  </a:lnTo>
                  <a:lnTo>
                    <a:pt x="5018" y="342"/>
                  </a:lnTo>
                  <a:lnTo>
                    <a:pt x="4384" y="1316"/>
                  </a:lnTo>
                  <a:lnTo>
                    <a:pt x="4384" y="1316"/>
                  </a:lnTo>
                  <a:lnTo>
                    <a:pt x="4165" y="1292"/>
                  </a:lnTo>
                  <a:lnTo>
                    <a:pt x="3970" y="1292"/>
                  </a:lnTo>
                  <a:lnTo>
                    <a:pt x="3483" y="244"/>
                  </a:lnTo>
                  <a:lnTo>
                    <a:pt x="3483" y="244"/>
                  </a:lnTo>
                  <a:lnTo>
                    <a:pt x="3435" y="171"/>
                  </a:lnTo>
                  <a:lnTo>
                    <a:pt x="3386" y="123"/>
                  </a:lnTo>
                  <a:lnTo>
                    <a:pt x="3264" y="50"/>
                  </a:lnTo>
                  <a:lnTo>
                    <a:pt x="3118" y="1"/>
                  </a:lnTo>
                  <a:lnTo>
                    <a:pt x="3045" y="1"/>
                  </a:lnTo>
                  <a:lnTo>
                    <a:pt x="2972" y="25"/>
                  </a:lnTo>
                  <a:lnTo>
                    <a:pt x="2436" y="196"/>
                  </a:lnTo>
                  <a:lnTo>
                    <a:pt x="2436" y="196"/>
                  </a:lnTo>
                  <a:lnTo>
                    <a:pt x="2363" y="220"/>
                  </a:lnTo>
                  <a:lnTo>
                    <a:pt x="2290" y="269"/>
                  </a:lnTo>
                  <a:lnTo>
                    <a:pt x="2192" y="391"/>
                  </a:lnTo>
                  <a:lnTo>
                    <a:pt x="2144" y="537"/>
                  </a:lnTo>
                  <a:lnTo>
                    <a:pt x="2144" y="610"/>
                  </a:lnTo>
                  <a:lnTo>
                    <a:pt x="2144" y="683"/>
                  </a:lnTo>
                  <a:lnTo>
                    <a:pt x="2387" y="1828"/>
                  </a:lnTo>
                  <a:lnTo>
                    <a:pt x="2387" y="1828"/>
                  </a:lnTo>
                  <a:lnTo>
                    <a:pt x="2217" y="1949"/>
                  </a:lnTo>
                  <a:lnTo>
                    <a:pt x="2071" y="2095"/>
                  </a:lnTo>
                  <a:lnTo>
                    <a:pt x="999" y="1681"/>
                  </a:lnTo>
                  <a:lnTo>
                    <a:pt x="999" y="1681"/>
                  </a:lnTo>
                  <a:lnTo>
                    <a:pt x="926" y="1681"/>
                  </a:lnTo>
                  <a:lnTo>
                    <a:pt x="829" y="1657"/>
                  </a:lnTo>
                  <a:lnTo>
                    <a:pt x="682" y="1706"/>
                  </a:lnTo>
                  <a:lnTo>
                    <a:pt x="561" y="1779"/>
                  </a:lnTo>
                  <a:lnTo>
                    <a:pt x="512" y="1828"/>
                  </a:lnTo>
                  <a:lnTo>
                    <a:pt x="463" y="1901"/>
                  </a:lnTo>
                  <a:lnTo>
                    <a:pt x="220" y="2388"/>
                  </a:lnTo>
                  <a:lnTo>
                    <a:pt x="220" y="2388"/>
                  </a:lnTo>
                  <a:lnTo>
                    <a:pt x="195" y="2461"/>
                  </a:lnTo>
                  <a:lnTo>
                    <a:pt x="171" y="2534"/>
                  </a:lnTo>
                  <a:lnTo>
                    <a:pt x="195" y="2704"/>
                  </a:lnTo>
                  <a:lnTo>
                    <a:pt x="244" y="2826"/>
                  </a:lnTo>
                  <a:lnTo>
                    <a:pt x="293" y="2899"/>
                  </a:lnTo>
                  <a:lnTo>
                    <a:pt x="366" y="2948"/>
                  </a:lnTo>
                  <a:lnTo>
                    <a:pt x="1340" y="3581"/>
                  </a:lnTo>
                  <a:lnTo>
                    <a:pt x="1340" y="3581"/>
                  </a:lnTo>
                  <a:lnTo>
                    <a:pt x="1316" y="3776"/>
                  </a:lnTo>
                  <a:lnTo>
                    <a:pt x="1291" y="3995"/>
                  </a:lnTo>
                  <a:lnTo>
                    <a:pt x="244" y="4482"/>
                  </a:lnTo>
                  <a:lnTo>
                    <a:pt x="244" y="4482"/>
                  </a:lnTo>
                  <a:lnTo>
                    <a:pt x="195" y="4507"/>
                  </a:lnTo>
                  <a:lnTo>
                    <a:pt x="122" y="4555"/>
                  </a:lnTo>
                  <a:lnTo>
                    <a:pt x="49" y="4701"/>
                  </a:lnTo>
                  <a:lnTo>
                    <a:pt x="0" y="4848"/>
                  </a:lnTo>
                  <a:lnTo>
                    <a:pt x="25" y="4921"/>
                  </a:lnTo>
                  <a:lnTo>
                    <a:pt x="25" y="4994"/>
                  </a:lnTo>
                  <a:lnTo>
                    <a:pt x="220" y="5530"/>
                  </a:lnTo>
                  <a:lnTo>
                    <a:pt x="220" y="5530"/>
                  </a:lnTo>
                  <a:lnTo>
                    <a:pt x="244" y="5578"/>
                  </a:lnTo>
                  <a:lnTo>
                    <a:pt x="293" y="5651"/>
                  </a:lnTo>
                  <a:lnTo>
                    <a:pt x="390" y="5749"/>
                  </a:lnTo>
                  <a:lnTo>
                    <a:pt x="536" y="5797"/>
                  </a:lnTo>
                  <a:lnTo>
                    <a:pt x="609" y="5797"/>
                  </a:lnTo>
                  <a:lnTo>
                    <a:pt x="682" y="5797"/>
                  </a:lnTo>
                  <a:lnTo>
                    <a:pt x="1827" y="5554"/>
                  </a:lnTo>
                  <a:lnTo>
                    <a:pt x="1827" y="5554"/>
                  </a:lnTo>
                  <a:lnTo>
                    <a:pt x="1949" y="5724"/>
                  </a:lnTo>
                  <a:lnTo>
                    <a:pt x="2095" y="5870"/>
                  </a:lnTo>
                  <a:lnTo>
                    <a:pt x="1705" y="6966"/>
                  </a:lnTo>
                  <a:lnTo>
                    <a:pt x="1705" y="6966"/>
                  </a:lnTo>
                  <a:lnTo>
                    <a:pt x="1681" y="7040"/>
                  </a:lnTo>
                  <a:lnTo>
                    <a:pt x="1681" y="7113"/>
                  </a:lnTo>
                  <a:lnTo>
                    <a:pt x="1705" y="7259"/>
                  </a:lnTo>
                  <a:lnTo>
                    <a:pt x="1778" y="7380"/>
                  </a:lnTo>
                  <a:lnTo>
                    <a:pt x="1851" y="7429"/>
                  </a:lnTo>
                  <a:lnTo>
                    <a:pt x="1900" y="7478"/>
                  </a:lnTo>
                  <a:lnTo>
                    <a:pt x="2412" y="7721"/>
                  </a:lnTo>
                  <a:lnTo>
                    <a:pt x="2412" y="7721"/>
                  </a:lnTo>
                  <a:lnTo>
                    <a:pt x="2485" y="7770"/>
                  </a:lnTo>
                  <a:lnTo>
                    <a:pt x="2558" y="7770"/>
                  </a:lnTo>
                  <a:lnTo>
                    <a:pt x="2704" y="7770"/>
                  </a:lnTo>
                  <a:lnTo>
                    <a:pt x="2850" y="7697"/>
                  </a:lnTo>
                  <a:lnTo>
                    <a:pt x="2899" y="7648"/>
                  </a:lnTo>
                  <a:lnTo>
                    <a:pt x="2947" y="7600"/>
                  </a:lnTo>
                  <a:lnTo>
                    <a:pt x="3581" y="6625"/>
                  </a:lnTo>
                  <a:lnTo>
                    <a:pt x="3581" y="6625"/>
                  </a:lnTo>
                  <a:lnTo>
                    <a:pt x="3800" y="6650"/>
                  </a:lnTo>
                  <a:lnTo>
                    <a:pt x="3995" y="6650"/>
                  </a:lnTo>
                  <a:lnTo>
                    <a:pt x="4482" y="7697"/>
                  </a:lnTo>
                  <a:lnTo>
                    <a:pt x="4482" y="7697"/>
                  </a:lnTo>
                  <a:lnTo>
                    <a:pt x="4531" y="7770"/>
                  </a:lnTo>
                  <a:lnTo>
                    <a:pt x="4579" y="7819"/>
                  </a:lnTo>
                  <a:lnTo>
                    <a:pt x="4701" y="7892"/>
                  </a:lnTo>
                  <a:lnTo>
                    <a:pt x="4847" y="7941"/>
                  </a:lnTo>
                  <a:lnTo>
                    <a:pt x="4920" y="7941"/>
                  </a:lnTo>
                  <a:lnTo>
                    <a:pt x="4993" y="7916"/>
                  </a:lnTo>
                  <a:lnTo>
                    <a:pt x="5529" y="7746"/>
                  </a:lnTo>
                  <a:lnTo>
                    <a:pt x="5529" y="7746"/>
                  </a:lnTo>
                  <a:lnTo>
                    <a:pt x="5602" y="7721"/>
                  </a:lnTo>
                  <a:lnTo>
                    <a:pt x="5651" y="7673"/>
                  </a:lnTo>
                  <a:lnTo>
                    <a:pt x="5748" y="7551"/>
                  </a:lnTo>
                  <a:lnTo>
                    <a:pt x="5821" y="7405"/>
                  </a:lnTo>
                  <a:lnTo>
                    <a:pt x="5821" y="7332"/>
                  </a:lnTo>
                  <a:lnTo>
                    <a:pt x="5821" y="7259"/>
                  </a:lnTo>
                  <a:lnTo>
                    <a:pt x="5578" y="6114"/>
                  </a:lnTo>
                  <a:lnTo>
                    <a:pt x="5578" y="6114"/>
                  </a:lnTo>
                  <a:lnTo>
                    <a:pt x="5724" y="5992"/>
                  </a:lnTo>
                  <a:lnTo>
                    <a:pt x="5894" y="5846"/>
                  </a:lnTo>
                  <a:lnTo>
                    <a:pt x="6966" y="6260"/>
                  </a:lnTo>
                  <a:lnTo>
                    <a:pt x="6966" y="6260"/>
                  </a:lnTo>
                  <a:lnTo>
                    <a:pt x="7039" y="6260"/>
                  </a:lnTo>
                  <a:lnTo>
                    <a:pt x="7112" y="6285"/>
                  </a:lnTo>
                  <a:lnTo>
                    <a:pt x="7258" y="6236"/>
                  </a:lnTo>
                  <a:lnTo>
                    <a:pt x="7404" y="6163"/>
                  </a:lnTo>
                  <a:lnTo>
                    <a:pt x="7453" y="6114"/>
                  </a:lnTo>
                  <a:lnTo>
                    <a:pt x="7502" y="6041"/>
                  </a:lnTo>
                  <a:lnTo>
                    <a:pt x="7745" y="5530"/>
                  </a:lnTo>
                  <a:lnTo>
                    <a:pt x="7745" y="5530"/>
                  </a:lnTo>
                  <a:lnTo>
                    <a:pt x="7770" y="5481"/>
                  </a:lnTo>
                  <a:lnTo>
                    <a:pt x="7794" y="5383"/>
                  </a:lnTo>
                  <a:lnTo>
                    <a:pt x="7770" y="5237"/>
                  </a:lnTo>
                  <a:lnTo>
                    <a:pt x="7697" y="5115"/>
                  </a:lnTo>
                  <a:lnTo>
                    <a:pt x="7648" y="5042"/>
                  </a:lnTo>
                  <a:lnTo>
                    <a:pt x="7599" y="4994"/>
                  </a:lnTo>
                  <a:lnTo>
                    <a:pt x="6625" y="4360"/>
                  </a:lnTo>
                  <a:lnTo>
                    <a:pt x="6625" y="4360"/>
                  </a:lnTo>
                  <a:lnTo>
                    <a:pt x="6649" y="4166"/>
                  </a:lnTo>
                  <a:lnTo>
                    <a:pt x="6649" y="3946"/>
                  </a:lnTo>
                  <a:lnTo>
                    <a:pt x="7697" y="3459"/>
                  </a:lnTo>
                  <a:lnTo>
                    <a:pt x="7697" y="3459"/>
                  </a:lnTo>
                  <a:lnTo>
                    <a:pt x="7770" y="3435"/>
                  </a:lnTo>
                  <a:lnTo>
                    <a:pt x="7843" y="3386"/>
                  </a:lnTo>
                  <a:lnTo>
                    <a:pt x="7916" y="3240"/>
                  </a:lnTo>
                  <a:lnTo>
                    <a:pt x="7940" y="3094"/>
                  </a:lnTo>
                  <a:lnTo>
                    <a:pt x="7940" y="3021"/>
                  </a:lnTo>
                  <a:lnTo>
                    <a:pt x="7940" y="2948"/>
                  </a:lnTo>
                  <a:lnTo>
                    <a:pt x="7745" y="2412"/>
                  </a:lnTo>
                  <a:lnTo>
                    <a:pt x="7745" y="2412"/>
                  </a:lnTo>
                  <a:lnTo>
                    <a:pt x="7721" y="2339"/>
                  </a:lnTo>
                  <a:lnTo>
                    <a:pt x="7672" y="2290"/>
                  </a:lnTo>
                  <a:lnTo>
                    <a:pt x="7551" y="2193"/>
                  </a:lnTo>
                  <a:lnTo>
                    <a:pt x="7429" y="2144"/>
                  </a:lnTo>
                  <a:lnTo>
                    <a:pt x="7356" y="2144"/>
                  </a:lnTo>
                  <a:lnTo>
                    <a:pt x="7258" y="2144"/>
                  </a:lnTo>
                  <a:lnTo>
                    <a:pt x="7258" y="2144"/>
                  </a:lnTo>
                  <a:close/>
                  <a:moveTo>
                    <a:pt x="5480" y="4726"/>
                  </a:moveTo>
                  <a:lnTo>
                    <a:pt x="5480" y="4726"/>
                  </a:lnTo>
                  <a:lnTo>
                    <a:pt x="5383" y="4872"/>
                  </a:lnTo>
                  <a:lnTo>
                    <a:pt x="5286" y="4994"/>
                  </a:lnTo>
                  <a:lnTo>
                    <a:pt x="5188" y="5140"/>
                  </a:lnTo>
                  <a:lnTo>
                    <a:pt x="5066" y="5237"/>
                  </a:lnTo>
                  <a:lnTo>
                    <a:pt x="4945" y="5335"/>
                  </a:lnTo>
                  <a:lnTo>
                    <a:pt x="4798" y="5432"/>
                  </a:lnTo>
                  <a:lnTo>
                    <a:pt x="4652" y="5505"/>
                  </a:lnTo>
                  <a:lnTo>
                    <a:pt x="4506" y="5554"/>
                  </a:lnTo>
                  <a:lnTo>
                    <a:pt x="4360" y="5603"/>
                  </a:lnTo>
                  <a:lnTo>
                    <a:pt x="4190" y="5627"/>
                  </a:lnTo>
                  <a:lnTo>
                    <a:pt x="4043" y="5651"/>
                  </a:lnTo>
                  <a:lnTo>
                    <a:pt x="3873" y="5627"/>
                  </a:lnTo>
                  <a:lnTo>
                    <a:pt x="3702" y="5627"/>
                  </a:lnTo>
                  <a:lnTo>
                    <a:pt x="3556" y="5578"/>
                  </a:lnTo>
                  <a:lnTo>
                    <a:pt x="3386" y="5530"/>
                  </a:lnTo>
                  <a:lnTo>
                    <a:pt x="3240" y="5456"/>
                  </a:lnTo>
                  <a:lnTo>
                    <a:pt x="3240" y="5456"/>
                  </a:lnTo>
                  <a:lnTo>
                    <a:pt x="3094" y="5383"/>
                  </a:lnTo>
                  <a:lnTo>
                    <a:pt x="2947" y="5286"/>
                  </a:lnTo>
                  <a:lnTo>
                    <a:pt x="2826" y="5164"/>
                  </a:lnTo>
                  <a:lnTo>
                    <a:pt x="2704" y="5067"/>
                  </a:lnTo>
                  <a:lnTo>
                    <a:pt x="2606" y="4921"/>
                  </a:lnTo>
                  <a:lnTo>
                    <a:pt x="2533" y="4799"/>
                  </a:lnTo>
                  <a:lnTo>
                    <a:pt x="2460" y="4653"/>
                  </a:lnTo>
                  <a:lnTo>
                    <a:pt x="2387" y="4507"/>
                  </a:lnTo>
                  <a:lnTo>
                    <a:pt x="2363" y="4336"/>
                  </a:lnTo>
                  <a:lnTo>
                    <a:pt x="2314" y="4190"/>
                  </a:lnTo>
                  <a:lnTo>
                    <a:pt x="2314" y="4020"/>
                  </a:lnTo>
                  <a:lnTo>
                    <a:pt x="2314" y="3873"/>
                  </a:lnTo>
                  <a:lnTo>
                    <a:pt x="2339" y="3703"/>
                  </a:lnTo>
                  <a:lnTo>
                    <a:pt x="2363" y="3532"/>
                  </a:lnTo>
                  <a:lnTo>
                    <a:pt x="2412" y="3386"/>
                  </a:lnTo>
                  <a:lnTo>
                    <a:pt x="2485" y="3216"/>
                  </a:lnTo>
                  <a:lnTo>
                    <a:pt x="2485" y="3216"/>
                  </a:lnTo>
                  <a:lnTo>
                    <a:pt x="2582" y="3070"/>
                  </a:lnTo>
                  <a:lnTo>
                    <a:pt x="2680" y="2948"/>
                  </a:lnTo>
                  <a:lnTo>
                    <a:pt x="2777" y="2802"/>
                  </a:lnTo>
                  <a:lnTo>
                    <a:pt x="2899" y="2704"/>
                  </a:lnTo>
                  <a:lnTo>
                    <a:pt x="3020" y="2607"/>
                  </a:lnTo>
                  <a:lnTo>
                    <a:pt x="3167" y="2509"/>
                  </a:lnTo>
                  <a:lnTo>
                    <a:pt x="3313" y="2436"/>
                  </a:lnTo>
                  <a:lnTo>
                    <a:pt x="3459" y="2388"/>
                  </a:lnTo>
                  <a:lnTo>
                    <a:pt x="3605" y="2339"/>
                  </a:lnTo>
                  <a:lnTo>
                    <a:pt x="3775" y="2315"/>
                  </a:lnTo>
                  <a:lnTo>
                    <a:pt x="3922" y="2290"/>
                  </a:lnTo>
                  <a:lnTo>
                    <a:pt x="4092" y="2315"/>
                  </a:lnTo>
                  <a:lnTo>
                    <a:pt x="4263" y="2315"/>
                  </a:lnTo>
                  <a:lnTo>
                    <a:pt x="4409" y="2363"/>
                  </a:lnTo>
                  <a:lnTo>
                    <a:pt x="4579" y="2412"/>
                  </a:lnTo>
                  <a:lnTo>
                    <a:pt x="4725" y="2485"/>
                  </a:lnTo>
                  <a:lnTo>
                    <a:pt x="4725" y="2485"/>
                  </a:lnTo>
                  <a:lnTo>
                    <a:pt x="4871" y="2558"/>
                  </a:lnTo>
                  <a:lnTo>
                    <a:pt x="5018" y="2656"/>
                  </a:lnTo>
                  <a:lnTo>
                    <a:pt x="5139" y="2777"/>
                  </a:lnTo>
                  <a:lnTo>
                    <a:pt x="5261" y="2875"/>
                  </a:lnTo>
                  <a:lnTo>
                    <a:pt x="5359" y="3021"/>
                  </a:lnTo>
                  <a:lnTo>
                    <a:pt x="5432" y="3143"/>
                  </a:lnTo>
                  <a:lnTo>
                    <a:pt x="5505" y="3289"/>
                  </a:lnTo>
                  <a:lnTo>
                    <a:pt x="5578" y="3435"/>
                  </a:lnTo>
                  <a:lnTo>
                    <a:pt x="5602" y="3605"/>
                  </a:lnTo>
                  <a:lnTo>
                    <a:pt x="5626" y="3752"/>
                  </a:lnTo>
                  <a:lnTo>
                    <a:pt x="5651" y="3922"/>
                  </a:lnTo>
                  <a:lnTo>
                    <a:pt x="5651" y="4068"/>
                  </a:lnTo>
                  <a:lnTo>
                    <a:pt x="5626" y="4239"/>
                  </a:lnTo>
                  <a:lnTo>
                    <a:pt x="5602" y="4409"/>
                  </a:lnTo>
                  <a:lnTo>
                    <a:pt x="5553" y="4555"/>
                  </a:lnTo>
                  <a:lnTo>
                    <a:pt x="5480" y="4726"/>
                  </a:lnTo>
                  <a:lnTo>
                    <a:pt x="5480" y="4726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97" name="Google Shape;397;p34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0053424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5"/>
          <p:cNvSpPr txBox="1">
            <a:spLocks noGrp="1"/>
          </p:cNvSpPr>
          <p:nvPr>
            <p:ph type="ctrTitle"/>
          </p:nvPr>
        </p:nvSpPr>
        <p:spPr>
          <a:xfrm>
            <a:off x="2022225" y="1693523"/>
            <a:ext cx="3787800" cy="1159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교육과정에서의 </a:t>
            </a:r>
            <a:r>
              <a:rPr lang="en-US" dirty="0"/>
              <a:t>Git</a:t>
            </a:r>
            <a:endParaRPr dirty="0"/>
          </a:p>
        </p:txBody>
      </p:sp>
      <p:sp>
        <p:nvSpPr>
          <p:cNvPr id="112" name="Google Shape;112;p15"/>
          <p:cNvSpPr txBox="1"/>
          <p:nvPr/>
        </p:nvSpPr>
        <p:spPr>
          <a:xfrm>
            <a:off x="1133975" y="2291150"/>
            <a:ext cx="543900" cy="56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rPr>
              <a:t>4</a:t>
            </a:r>
            <a:endParaRPr sz="2400" dirty="0">
              <a:latin typeface="Lora"/>
              <a:ea typeface="Lora"/>
              <a:cs typeface="Lora"/>
              <a:sym typeface="Lora"/>
            </a:endParaRPr>
          </a:p>
        </p:txBody>
      </p:sp>
      <p:sp>
        <p:nvSpPr>
          <p:cNvPr id="113" name="Google Shape;113;p15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86248229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34"/>
          <p:cNvSpPr txBox="1">
            <a:spLocks noGrp="1"/>
          </p:cNvSpPr>
          <p:nvPr>
            <p:ph type="title"/>
          </p:nvPr>
        </p:nvSpPr>
        <p:spPr>
          <a:xfrm>
            <a:off x="1381250" y="896112"/>
            <a:ext cx="38784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교육 과정에서의 </a:t>
            </a:r>
            <a:r>
              <a:rPr lang="en" dirty="0"/>
              <a:t>Git</a:t>
            </a:r>
            <a:endParaRPr dirty="0"/>
          </a:p>
        </p:txBody>
      </p:sp>
      <p:grpSp>
        <p:nvGrpSpPr>
          <p:cNvPr id="394" name="Google Shape;394;p34"/>
          <p:cNvGrpSpPr/>
          <p:nvPr/>
        </p:nvGrpSpPr>
        <p:grpSpPr>
          <a:xfrm>
            <a:off x="889984" y="1007708"/>
            <a:ext cx="270226" cy="238344"/>
            <a:chOff x="5247525" y="3007275"/>
            <a:chExt cx="517575" cy="456510"/>
          </a:xfrm>
        </p:grpSpPr>
        <p:sp>
          <p:nvSpPr>
            <p:cNvPr id="395" name="Google Shape;395;p34"/>
            <p:cNvSpPr/>
            <p:nvPr/>
          </p:nvSpPr>
          <p:spPr>
            <a:xfrm>
              <a:off x="5247525" y="3007275"/>
              <a:ext cx="348900" cy="348900"/>
            </a:xfrm>
            <a:custGeom>
              <a:avLst/>
              <a:gdLst/>
              <a:ahLst/>
              <a:cxnLst/>
              <a:rect l="l" t="t" r="r" b="b"/>
              <a:pathLst>
                <a:path w="13956" h="13956" fill="none" extrusionOk="0">
                  <a:moveTo>
                    <a:pt x="13323" y="5772"/>
                  </a:moveTo>
                  <a:lnTo>
                    <a:pt x="11861" y="5626"/>
                  </a:lnTo>
                  <a:lnTo>
                    <a:pt x="11861" y="5626"/>
                  </a:lnTo>
                  <a:lnTo>
                    <a:pt x="11788" y="5334"/>
                  </a:lnTo>
                  <a:lnTo>
                    <a:pt x="11667" y="5042"/>
                  </a:lnTo>
                  <a:lnTo>
                    <a:pt x="11545" y="4750"/>
                  </a:lnTo>
                  <a:lnTo>
                    <a:pt x="11399" y="4482"/>
                  </a:lnTo>
                  <a:lnTo>
                    <a:pt x="12300" y="3337"/>
                  </a:lnTo>
                  <a:lnTo>
                    <a:pt x="12300" y="3337"/>
                  </a:lnTo>
                  <a:lnTo>
                    <a:pt x="12373" y="3240"/>
                  </a:lnTo>
                  <a:lnTo>
                    <a:pt x="12422" y="3118"/>
                  </a:lnTo>
                  <a:lnTo>
                    <a:pt x="12446" y="2996"/>
                  </a:lnTo>
                  <a:lnTo>
                    <a:pt x="12446" y="2850"/>
                  </a:lnTo>
                  <a:lnTo>
                    <a:pt x="12422" y="2728"/>
                  </a:lnTo>
                  <a:lnTo>
                    <a:pt x="12397" y="2606"/>
                  </a:lnTo>
                  <a:lnTo>
                    <a:pt x="12324" y="2485"/>
                  </a:lnTo>
                  <a:lnTo>
                    <a:pt x="12251" y="2387"/>
                  </a:lnTo>
                  <a:lnTo>
                    <a:pt x="11569" y="1705"/>
                  </a:lnTo>
                  <a:lnTo>
                    <a:pt x="11569" y="1705"/>
                  </a:lnTo>
                  <a:lnTo>
                    <a:pt x="11472" y="1632"/>
                  </a:lnTo>
                  <a:lnTo>
                    <a:pt x="11350" y="1559"/>
                  </a:lnTo>
                  <a:lnTo>
                    <a:pt x="11228" y="1510"/>
                  </a:lnTo>
                  <a:lnTo>
                    <a:pt x="11106" y="1510"/>
                  </a:lnTo>
                  <a:lnTo>
                    <a:pt x="10960" y="1510"/>
                  </a:lnTo>
                  <a:lnTo>
                    <a:pt x="10838" y="1535"/>
                  </a:lnTo>
                  <a:lnTo>
                    <a:pt x="10717" y="1583"/>
                  </a:lnTo>
                  <a:lnTo>
                    <a:pt x="10619" y="1656"/>
                  </a:lnTo>
                  <a:lnTo>
                    <a:pt x="9475" y="2558"/>
                  </a:lnTo>
                  <a:lnTo>
                    <a:pt x="9475" y="2558"/>
                  </a:lnTo>
                  <a:lnTo>
                    <a:pt x="9207" y="2411"/>
                  </a:lnTo>
                  <a:lnTo>
                    <a:pt x="8914" y="2290"/>
                  </a:lnTo>
                  <a:lnTo>
                    <a:pt x="8622" y="2168"/>
                  </a:lnTo>
                  <a:lnTo>
                    <a:pt x="8330" y="2070"/>
                  </a:lnTo>
                  <a:lnTo>
                    <a:pt x="8159" y="634"/>
                  </a:lnTo>
                  <a:lnTo>
                    <a:pt x="8159" y="634"/>
                  </a:lnTo>
                  <a:lnTo>
                    <a:pt x="8135" y="512"/>
                  </a:lnTo>
                  <a:lnTo>
                    <a:pt x="8086" y="390"/>
                  </a:lnTo>
                  <a:lnTo>
                    <a:pt x="8013" y="293"/>
                  </a:lnTo>
                  <a:lnTo>
                    <a:pt x="7940" y="195"/>
                  </a:lnTo>
                  <a:lnTo>
                    <a:pt x="7818" y="122"/>
                  </a:lnTo>
                  <a:lnTo>
                    <a:pt x="7721" y="49"/>
                  </a:lnTo>
                  <a:lnTo>
                    <a:pt x="7575" y="25"/>
                  </a:lnTo>
                  <a:lnTo>
                    <a:pt x="7453" y="0"/>
                  </a:lnTo>
                  <a:lnTo>
                    <a:pt x="6479" y="0"/>
                  </a:lnTo>
                  <a:lnTo>
                    <a:pt x="6479" y="0"/>
                  </a:lnTo>
                  <a:lnTo>
                    <a:pt x="6357" y="25"/>
                  </a:lnTo>
                  <a:lnTo>
                    <a:pt x="6235" y="49"/>
                  </a:lnTo>
                  <a:lnTo>
                    <a:pt x="6114" y="122"/>
                  </a:lnTo>
                  <a:lnTo>
                    <a:pt x="6016" y="195"/>
                  </a:lnTo>
                  <a:lnTo>
                    <a:pt x="5919" y="293"/>
                  </a:lnTo>
                  <a:lnTo>
                    <a:pt x="5846" y="390"/>
                  </a:lnTo>
                  <a:lnTo>
                    <a:pt x="5797" y="512"/>
                  </a:lnTo>
                  <a:lnTo>
                    <a:pt x="5773" y="634"/>
                  </a:lnTo>
                  <a:lnTo>
                    <a:pt x="5602" y="2070"/>
                  </a:lnTo>
                  <a:lnTo>
                    <a:pt x="5602" y="2070"/>
                  </a:lnTo>
                  <a:lnTo>
                    <a:pt x="5310" y="2168"/>
                  </a:lnTo>
                  <a:lnTo>
                    <a:pt x="5018" y="2290"/>
                  </a:lnTo>
                  <a:lnTo>
                    <a:pt x="4750" y="2411"/>
                  </a:lnTo>
                  <a:lnTo>
                    <a:pt x="4482" y="2558"/>
                  </a:lnTo>
                  <a:lnTo>
                    <a:pt x="3337" y="1656"/>
                  </a:lnTo>
                  <a:lnTo>
                    <a:pt x="3337" y="1656"/>
                  </a:lnTo>
                  <a:lnTo>
                    <a:pt x="3215" y="1583"/>
                  </a:lnTo>
                  <a:lnTo>
                    <a:pt x="3094" y="1535"/>
                  </a:lnTo>
                  <a:lnTo>
                    <a:pt x="2972" y="1510"/>
                  </a:lnTo>
                  <a:lnTo>
                    <a:pt x="2850" y="1510"/>
                  </a:lnTo>
                  <a:lnTo>
                    <a:pt x="2728" y="1510"/>
                  </a:lnTo>
                  <a:lnTo>
                    <a:pt x="2582" y="1559"/>
                  </a:lnTo>
                  <a:lnTo>
                    <a:pt x="2485" y="1632"/>
                  </a:lnTo>
                  <a:lnTo>
                    <a:pt x="2387" y="1705"/>
                  </a:lnTo>
                  <a:lnTo>
                    <a:pt x="1705" y="2387"/>
                  </a:lnTo>
                  <a:lnTo>
                    <a:pt x="1705" y="2387"/>
                  </a:lnTo>
                  <a:lnTo>
                    <a:pt x="1608" y="2485"/>
                  </a:lnTo>
                  <a:lnTo>
                    <a:pt x="1559" y="2606"/>
                  </a:lnTo>
                  <a:lnTo>
                    <a:pt x="1511" y="2728"/>
                  </a:lnTo>
                  <a:lnTo>
                    <a:pt x="1486" y="2850"/>
                  </a:lnTo>
                  <a:lnTo>
                    <a:pt x="1486" y="2996"/>
                  </a:lnTo>
                  <a:lnTo>
                    <a:pt x="1511" y="3118"/>
                  </a:lnTo>
                  <a:lnTo>
                    <a:pt x="1559" y="3240"/>
                  </a:lnTo>
                  <a:lnTo>
                    <a:pt x="1632" y="3337"/>
                  </a:lnTo>
                  <a:lnTo>
                    <a:pt x="2533" y="4482"/>
                  </a:lnTo>
                  <a:lnTo>
                    <a:pt x="2533" y="4482"/>
                  </a:lnTo>
                  <a:lnTo>
                    <a:pt x="2387" y="4750"/>
                  </a:lnTo>
                  <a:lnTo>
                    <a:pt x="2266" y="5042"/>
                  </a:lnTo>
                  <a:lnTo>
                    <a:pt x="2168" y="5334"/>
                  </a:lnTo>
                  <a:lnTo>
                    <a:pt x="2071" y="5626"/>
                  </a:lnTo>
                  <a:lnTo>
                    <a:pt x="634" y="5772"/>
                  </a:lnTo>
                  <a:lnTo>
                    <a:pt x="634" y="5772"/>
                  </a:lnTo>
                  <a:lnTo>
                    <a:pt x="512" y="5821"/>
                  </a:lnTo>
                  <a:lnTo>
                    <a:pt x="390" y="5870"/>
                  </a:lnTo>
                  <a:lnTo>
                    <a:pt x="268" y="5943"/>
                  </a:lnTo>
                  <a:lnTo>
                    <a:pt x="171" y="6016"/>
                  </a:lnTo>
                  <a:lnTo>
                    <a:pt x="98" y="6138"/>
                  </a:lnTo>
                  <a:lnTo>
                    <a:pt x="49" y="6235"/>
                  </a:lnTo>
                  <a:lnTo>
                    <a:pt x="1" y="6381"/>
                  </a:lnTo>
                  <a:lnTo>
                    <a:pt x="1" y="6503"/>
                  </a:lnTo>
                  <a:lnTo>
                    <a:pt x="1" y="7453"/>
                  </a:lnTo>
                  <a:lnTo>
                    <a:pt x="1" y="7453"/>
                  </a:lnTo>
                  <a:lnTo>
                    <a:pt x="1" y="7599"/>
                  </a:lnTo>
                  <a:lnTo>
                    <a:pt x="49" y="7721"/>
                  </a:lnTo>
                  <a:lnTo>
                    <a:pt x="98" y="7843"/>
                  </a:lnTo>
                  <a:lnTo>
                    <a:pt x="171" y="7940"/>
                  </a:lnTo>
                  <a:lnTo>
                    <a:pt x="268" y="8037"/>
                  </a:lnTo>
                  <a:lnTo>
                    <a:pt x="390" y="8111"/>
                  </a:lnTo>
                  <a:lnTo>
                    <a:pt x="512" y="8159"/>
                  </a:lnTo>
                  <a:lnTo>
                    <a:pt x="634" y="8184"/>
                  </a:lnTo>
                  <a:lnTo>
                    <a:pt x="2071" y="8354"/>
                  </a:lnTo>
                  <a:lnTo>
                    <a:pt x="2071" y="8354"/>
                  </a:lnTo>
                  <a:lnTo>
                    <a:pt x="2168" y="8646"/>
                  </a:lnTo>
                  <a:lnTo>
                    <a:pt x="2266" y="8914"/>
                  </a:lnTo>
                  <a:lnTo>
                    <a:pt x="2387" y="9206"/>
                  </a:lnTo>
                  <a:lnTo>
                    <a:pt x="2533" y="9474"/>
                  </a:lnTo>
                  <a:lnTo>
                    <a:pt x="1632" y="10619"/>
                  </a:lnTo>
                  <a:lnTo>
                    <a:pt x="1632" y="10619"/>
                  </a:lnTo>
                  <a:lnTo>
                    <a:pt x="1559" y="10741"/>
                  </a:lnTo>
                  <a:lnTo>
                    <a:pt x="1511" y="10863"/>
                  </a:lnTo>
                  <a:lnTo>
                    <a:pt x="1486" y="10984"/>
                  </a:lnTo>
                  <a:lnTo>
                    <a:pt x="1486" y="11106"/>
                  </a:lnTo>
                  <a:lnTo>
                    <a:pt x="1511" y="11228"/>
                  </a:lnTo>
                  <a:lnTo>
                    <a:pt x="1559" y="11350"/>
                  </a:lnTo>
                  <a:lnTo>
                    <a:pt x="1608" y="11472"/>
                  </a:lnTo>
                  <a:lnTo>
                    <a:pt x="1705" y="11569"/>
                  </a:lnTo>
                  <a:lnTo>
                    <a:pt x="2387" y="12251"/>
                  </a:lnTo>
                  <a:lnTo>
                    <a:pt x="2387" y="12251"/>
                  </a:lnTo>
                  <a:lnTo>
                    <a:pt x="2485" y="12348"/>
                  </a:lnTo>
                  <a:lnTo>
                    <a:pt x="2582" y="12397"/>
                  </a:lnTo>
                  <a:lnTo>
                    <a:pt x="2728" y="12446"/>
                  </a:lnTo>
                  <a:lnTo>
                    <a:pt x="2850" y="12470"/>
                  </a:lnTo>
                  <a:lnTo>
                    <a:pt x="2972" y="12470"/>
                  </a:lnTo>
                  <a:lnTo>
                    <a:pt x="3094" y="12421"/>
                  </a:lnTo>
                  <a:lnTo>
                    <a:pt x="3215" y="12373"/>
                  </a:lnTo>
                  <a:lnTo>
                    <a:pt x="3337" y="12324"/>
                  </a:lnTo>
                  <a:lnTo>
                    <a:pt x="4482" y="11423"/>
                  </a:lnTo>
                  <a:lnTo>
                    <a:pt x="4482" y="11423"/>
                  </a:lnTo>
                  <a:lnTo>
                    <a:pt x="4750" y="11545"/>
                  </a:lnTo>
                  <a:lnTo>
                    <a:pt x="5018" y="11691"/>
                  </a:lnTo>
                  <a:lnTo>
                    <a:pt x="5310" y="11788"/>
                  </a:lnTo>
                  <a:lnTo>
                    <a:pt x="5602" y="11886"/>
                  </a:lnTo>
                  <a:lnTo>
                    <a:pt x="5773" y="13322"/>
                  </a:lnTo>
                  <a:lnTo>
                    <a:pt x="5773" y="13322"/>
                  </a:lnTo>
                  <a:lnTo>
                    <a:pt x="5797" y="13444"/>
                  </a:lnTo>
                  <a:lnTo>
                    <a:pt x="5846" y="13566"/>
                  </a:lnTo>
                  <a:lnTo>
                    <a:pt x="5919" y="13688"/>
                  </a:lnTo>
                  <a:lnTo>
                    <a:pt x="6016" y="13785"/>
                  </a:lnTo>
                  <a:lnTo>
                    <a:pt x="6114" y="13858"/>
                  </a:lnTo>
                  <a:lnTo>
                    <a:pt x="6235" y="13907"/>
                  </a:lnTo>
                  <a:lnTo>
                    <a:pt x="6357" y="13956"/>
                  </a:lnTo>
                  <a:lnTo>
                    <a:pt x="6479" y="13956"/>
                  </a:lnTo>
                  <a:lnTo>
                    <a:pt x="7453" y="13956"/>
                  </a:lnTo>
                  <a:lnTo>
                    <a:pt x="7453" y="13956"/>
                  </a:lnTo>
                  <a:lnTo>
                    <a:pt x="7575" y="13956"/>
                  </a:lnTo>
                  <a:lnTo>
                    <a:pt x="7721" y="13907"/>
                  </a:lnTo>
                  <a:lnTo>
                    <a:pt x="7818" y="13858"/>
                  </a:lnTo>
                  <a:lnTo>
                    <a:pt x="7940" y="13785"/>
                  </a:lnTo>
                  <a:lnTo>
                    <a:pt x="8013" y="13688"/>
                  </a:lnTo>
                  <a:lnTo>
                    <a:pt x="8086" y="13566"/>
                  </a:lnTo>
                  <a:lnTo>
                    <a:pt x="8135" y="13444"/>
                  </a:lnTo>
                  <a:lnTo>
                    <a:pt x="8159" y="13322"/>
                  </a:lnTo>
                  <a:lnTo>
                    <a:pt x="8330" y="11886"/>
                  </a:lnTo>
                  <a:lnTo>
                    <a:pt x="8330" y="11886"/>
                  </a:lnTo>
                  <a:lnTo>
                    <a:pt x="8622" y="11788"/>
                  </a:lnTo>
                  <a:lnTo>
                    <a:pt x="8914" y="11691"/>
                  </a:lnTo>
                  <a:lnTo>
                    <a:pt x="9207" y="11545"/>
                  </a:lnTo>
                  <a:lnTo>
                    <a:pt x="9475" y="11423"/>
                  </a:lnTo>
                  <a:lnTo>
                    <a:pt x="10619" y="12324"/>
                  </a:lnTo>
                  <a:lnTo>
                    <a:pt x="10619" y="12324"/>
                  </a:lnTo>
                  <a:lnTo>
                    <a:pt x="10717" y="12373"/>
                  </a:lnTo>
                  <a:lnTo>
                    <a:pt x="10838" y="12421"/>
                  </a:lnTo>
                  <a:lnTo>
                    <a:pt x="10960" y="12470"/>
                  </a:lnTo>
                  <a:lnTo>
                    <a:pt x="11106" y="12470"/>
                  </a:lnTo>
                  <a:lnTo>
                    <a:pt x="11228" y="12446"/>
                  </a:lnTo>
                  <a:lnTo>
                    <a:pt x="11350" y="12397"/>
                  </a:lnTo>
                  <a:lnTo>
                    <a:pt x="11472" y="12348"/>
                  </a:lnTo>
                  <a:lnTo>
                    <a:pt x="11569" y="12251"/>
                  </a:lnTo>
                  <a:lnTo>
                    <a:pt x="12251" y="11569"/>
                  </a:lnTo>
                  <a:lnTo>
                    <a:pt x="12251" y="11569"/>
                  </a:lnTo>
                  <a:lnTo>
                    <a:pt x="12324" y="11472"/>
                  </a:lnTo>
                  <a:lnTo>
                    <a:pt x="12397" y="11350"/>
                  </a:lnTo>
                  <a:lnTo>
                    <a:pt x="12422" y="11228"/>
                  </a:lnTo>
                  <a:lnTo>
                    <a:pt x="12446" y="11106"/>
                  </a:lnTo>
                  <a:lnTo>
                    <a:pt x="12446" y="10984"/>
                  </a:lnTo>
                  <a:lnTo>
                    <a:pt x="12422" y="10863"/>
                  </a:lnTo>
                  <a:lnTo>
                    <a:pt x="12373" y="10741"/>
                  </a:lnTo>
                  <a:lnTo>
                    <a:pt x="12300" y="10619"/>
                  </a:lnTo>
                  <a:lnTo>
                    <a:pt x="11399" y="9474"/>
                  </a:lnTo>
                  <a:lnTo>
                    <a:pt x="11399" y="9474"/>
                  </a:lnTo>
                  <a:lnTo>
                    <a:pt x="11545" y="9206"/>
                  </a:lnTo>
                  <a:lnTo>
                    <a:pt x="11667" y="8914"/>
                  </a:lnTo>
                  <a:lnTo>
                    <a:pt x="11788" y="8646"/>
                  </a:lnTo>
                  <a:lnTo>
                    <a:pt x="11861" y="8354"/>
                  </a:lnTo>
                  <a:lnTo>
                    <a:pt x="13323" y="8184"/>
                  </a:lnTo>
                  <a:lnTo>
                    <a:pt x="13323" y="8184"/>
                  </a:lnTo>
                  <a:lnTo>
                    <a:pt x="13444" y="8159"/>
                  </a:lnTo>
                  <a:lnTo>
                    <a:pt x="13566" y="8111"/>
                  </a:lnTo>
                  <a:lnTo>
                    <a:pt x="13664" y="8037"/>
                  </a:lnTo>
                  <a:lnTo>
                    <a:pt x="13761" y="7940"/>
                  </a:lnTo>
                  <a:lnTo>
                    <a:pt x="13834" y="7843"/>
                  </a:lnTo>
                  <a:lnTo>
                    <a:pt x="13907" y="7721"/>
                  </a:lnTo>
                  <a:lnTo>
                    <a:pt x="13932" y="7599"/>
                  </a:lnTo>
                  <a:lnTo>
                    <a:pt x="13956" y="7453"/>
                  </a:lnTo>
                  <a:lnTo>
                    <a:pt x="13956" y="6503"/>
                  </a:lnTo>
                  <a:lnTo>
                    <a:pt x="13956" y="6503"/>
                  </a:lnTo>
                  <a:lnTo>
                    <a:pt x="13932" y="6381"/>
                  </a:lnTo>
                  <a:lnTo>
                    <a:pt x="13907" y="6235"/>
                  </a:lnTo>
                  <a:lnTo>
                    <a:pt x="13834" y="6138"/>
                  </a:lnTo>
                  <a:lnTo>
                    <a:pt x="13761" y="6016"/>
                  </a:lnTo>
                  <a:lnTo>
                    <a:pt x="13664" y="5943"/>
                  </a:lnTo>
                  <a:lnTo>
                    <a:pt x="13566" y="5870"/>
                  </a:lnTo>
                  <a:lnTo>
                    <a:pt x="13444" y="5821"/>
                  </a:lnTo>
                  <a:lnTo>
                    <a:pt x="13323" y="5772"/>
                  </a:lnTo>
                  <a:lnTo>
                    <a:pt x="13323" y="5772"/>
                  </a:lnTo>
                  <a:close/>
                  <a:moveTo>
                    <a:pt x="8573" y="8598"/>
                  </a:moveTo>
                  <a:lnTo>
                    <a:pt x="8573" y="8598"/>
                  </a:lnTo>
                  <a:lnTo>
                    <a:pt x="8403" y="8744"/>
                  </a:lnTo>
                  <a:lnTo>
                    <a:pt x="8232" y="8890"/>
                  </a:lnTo>
                  <a:lnTo>
                    <a:pt x="8038" y="8987"/>
                  </a:lnTo>
                  <a:lnTo>
                    <a:pt x="7818" y="9085"/>
                  </a:lnTo>
                  <a:lnTo>
                    <a:pt x="7624" y="9158"/>
                  </a:lnTo>
                  <a:lnTo>
                    <a:pt x="7404" y="9206"/>
                  </a:lnTo>
                  <a:lnTo>
                    <a:pt x="7185" y="9231"/>
                  </a:lnTo>
                  <a:lnTo>
                    <a:pt x="6966" y="9255"/>
                  </a:lnTo>
                  <a:lnTo>
                    <a:pt x="6747" y="9231"/>
                  </a:lnTo>
                  <a:lnTo>
                    <a:pt x="6528" y="9206"/>
                  </a:lnTo>
                  <a:lnTo>
                    <a:pt x="6333" y="9158"/>
                  </a:lnTo>
                  <a:lnTo>
                    <a:pt x="6114" y="9085"/>
                  </a:lnTo>
                  <a:lnTo>
                    <a:pt x="5919" y="8987"/>
                  </a:lnTo>
                  <a:lnTo>
                    <a:pt x="5724" y="8890"/>
                  </a:lnTo>
                  <a:lnTo>
                    <a:pt x="5529" y="8744"/>
                  </a:lnTo>
                  <a:lnTo>
                    <a:pt x="5359" y="8598"/>
                  </a:lnTo>
                  <a:lnTo>
                    <a:pt x="5359" y="8598"/>
                  </a:lnTo>
                  <a:lnTo>
                    <a:pt x="5212" y="8427"/>
                  </a:lnTo>
                  <a:lnTo>
                    <a:pt x="5066" y="8232"/>
                  </a:lnTo>
                  <a:lnTo>
                    <a:pt x="4969" y="8037"/>
                  </a:lnTo>
                  <a:lnTo>
                    <a:pt x="4871" y="7843"/>
                  </a:lnTo>
                  <a:lnTo>
                    <a:pt x="4798" y="7623"/>
                  </a:lnTo>
                  <a:lnTo>
                    <a:pt x="4750" y="7404"/>
                  </a:lnTo>
                  <a:lnTo>
                    <a:pt x="4701" y="7209"/>
                  </a:lnTo>
                  <a:lnTo>
                    <a:pt x="4701" y="6990"/>
                  </a:lnTo>
                  <a:lnTo>
                    <a:pt x="4701" y="6771"/>
                  </a:lnTo>
                  <a:lnTo>
                    <a:pt x="4750" y="6552"/>
                  </a:lnTo>
                  <a:lnTo>
                    <a:pt x="4798" y="6333"/>
                  </a:lnTo>
                  <a:lnTo>
                    <a:pt x="4871" y="6138"/>
                  </a:lnTo>
                  <a:lnTo>
                    <a:pt x="4969" y="5919"/>
                  </a:lnTo>
                  <a:lnTo>
                    <a:pt x="5066" y="5724"/>
                  </a:lnTo>
                  <a:lnTo>
                    <a:pt x="5212" y="5553"/>
                  </a:lnTo>
                  <a:lnTo>
                    <a:pt x="5359" y="5383"/>
                  </a:lnTo>
                  <a:lnTo>
                    <a:pt x="5359" y="5383"/>
                  </a:lnTo>
                  <a:lnTo>
                    <a:pt x="5529" y="5212"/>
                  </a:lnTo>
                  <a:lnTo>
                    <a:pt x="5724" y="5091"/>
                  </a:lnTo>
                  <a:lnTo>
                    <a:pt x="5919" y="4969"/>
                  </a:lnTo>
                  <a:lnTo>
                    <a:pt x="6114" y="4871"/>
                  </a:lnTo>
                  <a:lnTo>
                    <a:pt x="6333" y="4798"/>
                  </a:lnTo>
                  <a:lnTo>
                    <a:pt x="6528" y="4750"/>
                  </a:lnTo>
                  <a:lnTo>
                    <a:pt x="6747" y="4725"/>
                  </a:lnTo>
                  <a:lnTo>
                    <a:pt x="6966" y="4701"/>
                  </a:lnTo>
                  <a:lnTo>
                    <a:pt x="7185" y="4725"/>
                  </a:lnTo>
                  <a:lnTo>
                    <a:pt x="7404" y="4750"/>
                  </a:lnTo>
                  <a:lnTo>
                    <a:pt x="7624" y="4798"/>
                  </a:lnTo>
                  <a:lnTo>
                    <a:pt x="7818" y="4871"/>
                  </a:lnTo>
                  <a:lnTo>
                    <a:pt x="8038" y="4969"/>
                  </a:lnTo>
                  <a:lnTo>
                    <a:pt x="8232" y="5091"/>
                  </a:lnTo>
                  <a:lnTo>
                    <a:pt x="8403" y="5212"/>
                  </a:lnTo>
                  <a:lnTo>
                    <a:pt x="8573" y="5383"/>
                  </a:lnTo>
                  <a:lnTo>
                    <a:pt x="8573" y="5383"/>
                  </a:lnTo>
                  <a:lnTo>
                    <a:pt x="8744" y="5553"/>
                  </a:lnTo>
                  <a:lnTo>
                    <a:pt x="8866" y="5724"/>
                  </a:lnTo>
                  <a:lnTo>
                    <a:pt x="8987" y="5919"/>
                  </a:lnTo>
                  <a:lnTo>
                    <a:pt x="9085" y="6138"/>
                  </a:lnTo>
                  <a:lnTo>
                    <a:pt x="9158" y="6333"/>
                  </a:lnTo>
                  <a:lnTo>
                    <a:pt x="9207" y="6552"/>
                  </a:lnTo>
                  <a:lnTo>
                    <a:pt x="9231" y="6771"/>
                  </a:lnTo>
                  <a:lnTo>
                    <a:pt x="9231" y="6990"/>
                  </a:lnTo>
                  <a:lnTo>
                    <a:pt x="9231" y="7209"/>
                  </a:lnTo>
                  <a:lnTo>
                    <a:pt x="9207" y="7404"/>
                  </a:lnTo>
                  <a:lnTo>
                    <a:pt x="9158" y="7623"/>
                  </a:lnTo>
                  <a:lnTo>
                    <a:pt x="9085" y="7843"/>
                  </a:lnTo>
                  <a:lnTo>
                    <a:pt x="8987" y="8037"/>
                  </a:lnTo>
                  <a:lnTo>
                    <a:pt x="8866" y="8232"/>
                  </a:lnTo>
                  <a:lnTo>
                    <a:pt x="8744" y="8427"/>
                  </a:lnTo>
                  <a:lnTo>
                    <a:pt x="8573" y="8598"/>
                  </a:lnTo>
                  <a:lnTo>
                    <a:pt x="8573" y="8598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" name="Google Shape;396;p34"/>
            <p:cNvSpPr/>
            <p:nvPr/>
          </p:nvSpPr>
          <p:spPr>
            <a:xfrm>
              <a:off x="5566575" y="3265260"/>
              <a:ext cx="198525" cy="198525"/>
            </a:xfrm>
            <a:custGeom>
              <a:avLst/>
              <a:gdLst/>
              <a:ahLst/>
              <a:cxnLst/>
              <a:rect l="l" t="t" r="r" b="b"/>
              <a:pathLst>
                <a:path w="7941" h="7941" fill="none" extrusionOk="0">
                  <a:moveTo>
                    <a:pt x="7258" y="2144"/>
                  </a:moveTo>
                  <a:lnTo>
                    <a:pt x="6138" y="2388"/>
                  </a:lnTo>
                  <a:lnTo>
                    <a:pt x="6138" y="2388"/>
                  </a:lnTo>
                  <a:lnTo>
                    <a:pt x="6016" y="2217"/>
                  </a:lnTo>
                  <a:lnTo>
                    <a:pt x="5870" y="2071"/>
                  </a:lnTo>
                  <a:lnTo>
                    <a:pt x="6260" y="975"/>
                  </a:lnTo>
                  <a:lnTo>
                    <a:pt x="6260" y="975"/>
                  </a:lnTo>
                  <a:lnTo>
                    <a:pt x="6284" y="902"/>
                  </a:lnTo>
                  <a:lnTo>
                    <a:pt x="6284" y="829"/>
                  </a:lnTo>
                  <a:lnTo>
                    <a:pt x="6260" y="683"/>
                  </a:lnTo>
                  <a:lnTo>
                    <a:pt x="6162" y="561"/>
                  </a:lnTo>
                  <a:lnTo>
                    <a:pt x="6114" y="488"/>
                  </a:lnTo>
                  <a:lnTo>
                    <a:pt x="6065" y="464"/>
                  </a:lnTo>
                  <a:lnTo>
                    <a:pt x="5553" y="196"/>
                  </a:lnTo>
                  <a:lnTo>
                    <a:pt x="5553" y="196"/>
                  </a:lnTo>
                  <a:lnTo>
                    <a:pt x="5480" y="171"/>
                  </a:lnTo>
                  <a:lnTo>
                    <a:pt x="5407" y="171"/>
                  </a:lnTo>
                  <a:lnTo>
                    <a:pt x="5261" y="171"/>
                  </a:lnTo>
                  <a:lnTo>
                    <a:pt x="5115" y="244"/>
                  </a:lnTo>
                  <a:lnTo>
                    <a:pt x="5066" y="293"/>
                  </a:lnTo>
                  <a:lnTo>
                    <a:pt x="5018" y="342"/>
                  </a:lnTo>
                  <a:lnTo>
                    <a:pt x="4384" y="1316"/>
                  </a:lnTo>
                  <a:lnTo>
                    <a:pt x="4384" y="1316"/>
                  </a:lnTo>
                  <a:lnTo>
                    <a:pt x="4165" y="1292"/>
                  </a:lnTo>
                  <a:lnTo>
                    <a:pt x="3970" y="1292"/>
                  </a:lnTo>
                  <a:lnTo>
                    <a:pt x="3483" y="244"/>
                  </a:lnTo>
                  <a:lnTo>
                    <a:pt x="3483" y="244"/>
                  </a:lnTo>
                  <a:lnTo>
                    <a:pt x="3435" y="171"/>
                  </a:lnTo>
                  <a:lnTo>
                    <a:pt x="3386" y="123"/>
                  </a:lnTo>
                  <a:lnTo>
                    <a:pt x="3264" y="50"/>
                  </a:lnTo>
                  <a:lnTo>
                    <a:pt x="3118" y="1"/>
                  </a:lnTo>
                  <a:lnTo>
                    <a:pt x="3045" y="1"/>
                  </a:lnTo>
                  <a:lnTo>
                    <a:pt x="2972" y="25"/>
                  </a:lnTo>
                  <a:lnTo>
                    <a:pt x="2436" y="196"/>
                  </a:lnTo>
                  <a:lnTo>
                    <a:pt x="2436" y="196"/>
                  </a:lnTo>
                  <a:lnTo>
                    <a:pt x="2363" y="220"/>
                  </a:lnTo>
                  <a:lnTo>
                    <a:pt x="2290" y="269"/>
                  </a:lnTo>
                  <a:lnTo>
                    <a:pt x="2192" y="391"/>
                  </a:lnTo>
                  <a:lnTo>
                    <a:pt x="2144" y="537"/>
                  </a:lnTo>
                  <a:lnTo>
                    <a:pt x="2144" y="610"/>
                  </a:lnTo>
                  <a:lnTo>
                    <a:pt x="2144" y="683"/>
                  </a:lnTo>
                  <a:lnTo>
                    <a:pt x="2387" y="1828"/>
                  </a:lnTo>
                  <a:lnTo>
                    <a:pt x="2387" y="1828"/>
                  </a:lnTo>
                  <a:lnTo>
                    <a:pt x="2217" y="1949"/>
                  </a:lnTo>
                  <a:lnTo>
                    <a:pt x="2071" y="2095"/>
                  </a:lnTo>
                  <a:lnTo>
                    <a:pt x="999" y="1681"/>
                  </a:lnTo>
                  <a:lnTo>
                    <a:pt x="999" y="1681"/>
                  </a:lnTo>
                  <a:lnTo>
                    <a:pt x="926" y="1681"/>
                  </a:lnTo>
                  <a:lnTo>
                    <a:pt x="829" y="1657"/>
                  </a:lnTo>
                  <a:lnTo>
                    <a:pt x="682" y="1706"/>
                  </a:lnTo>
                  <a:lnTo>
                    <a:pt x="561" y="1779"/>
                  </a:lnTo>
                  <a:lnTo>
                    <a:pt x="512" y="1828"/>
                  </a:lnTo>
                  <a:lnTo>
                    <a:pt x="463" y="1901"/>
                  </a:lnTo>
                  <a:lnTo>
                    <a:pt x="220" y="2388"/>
                  </a:lnTo>
                  <a:lnTo>
                    <a:pt x="220" y="2388"/>
                  </a:lnTo>
                  <a:lnTo>
                    <a:pt x="195" y="2461"/>
                  </a:lnTo>
                  <a:lnTo>
                    <a:pt x="171" y="2534"/>
                  </a:lnTo>
                  <a:lnTo>
                    <a:pt x="195" y="2704"/>
                  </a:lnTo>
                  <a:lnTo>
                    <a:pt x="244" y="2826"/>
                  </a:lnTo>
                  <a:lnTo>
                    <a:pt x="293" y="2899"/>
                  </a:lnTo>
                  <a:lnTo>
                    <a:pt x="366" y="2948"/>
                  </a:lnTo>
                  <a:lnTo>
                    <a:pt x="1340" y="3581"/>
                  </a:lnTo>
                  <a:lnTo>
                    <a:pt x="1340" y="3581"/>
                  </a:lnTo>
                  <a:lnTo>
                    <a:pt x="1316" y="3776"/>
                  </a:lnTo>
                  <a:lnTo>
                    <a:pt x="1291" y="3995"/>
                  </a:lnTo>
                  <a:lnTo>
                    <a:pt x="244" y="4482"/>
                  </a:lnTo>
                  <a:lnTo>
                    <a:pt x="244" y="4482"/>
                  </a:lnTo>
                  <a:lnTo>
                    <a:pt x="195" y="4507"/>
                  </a:lnTo>
                  <a:lnTo>
                    <a:pt x="122" y="4555"/>
                  </a:lnTo>
                  <a:lnTo>
                    <a:pt x="49" y="4701"/>
                  </a:lnTo>
                  <a:lnTo>
                    <a:pt x="0" y="4848"/>
                  </a:lnTo>
                  <a:lnTo>
                    <a:pt x="25" y="4921"/>
                  </a:lnTo>
                  <a:lnTo>
                    <a:pt x="25" y="4994"/>
                  </a:lnTo>
                  <a:lnTo>
                    <a:pt x="220" y="5530"/>
                  </a:lnTo>
                  <a:lnTo>
                    <a:pt x="220" y="5530"/>
                  </a:lnTo>
                  <a:lnTo>
                    <a:pt x="244" y="5578"/>
                  </a:lnTo>
                  <a:lnTo>
                    <a:pt x="293" y="5651"/>
                  </a:lnTo>
                  <a:lnTo>
                    <a:pt x="390" y="5749"/>
                  </a:lnTo>
                  <a:lnTo>
                    <a:pt x="536" y="5797"/>
                  </a:lnTo>
                  <a:lnTo>
                    <a:pt x="609" y="5797"/>
                  </a:lnTo>
                  <a:lnTo>
                    <a:pt x="682" y="5797"/>
                  </a:lnTo>
                  <a:lnTo>
                    <a:pt x="1827" y="5554"/>
                  </a:lnTo>
                  <a:lnTo>
                    <a:pt x="1827" y="5554"/>
                  </a:lnTo>
                  <a:lnTo>
                    <a:pt x="1949" y="5724"/>
                  </a:lnTo>
                  <a:lnTo>
                    <a:pt x="2095" y="5870"/>
                  </a:lnTo>
                  <a:lnTo>
                    <a:pt x="1705" y="6966"/>
                  </a:lnTo>
                  <a:lnTo>
                    <a:pt x="1705" y="6966"/>
                  </a:lnTo>
                  <a:lnTo>
                    <a:pt x="1681" y="7040"/>
                  </a:lnTo>
                  <a:lnTo>
                    <a:pt x="1681" y="7113"/>
                  </a:lnTo>
                  <a:lnTo>
                    <a:pt x="1705" y="7259"/>
                  </a:lnTo>
                  <a:lnTo>
                    <a:pt x="1778" y="7380"/>
                  </a:lnTo>
                  <a:lnTo>
                    <a:pt x="1851" y="7429"/>
                  </a:lnTo>
                  <a:lnTo>
                    <a:pt x="1900" y="7478"/>
                  </a:lnTo>
                  <a:lnTo>
                    <a:pt x="2412" y="7721"/>
                  </a:lnTo>
                  <a:lnTo>
                    <a:pt x="2412" y="7721"/>
                  </a:lnTo>
                  <a:lnTo>
                    <a:pt x="2485" y="7770"/>
                  </a:lnTo>
                  <a:lnTo>
                    <a:pt x="2558" y="7770"/>
                  </a:lnTo>
                  <a:lnTo>
                    <a:pt x="2704" y="7770"/>
                  </a:lnTo>
                  <a:lnTo>
                    <a:pt x="2850" y="7697"/>
                  </a:lnTo>
                  <a:lnTo>
                    <a:pt x="2899" y="7648"/>
                  </a:lnTo>
                  <a:lnTo>
                    <a:pt x="2947" y="7600"/>
                  </a:lnTo>
                  <a:lnTo>
                    <a:pt x="3581" y="6625"/>
                  </a:lnTo>
                  <a:lnTo>
                    <a:pt x="3581" y="6625"/>
                  </a:lnTo>
                  <a:lnTo>
                    <a:pt x="3800" y="6650"/>
                  </a:lnTo>
                  <a:lnTo>
                    <a:pt x="3995" y="6650"/>
                  </a:lnTo>
                  <a:lnTo>
                    <a:pt x="4482" y="7697"/>
                  </a:lnTo>
                  <a:lnTo>
                    <a:pt x="4482" y="7697"/>
                  </a:lnTo>
                  <a:lnTo>
                    <a:pt x="4531" y="7770"/>
                  </a:lnTo>
                  <a:lnTo>
                    <a:pt x="4579" y="7819"/>
                  </a:lnTo>
                  <a:lnTo>
                    <a:pt x="4701" y="7892"/>
                  </a:lnTo>
                  <a:lnTo>
                    <a:pt x="4847" y="7941"/>
                  </a:lnTo>
                  <a:lnTo>
                    <a:pt x="4920" y="7941"/>
                  </a:lnTo>
                  <a:lnTo>
                    <a:pt x="4993" y="7916"/>
                  </a:lnTo>
                  <a:lnTo>
                    <a:pt x="5529" y="7746"/>
                  </a:lnTo>
                  <a:lnTo>
                    <a:pt x="5529" y="7746"/>
                  </a:lnTo>
                  <a:lnTo>
                    <a:pt x="5602" y="7721"/>
                  </a:lnTo>
                  <a:lnTo>
                    <a:pt x="5651" y="7673"/>
                  </a:lnTo>
                  <a:lnTo>
                    <a:pt x="5748" y="7551"/>
                  </a:lnTo>
                  <a:lnTo>
                    <a:pt x="5821" y="7405"/>
                  </a:lnTo>
                  <a:lnTo>
                    <a:pt x="5821" y="7332"/>
                  </a:lnTo>
                  <a:lnTo>
                    <a:pt x="5821" y="7259"/>
                  </a:lnTo>
                  <a:lnTo>
                    <a:pt x="5578" y="6114"/>
                  </a:lnTo>
                  <a:lnTo>
                    <a:pt x="5578" y="6114"/>
                  </a:lnTo>
                  <a:lnTo>
                    <a:pt x="5724" y="5992"/>
                  </a:lnTo>
                  <a:lnTo>
                    <a:pt x="5894" y="5846"/>
                  </a:lnTo>
                  <a:lnTo>
                    <a:pt x="6966" y="6260"/>
                  </a:lnTo>
                  <a:lnTo>
                    <a:pt x="6966" y="6260"/>
                  </a:lnTo>
                  <a:lnTo>
                    <a:pt x="7039" y="6260"/>
                  </a:lnTo>
                  <a:lnTo>
                    <a:pt x="7112" y="6285"/>
                  </a:lnTo>
                  <a:lnTo>
                    <a:pt x="7258" y="6236"/>
                  </a:lnTo>
                  <a:lnTo>
                    <a:pt x="7404" y="6163"/>
                  </a:lnTo>
                  <a:lnTo>
                    <a:pt x="7453" y="6114"/>
                  </a:lnTo>
                  <a:lnTo>
                    <a:pt x="7502" y="6041"/>
                  </a:lnTo>
                  <a:lnTo>
                    <a:pt x="7745" y="5530"/>
                  </a:lnTo>
                  <a:lnTo>
                    <a:pt x="7745" y="5530"/>
                  </a:lnTo>
                  <a:lnTo>
                    <a:pt x="7770" y="5481"/>
                  </a:lnTo>
                  <a:lnTo>
                    <a:pt x="7794" y="5383"/>
                  </a:lnTo>
                  <a:lnTo>
                    <a:pt x="7770" y="5237"/>
                  </a:lnTo>
                  <a:lnTo>
                    <a:pt x="7697" y="5115"/>
                  </a:lnTo>
                  <a:lnTo>
                    <a:pt x="7648" y="5042"/>
                  </a:lnTo>
                  <a:lnTo>
                    <a:pt x="7599" y="4994"/>
                  </a:lnTo>
                  <a:lnTo>
                    <a:pt x="6625" y="4360"/>
                  </a:lnTo>
                  <a:lnTo>
                    <a:pt x="6625" y="4360"/>
                  </a:lnTo>
                  <a:lnTo>
                    <a:pt x="6649" y="4166"/>
                  </a:lnTo>
                  <a:lnTo>
                    <a:pt x="6649" y="3946"/>
                  </a:lnTo>
                  <a:lnTo>
                    <a:pt x="7697" y="3459"/>
                  </a:lnTo>
                  <a:lnTo>
                    <a:pt x="7697" y="3459"/>
                  </a:lnTo>
                  <a:lnTo>
                    <a:pt x="7770" y="3435"/>
                  </a:lnTo>
                  <a:lnTo>
                    <a:pt x="7843" y="3386"/>
                  </a:lnTo>
                  <a:lnTo>
                    <a:pt x="7916" y="3240"/>
                  </a:lnTo>
                  <a:lnTo>
                    <a:pt x="7940" y="3094"/>
                  </a:lnTo>
                  <a:lnTo>
                    <a:pt x="7940" y="3021"/>
                  </a:lnTo>
                  <a:lnTo>
                    <a:pt x="7940" y="2948"/>
                  </a:lnTo>
                  <a:lnTo>
                    <a:pt x="7745" y="2412"/>
                  </a:lnTo>
                  <a:lnTo>
                    <a:pt x="7745" y="2412"/>
                  </a:lnTo>
                  <a:lnTo>
                    <a:pt x="7721" y="2339"/>
                  </a:lnTo>
                  <a:lnTo>
                    <a:pt x="7672" y="2290"/>
                  </a:lnTo>
                  <a:lnTo>
                    <a:pt x="7551" y="2193"/>
                  </a:lnTo>
                  <a:lnTo>
                    <a:pt x="7429" y="2144"/>
                  </a:lnTo>
                  <a:lnTo>
                    <a:pt x="7356" y="2144"/>
                  </a:lnTo>
                  <a:lnTo>
                    <a:pt x="7258" y="2144"/>
                  </a:lnTo>
                  <a:lnTo>
                    <a:pt x="7258" y="2144"/>
                  </a:lnTo>
                  <a:close/>
                  <a:moveTo>
                    <a:pt x="5480" y="4726"/>
                  </a:moveTo>
                  <a:lnTo>
                    <a:pt x="5480" y="4726"/>
                  </a:lnTo>
                  <a:lnTo>
                    <a:pt x="5383" y="4872"/>
                  </a:lnTo>
                  <a:lnTo>
                    <a:pt x="5286" y="4994"/>
                  </a:lnTo>
                  <a:lnTo>
                    <a:pt x="5188" y="5140"/>
                  </a:lnTo>
                  <a:lnTo>
                    <a:pt x="5066" y="5237"/>
                  </a:lnTo>
                  <a:lnTo>
                    <a:pt x="4945" y="5335"/>
                  </a:lnTo>
                  <a:lnTo>
                    <a:pt x="4798" y="5432"/>
                  </a:lnTo>
                  <a:lnTo>
                    <a:pt x="4652" y="5505"/>
                  </a:lnTo>
                  <a:lnTo>
                    <a:pt x="4506" y="5554"/>
                  </a:lnTo>
                  <a:lnTo>
                    <a:pt x="4360" y="5603"/>
                  </a:lnTo>
                  <a:lnTo>
                    <a:pt x="4190" y="5627"/>
                  </a:lnTo>
                  <a:lnTo>
                    <a:pt x="4043" y="5651"/>
                  </a:lnTo>
                  <a:lnTo>
                    <a:pt x="3873" y="5627"/>
                  </a:lnTo>
                  <a:lnTo>
                    <a:pt x="3702" y="5627"/>
                  </a:lnTo>
                  <a:lnTo>
                    <a:pt x="3556" y="5578"/>
                  </a:lnTo>
                  <a:lnTo>
                    <a:pt x="3386" y="5530"/>
                  </a:lnTo>
                  <a:lnTo>
                    <a:pt x="3240" y="5456"/>
                  </a:lnTo>
                  <a:lnTo>
                    <a:pt x="3240" y="5456"/>
                  </a:lnTo>
                  <a:lnTo>
                    <a:pt x="3094" y="5383"/>
                  </a:lnTo>
                  <a:lnTo>
                    <a:pt x="2947" y="5286"/>
                  </a:lnTo>
                  <a:lnTo>
                    <a:pt x="2826" y="5164"/>
                  </a:lnTo>
                  <a:lnTo>
                    <a:pt x="2704" y="5067"/>
                  </a:lnTo>
                  <a:lnTo>
                    <a:pt x="2606" y="4921"/>
                  </a:lnTo>
                  <a:lnTo>
                    <a:pt x="2533" y="4799"/>
                  </a:lnTo>
                  <a:lnTo>
                    <a:pt x="2460" y="4653"/>
                  </a:lnTo>
                  <a:lnTo>
                    <a:pt x="2387" y="4507"/>
                  </a:lnTo>
                  <a:lnTo>
                    <a:pt x="2363" y="4336"/>
                  </a:lnTo>
                  <a:lnTo>
                    <a:pt x="2314" y="4190"/>
                  </a:lnTo>
                  <a:lnTo>
                    <a:pt x="2314" y="4020"/>
                  </a:lnTo>
                  <a:lnTo>
                    <a:pt x="2314" y="3873"/>
                  </a:lnTo>
                  <a:lnTo>
                    <a:pt x="2339" y="3703"/>
                  </a:lnTo>
                  <a:lnTo>
                    <a:pt x="2363" y="3532"/>
                  </a:lnTo>
                  <a:lnTo>
                    <a:pt x="2412" y="3386"/>
                  </a:lnTo>
                  <a:lnTo>
                    <a:pt x="2485" y="3216"/>
                  </a:lnTo>
                  <a:lnTo>
                    <a:pt x="2485" y="3216"/>
                  </a:lnTo>
                  <a:lnTo>
                    <a:pt x="2582" y="3070"/>
                  </a:lnTo>
                  <a:lnTo>
                    <a:pt x="2680" y="2948"/>
                  </a:lnTo>
                  <a:lnTo>
                    <a:pt x="2777" y="2802"/>
                  </a:lnTo>
                  <a:lnTo>
                    <a:pt x="2899" y="2704"/>
                  </a:lnTo>
                  <a:lnTo>
                    <a:pt x="3020" y="2607"/>
                  </a:lnTo>
                  <a:lnTo>
                    <a:pt x="3167" y="2509"/>
                  </a:lnTo>
                  <a:lnTo>
                    <a:pt x="3313" y="2436"/>
                  </a:lnTo>
                  <a:lnTo>
                    <a:pt x="3459" y="2388"/>
                  </a:lnTo>
                  <a:lnTo>
                    <a:pt x="3605" y="2339"/>
                  </a:lnTo>
                  <a:lnTo>
                    <a:pt x="3775" y="2315"/>
                  </a:lnTo>
                  <a:lnTo>
                    <a:pt x="3922" y="2290"/>
                  </a:lnTo>
                  <a:lnTo>
                    <a:pt x="4092" y="2315"/>
                  </a:lnTo>
                  <a:lnTo>
                    <a:pt x="4263" y="2315"/>
                  </a:lnTo>
                  <a:lnTo>
                    <a:pt x="4409" y="2363"/>
                  </a:lnTo>
                  <a:lnTo>
                    <a:pt x="4579" y="2412"/>
                  </a:lnTo>
                  <a:lnTo>
                    <a:pt x="4725" y="2485"/>
                  </a:lnTo>
                  <a:lnTo>
                    <a:pt x="4725" y="2485"/>
                  </a:lnTo>
                  <a:lnTo>
                    <a:pt x="4871" y="2558"/>
                  </a:lnTo>
                  <a:lnTo>
                    <a:pt x="5018" y="2656"/>
                  </a:lnTo>
                  <a:lnTo>
                    <a:pt x="5139" y="2777"/>
                  </a:lnTo>
                  <a:lnTo>
                    <a:pt x="5261" y="2875"/>
                  </a:lnTo>
                  <a:lnTo>
                    <a:pt x="5359" y="3021"/>
                  </a:lnTo>
                  <a:lnTo>
                    <a:pt x="5432" y="3143"/>
                  </a:lnTo>
                  <a:lnTo>
                    <a:pt x="5505" y="3289"/>
                  </a:lnTo>
                  <a:lnTo>
                    <a:pt x="5578" y="3435"/>
                  </a:lnTo>
                  <a:lnTo>
                    <a:pt x="5602" y="3605"/>
                  </a:lnTo>
                  <a:lnTo>
                    <a:pt x="5626" y="3752"/>
                  </a:lnTo>
                  <a:lnTo>
                    <a:pt x="5651" y="3922"/>
                  </a:lnTo>
                  <a:lnTo>
                    <a:pt x="5651" y="4068"/>
                  </a:lnTo>
                  <a:lnTo>
                    <a:pt x="5626" y="4239"/>
                  </a:lnTo>
                  <a:lnTo>
                    <a:pt x="5602" y="4409"/>
                  </a:lnTo>
                  <a:lnTo>
                    <a:pt x="5553" y="4555"/>
                  </a:lnTo>
                  <a:lnTo>
                    <a:pt x="5480" y="4726"/>
                  </a:lnTo>
                  <a:lnTo>
                    <a:pt x="5480" y="4726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97" name="Google Shape;397;p34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28</a:t>
            </a:fld>
            <a:endParaRPr/>
          </a:p>
        </p:txBody>
      </p:sp>
      <p:grpSp>
        <p:nvGrpSpPr>
          <p:cNvPr id="13" name="Google Shape;1450;p49">
            <a:extLst>
              <a:ext uri="{FF2B5EF4-FFF2-40B4-BE49-F238E27FC236}">
                <a16:creationId xmlns:a16="http://schemas.microsoft.com/office/drawing/2014/main" id="{B8EFD2C9-ED72-4701-9033-C454DAB91A5C}"/>
              </a:ext>
            </a:extLst>
          </p:cNvPr>
          <p:cNvGrpSpPr/>
          <p:nvPr/>
        </p:nvGrpSpPr>
        <p:grpSpPr>
          <a:xfrm>
            <a:off x="2739936" y="1574105"/>
            <a:ext cx="3664128" cy="2978846"/>
            <a:chOff x="8843122" y="4420259"/>
            <a:chExt cx="720202" cy="655469"/>
          </a:xfrm>
        </p:grpSpPr>
        <p:sp>
          <p:nvSpPr>
            <p:cNvPr id="14" name="Google Shape;1451;p49">
              <a:extLst>
                <a:ext uri="{FF2B5EF4-FFF2-40B4-BE49-F238E27FC236}">
                  <a16:creationId xmlns:a16="http://schemas.microsoft.com/office/drawing/2014/main" id="{2A3FB143-806E-4B46-83DE-91C17F297D17}"/>
                </a:ext>
              </a:extLst>
            </p:cNvPr>
            <p:cNvSpPr/>
            <p:nvPr/>
          </p:nvSpPr>
          <p:spPr>
            <a:xfrm>
              <a:off x="8843122" y="4664371"/>
              <a:ext cx="351295" cy="411356"/>
            </a:xfrm>
            <a:custGeom>
              <a:avLst/>
              <a:gdLst/>
              <a:ahLst/>
              <a:cxnLst/>
              <a:rect l="l" t="t" r="r" b="b"/>
              <a:pathLst>
                <a:path w="530" h="618" extrusionOk="0">
                  <a:moveTo>
                    <a:pt x="374" y="277"/>
                  </a:moveTo>
                  <a:cubicBezTo>
                    <a:pt x="280" y="220"/>
                    <a:pt x="216" y="122"/>
                    <a:pt x="203" y="13"/>
                  </a:cubicBezTo>
                  <a:cubicBezTo>
                    <a:pt x="202" y="5"/>
                    <a:pt x="192" y="0"/>
                    <a:pt x="185" y="5"/>
                  </a:cubicBezTo>
                  <a:cubicBezTo>
                    <a:pt x="44" y="104"/>
                    <a:pt x="0" y="297"/>
                    <a:pt x="88" y="449"/>
                  </a:cubicBezTo>
                  <a:cubicBezTo>
                    <a:pt x="148" y="553"/>
                    <a:pt x="259" y="618"/>
                    <a:pt x="380" y="618"/>
                  </a:cubicBezTo>
                  <a:cubicBezTo>
                    <a:pt x="380" y="618"/>
                    <a:pt x="380" y="618"/>
                    <a:pt x="380" y="618"/>
                  </a:cubicBezTo>
                  <a:cubicBezTo>
                    <a:pt x="428" y="618"/>
                    <a:pt x="477" y="607"/>
                    <a:pt x="521" y="586"/>
                  </a:cubicBezTo>
                  <a:cubicBezTo>
                    <a:pt x="529" y="583"/>
                    <a:pt x="530" y="572"/>
                    <a:pt x="523" y="567"/>
                  </a:cubicBezTo>
                  <a:cubicBezTo>
                    <a:pt x="435" y="501"/>
                    <a:pt x="382" y="397"/>
                    <a:pt x="380" y="287"/>
                  </a:cubicBezTo>
                  <a:cubicBezTo>
                    <a:pt x="380" y="283"/>
                    <a:pt x="378" y="279"/>
                    <a:pt x="374" y="277"/>
                  </a:cubicBezTo>
                  <a:close/>
                </a:path>
              </a:pathLst>
            </a:custGeom>
            <a:solidFill>
              <a:srgbClr val="6AA84F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 dirty="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5" name="Google Shape;1452;p49">
              <a:extLst>
                <a:ext uri="{FF2B5EF4-FFF2-40B4-BE49-F238E27FC236}">
                  <a16:creationId xmlns:a16="http://schemas.microsoft.com/office/drawing/2014/main" id="{D4FF1860-1BFB-461E-9539-24FFABECC8D0}"/>
                </a:ext>
              </a:extLst>
            </p:cNvPr>
            <p:cNvSpPr/>
            <p:nvPr/>
          </p:nvSpPr>
          <p:spPr>
            <a:xfrm>
              <a:off x="9232824" y="4664371"/>
              <a:ext cx="330500" cy="411356"/>
            </a:xfrm>
            <a:custGeom>
              <a:avLst/>
              <a:gdLst/>
              <a:ahLst/>
              <a:cxnLst/>
              <a:rect l="l" t="t" r="r" b="b"/>
              <a:pathLst>
                <a:path w="499" h="618" extrusionOk="0">
                  <a:moveTo>
                    <a:pt x="326" y="13"/>
                  </a:moveTo>
                  <a:cubicBezTo>
                    <a:pt x="313" y="122"/>
                    <a:pt x="250" y="220"/>
                    <a:pt x="155" y="277"/>
                  </a:cubicBezTo>
                  <a:cubicBezTo>
                    <a:pt x="152" y="279"/>
                    <a:pt x="149" y="283"/>
                    <a:pt x="149" y="287"/>
                  </a:cubicBezTo>
                  <a:cubicBezTo>
                    <a:pt x="147" y="397"/>
                    <a:pt x="94" y="501"/>
                    <a:pt x="7" y="567"/>
                  </a:cubicBezTo>
                  <a:cubicBezTo>
                    <a:pt x="0" y="572"/>
                    <a:pt x="1" y="583"/>
                    <a:pt x="9" y="586"/>
                  </a:cubicBezTo>
                  <a:cubicBezTo>
                    <a:pt x="53" y="607"/>
                    <a:pt x="101" y="618"/>
                    <a:pt x="150" y="618"/>
                  </a:cubicBezTo>
                  <a:cubicBezTo>
                    <a:pt x="270" y="618"/>
                    <a:pt x="382" y="553"/>
                    <a:pt x="442" y="449"/>
                  </a:cubicBezTo>
                  <a:cubicBezTo>
                    <a:pt x="487" y="371"/>
                    <a:pt x="499" y="281"/>
                    <a:pt x="476" y="194"/>
                  </a:cubicBezTo>
                  <a:cubicBezTo>
                    <a:pt x="455" y="117"/>
                    <a:pt x="409" y="51"/>
                    <a:pt x="344" y="5"/>
                  </a:cubicBezTo>
                  <a:cubicBezTo>
                    <a:pt x="337" y="0"/>
                    <a:pt x="327" y="5"/>
                    <a:pt x="326" y="13"/>
                  </a:cubicBezTo>
                  <a:close/>
                </a:path>
              </a:pathLst>
            </a:custGeom>
            <a:solidFill>
              <a:srgbClr val="45818E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7" name="Google Shape;1453;p49">
              <a:extLst>
                <a:ext uri="{FF2B5EF4-FFF2-40B4-BE49-F238E27FC236}">
                  <a16:creationId xmlns:a16="http://schemas.microsoft.com/office/drawing/2014/main" id="{DD88B08E-E000-445A-B83B-5B5ECF3CEA81}"/>
                </a:ext>
              </a:extLst>
            </p:cNvPr>
            <p:cNvSpPr/>
            <p:nvPr/>
          </p:nvSpPr>
          <p:spPr>
            <a:xfrm>
              <a:off x="9108305" y="4859367"/>
              <a:ext cx="210630" cy="182470"/>
            </a:xfrm>
            <a:custGeom>
              <a:avLst/>
              <a:gdLst/>
              <a:ahLst/>
              <a:cxnLst/>
              <a:rect l="l" t="t" r="r" b="b"/>
              <a:pathLst>
                <a:path w="318" h="274" extrusionOk="0">
                  <a:moveTo>
                    <a:pt x="165" y="271"/>
                  </a:moveTo>
                  <a:cubicBezTo>
                    <a:pt x="253" y="214"/>
                    <a:pt x="309" y="118"/>
                    <a:pt x="317" y="14"/>
                  </a:cubicBezTo>
                  <a:cubicBezTo>
                    <a:pt x="318" y="6"/>
                    <a:pt x="309" y="0"/>
                    <a:pt x="301" y="3"/>
                  </a:cubicBezTo>
                  <a:cubicBezTo>
                    <a:pt x="256" y="23"/>
                    <a:pt x="208" y="33"/>
                    <a:pt x="159" y="33"/>
                  </a:cubicBezTo>
                  <a:cubicBezTo>
                    <a:pt x="110" y="33"/>
                    <a:pt x="61" y="23"/>
                    <a:pt x="16" y="3"/>
                  </a:cubicBezTo>
                  <a:cubicBezTo>
                    <a:pt x="8" y="0"/>
                    <a:pt x="0" y="6"/>
                    <a:pt x="0" y="14"/>
                  </a:cubicBezTo>
                  <a:cubicBezTo>
                    <a:pt x="9" y="118"/>
                    <a:pt x="65" y="214"/>
                    <a:pt x="152" y="271"/>
                  </a:cubicBezTo>
                  <a:cubicBezTo>
                    <a:pt x="156" y="274"/>
                    <a:pt x="161" y="274"/>
                    <a:pt x="165" y="271"/>
                  </a:cubicBezTo>
                  <a:close/>
                </a:path>
              </a:pathLst>
            </a:custGeom>
            <a:solidFill>
              <a:srgbClr val="A2C4C9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21" name="Google Shape;1454;p49">
              <a:extLst>
                <a:ext uri="{FF2B5EF4-FFF2-40B4-BE49-F238E27FC236}">
                  <a16:creationId xmlns:a16="http://schemas.microsoft.com/office/drawing/2014/main" id="{C7CD32E6-897B-448D-B421-BB703888A832}"/>
                </a:ext>
              </a:extLst>
            </p:cNvPr>
            <p:cNvSpPr/>
            <p:nvPr/>
          </p:nvSpPr>
          <p:spPr>
            <a:xfrm>
              <a:off x="8990881" y="4420259"/>
              <a:ext cx="445234" cy="224220"/>
            </a:xfrm>
            <a:custGeom>
              <a:avLst/>
              <a:gdLst/>
              <a:ahLst/>
              <a:cxnLst/>
              <a:rect l="l" t="t" r="r" b="b"/>
              <a:pathLst>
                <a:path w="672" h="337" extrusionOk="0">
                  <a:moveTo>
                    <a:pt x="336" y="0"/>
                  </a:moveTo>
                  <a:cubicBezTo>
                    <a:pt x="160" y="0"/>
                    <a:pt x="15" y="135"/>
                    <a:pt x="0" y="307"/>
                  </a:cubicBezTo>
                  <a:cubicBezTo>
                    <a:pt x="0" y="315"/>
                    <a:pt x="8" y="322"/>
                    <a:pt x="16" y="318"/>
                  </a:cubicBezTo>
                  <a:cubicBezTo>
                    <a:pt x="60" y="299"/>
                    <a:pt x="108" y="290"/>
                    <a:pt x="156" y="290"/>
                  </a:cubicBezTo>
                  <a:cubicBezTo>
                    <a:pt x="217" y="290"/>
                    <a:pt x="277" y="305"/>
                    <a:pt x="330" y="335"/>
                  </a:cubicBezTo>
                  <a:cubicBezTo>
                    <a:pt x="334" y="337"/>
                    <a:pt x="338" y="337"/>
                    <a:pt x="341" y="335"/>
                  </a:cubicBezTo>
                  <a:cubicBezTo>
                    <a:pt x="395" y="305"/>
                    <a:pt x="455" y="290"/>
                    <a:pt x="516" y="290"/>
                  </a:cubicBezTo>
                  <a:cubicBezTo>
                    <a:pt x="564" y="290"/>
                    <a:pt x="611" y="299"/>
                    <a:pt x="655" y="318"/>
                  </a:cubicBezTo>
                  <a:cubicBezTo>
                    <a:pt x="663" y="321"/>
                    <a:pt x="672" y="315"/>
                    <a:pt x="671" y="307"/>
                  </a:cubicBezTo>
                  <a:cubicBezTo>
                    <a:pt x="656" y="135"/>
                    <a:pt x="511" y="0"/>
                    <a:pt x="336" y="0"/>
                  </a:cubicBezTo>
                  <a:close/>
                </a:path>
              </a:pathLst>
            </a:custGeom>
            <a:solidFill>
              <a:srgbClr val="3C78D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 dirty="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22" name="Google Shape;1455;p49">
              <a:extLst>
                <a:ext uri="{FF2B5EF4-FFF2-40B4-BE49-F238E27FC236}">
                  <a16:creationId xmlns:a16="http://schemas.microsoft.com/office/drawing/2014/main" id="{3EECF897-9AB1-48AA-AC8C-7A961D78A869}"/>
                </a:ext>
              </a:extLst>
            </p:cNvPr>
            <p:cNvSpPr/>
            <p:nvPr/>
          </p:nvSpPr>
          <p:spPr>
            <a:xfrm>
              <a:off x="8988924" y="4625814"/>
              <a:ext cx="207939" cy="207766"/>
            </a:xfrm>
            <a:custGeom>
              <a:avLst/>
              <a:gdLst/>
              <a:ahLst/>
              <a:cxnLst/>
              <a:rect l="l" t="t" r="r" b="b"/>
              <a:pathLst>
                <a:path w="314" h="312" extrusionOk="0">
                  <a:moveTo>
                    <a:pt x="147" y="307"/>
                  </a:moveTo>
                  <a:cubicBezTo>
                    <a:pt x="154" y="312"/>
                    <a:pt x="163" y="308"/>
                    <a:pt x="164" y="299"/>
                  </a:cubicBezTo>
                  <a:cubicBezTo>
                    <a:pt x="170" y="251"/>
                    <a:pt x="185" y="203"/>
                    <a:pt x="210" y="161"/>
                  </a:cubicBezTo>
                  <a:cubicBezTo>
                    <a:pt x="234" y="118"/>
                    <a:pt x="268" y="81"/>
                    <a:pt x="307" y="52"/>
                  </a:cubicBezTo>
                  <a:cubicBezTo>
                    <a:pt x="314" y="47"/>
                    <a:pt x="313" y="37"/>
                    <a:pt x="305" y="33"/>
                  </a:cubicBezTo>
                  <a:cubicBezTo>
                    <a:pt x="260" y="11"/>
                    <a:pt x="210" y="0"/>
                    <a:pt x="159" y="0"/>
                  </a:cubicBezTo>
                  <a:cubicBezTo>
                    <a:pt x="104" y="0"/>
                    <a:pt x="49" y="14"/>
                    <a:pt x="0" y="40"/>
                  </a:cubicBezTo>
                  <a:cubicBezTo>
                    <a:pt x="4" y="147"/>
                    <a:pt x="59" y="247"/>
                    <a:pt x="147" y="307"/>
                  </a:cubicBezTo>
                  <a:close/>
                </a:path>
              </a:pathLst>
            </a:custGeom>
            <a:solidFill>
              <a:srgbClr val="B6D7A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23" name="Google Shape;1456;p49">
              <a:extLst>
                <a:ext uri="{FF2B5EF4-FFF2-40B4-BE49-F238E27FC236}">
                  <a16:creationId xmlns:a16="http://schemas.microsoft.com/office/drawing/2014/main" id="{A5C4DBF8-5558-4A53-B47B-24881175D2F2}"/>
                </a:ext>
              </a:extLst>
            </p:cNvPr>
            <p:cNvSpPr/>
            <p:nvPr/>
          </p:nvSpPr>
          <p:spPr>
            <a:xfrm>
              <a:off x="9232824" y="4627288"/>
              <a:ext cx="203291" cy="203591"/>
            </a:xfrm>
            <a:custGeom>
              <a:avLst/>
              <a:gdLst/>
              <a:ahLst/>
              <a:cxnLst/>
              <a:rect l="l" t="t" r="r" b="b"/>
              <a:pathLst>
                <a:path w="307" h="306" extrusionOk="0">
                  <a:moveTo>
                    <a:pt x="9" y="31"/>
                  </a:moveTo>
                  <a:cubicBezTo>
                    <a:pt x="1" y="35"/>
                    <a:pt x="0" y="45"/>
                    <a:pt x="7" y="51"/>
                  </a:cubicBezTo>
                  <a:cubicBezTo>
                    <a:pt x="45" y="79"/>
                    <a:pt x="77" y="116"/>
                    <a:pt x="101" y="158"/>
                  </a:cubicBezTo>
                  <a:cubicBezTo>
                    <a:pt x="126" y="199"/>
                    <a:pt x="141" y="246"/>
                    <a:pt x="147" y="293"/>
                  </a:cubicBezTo>
                  <a:cubicBezTo>
                    <a:pt x="148" y="302"/>
                    <a:pt x="158" y="306"/>
                    <a:pt x="165" y="301"/>
                  </a:cubicBezTo>
                  <a:cubicBezTo>
                    <a:pt x="248" y="243"/>
                    <a:pt x="301" y="149"/>
                    <a:pt x="307" y="46"/>
                  </a:cubicBezTo>
                  <a:cubicBezTo>
                    <a:pt x="307" y="42"/>
                    <a:pt x="305" y="38"/>
                    <a:pt x="301" y="35"/>
                  </a:cubicBezTo>
                  <a:cubicBezTo>
                    <a:pt x="254" y="12"/>
                    <a:pt x="202" y="0"/>
                    <a:pt x="151" y="0"/>
                  </a:cubicBezTo>
                  <a:cubicBezTo>
                    <a:pt x="101" y="0"/>
                    <a:pt x="53" y="11"/>
                    <a:pt x="9" y="31"/>
                  </a:cubicBezTo>
                  <a:close/>
                </a:path>
              </a:pathLst>
            </a:custGeom>
            <a:solidFill>
              <a:srgbClr val="A4C2F4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03E33269-267E-4E8A-84A1-DABC0B529CFD}"/>
              </a:ext>
            </a:extLst>
          </p:cNvPr>
          <p:cNvSpPr txBox="1"/>
          <p:nvPr/>
        </p:nvSpPr>
        <p:spPr>
          <a:xfrm>
            <a:off x="4246483" y="2873194"/>
            <a:ext cx="82266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600" dirty="0"/>
              <a:t>Git</a:t>
            </a:r>
          </a:p>
          <a:p>
            <a:pPr algn="ctr"/>
            <a:r>
              <a:rPr lang="en-US" altLang="ko-KR" sz="1600" dirty="0"/>
              <a:t>GitHub</a:t>
            </a:r>
            <a:endParaRPr lang="ko-KR" altLang="en-US" sz="16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983521-C290-4A0D-BDB8-F21D54D19269}"/>
              </a:ext>
            </a:extLst>
          </p:cNvPr>
          <p:cNvSpPr txBox="1"/>
          <p:nvPr/>
        </p:nvSpPr>
        <p:spPr>
          <a:xfrm>
            <a:off x="4262637" y="1938274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err="1"/>
              <a:t>웹개발</a:t>
            </a:r>
            <a:endParaRPr lang="ko-KR" alt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78D8D98-5D11-4200-A5D4-72D54EFE131C}"/>
              </a:ext>
            </a:extLst>
          </p:cNvPr>
          <p:cNvSpPr txBox="1"/>
          <p:nvPr/>
        </p:nvSpPr>
        <p:spPr>
          <a:xfrm>
            <a:off x="3040274" y="3637104"/>
            <a:ext cx="9028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빅데이터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F62BD16-57DE-4D1F-8125-F2513F5B246E}"/>
              </a:ext>
            </a:extLst>
          </p:cNvPr>
          <p:cNvSpPr txBox="1"/>
          <p:nvPr/>
        </p:nvSpPr>
        <p:spPr>
          <a:xfrm>
            <a:off x="5522907" y="3635113"/>
            <a:ext cx="44275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IoT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0841766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34"/>
          <p:cNvSpPr txBox="1">
            <a:spLocks noGrp="1"/>
          </p:cNvSpPr>
          <p:nvPr>
            <p:ph type="title"/>
          </p:nvPr>
        </p:nvSpPr>
        <p:spPr>
          <a:xfrm>
            <a:off x="1381250" y="896112"/>
            <a:ext cx="38784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교육 과정에서의 </a:t>
            </a:r>
            <a:r>
              <a:rPr lang="en" dirty="0"/>
              <a:t>Git</a:t>
            </a:r>
            <a:endParaRPr dirty="0"/>
          </a:p>
        </p:txBody>
      </p:sp>
      <p:grpSp>
        <p:nvGrpSpPr>
          <p:cNvPr id="394" name="Google Shape;394;p34"/>
          <p:cNvGrpSpPr/>
          <p:nvPr/>
        </p:nvGrpSpPr>
        <p:grpSpPr>
          <a:xfrm>
            <a:off x="889984" y="1007708"/>
            <a:ext cx="270226" cy="238344"/>
            <a:chOff x="5247525" y="3007275"/>
            <a:chExt cx="517575" cy="456510"/>
          </a:xfrm>
        </p:grpSpPr>
        <p:sp>
          <p:nvSpPr>
            <p:cNvPr id="395" name="Google Shape;395;p34"/>
            <p:cNvSpPr/>
            <p:nvPr/>
          </p:nvSpPr>
          <p:spPr>
            <a:xfrm>
              <a:off x="5247525" y="3007275"/>
              <a:ext cx="348900" cy="348900"/>
            </a:xfrm>
            <a:custGeom>
              <a:avLst/>
              <a:gdLst/>
              <a:ahLst/>
              <a:cxnLst/>
              <a:rect l="l" t="t" r="r" b="b"/>
              <a:pathLst>
                <a:path w="13956" h="13956" fill="none" extrusionOk="0">
                  <a:moveTo>
                    <a:pt x="13323" y="5772"/>
                  </a:moveTo>
                  <a:lnTo>
                    <a:pt x="11861" y="5626"/>
                  </a:lnTo>
                  <a:lnTo>
                    <a:pt x="11861" y="5626"/>
                  </a:lnTo>
                  <a:lnTo>
                    <a:pt x="11788" y="5334"/>
                  </a:lnTo>
                  <a:lnTo>
                    <a:pt x="11667" y="5042"/>
                  </a:lnTo>
                  <a:lnTo>
                    <a:pt x="11545" y="4750"/>
                  </a:lnTo>
                  <a:lnTo>
                    <a:pt x="11399" y="4482"/>
                  </a:lnTo>
                  <a:lnTo>
                    <a:pt x="12300" y="3337"/>
                  </a:lnTo>
                  <a:lnTo>
                    <a:pt x="12300" y="3337"/>
                  </a:lnTo>
                  <a:lnTo>
                    <a:pt x="12373" y="3240"/>
                  </a:lnTo>
                  <a:lnTo>
                    <a:pt x="12422" y="3118"/>
                  </a:lnTo>
                  <a:lnTo>
                    <a:pt x="12446" y="2996"/>
                  </a:lnTo>
                  <a:lnTo>
                    <a:pt x="12446" y="2850"/>
                  </a:lnTo>
                  <a:lnTo>
                    <a:pt x="12422" y="2728"/>
                  </a:lnTo>
                  <a:lnTo>
                    <a:pt x="12397" y="2606"/>
                  </a:lnTo>
                  <a:lnTo>
                    <a:pt x="12324" y="2485"/>
                  </a:lnTo>
                  <a:lnTo>
                    <a:pt x="12251" y="2387"/>
                  </a:lnTo>
                  <a:lnTo>
                    <a:pt x="11569" y="1705"/>
                  </a:lnTo>
                  <a:lnTo>
                    <a:pt x="11569" y="1705"/>
                  </a:lnTo>
                  <a:lnTo>
                    <a:pt x="11472" y="1632"/>
                  </a:lnTo>
                  <a:lnTo>
                    <a:pt x="11350" y="1559"/>
                  </a:lnTo>
                  <a:lnTo>
                    <a:pt x="11228" y="1510"/>
                  </a:lnTo>
                  <a:lnTo>
                    <a:pt x="11106" y="1510"/>
                  </a:lnTo>
                  <a:lnTo>
                    <a:pt x="10960" y="1510"/>
                  </a:lnTo>
                  <a:lnTo>
                    <a:pt x="10838" y="1535"/>
                  </a:lnTo>
                  <a:lnTo>
                    <a:pt x="10717" y="1583"/>
                  </a:lnTo>
                  <a:lnTo>
                    <a:pt x="10619" y="1656"/>
                  </a:lnTo>
                  <a:lnTo>
                    <a:pt x="9475" y="2558"/>
                  </a:lnTo>
                  <a:lnTo>
                    <a:pt x="9475" y="2558"/>
                  </a:lnTo>
                  <a:lnTo>
                    <a:pt x="9207" y="2411"/>
                  </a:lnTo>
                  <a:lnTo>
                    <a:pt x="8914" y="2290"/>
                  </a:lnTo>
                  <a:lnTo>
                    <a:pt x="8622" y="2168"/>
                  </a:lnTo>
                  <a:lnTo>
                    <a:pt x="8330" y="2070"/>
                  </a:lnTo>
                  <a:lnTo>
                    <a:pt x="8159" y="634"/>
                  </a:lnTo>
                  <a:lnTo>
                    <a:pt x="8159" y="634"/>
                  </a:lnTo>
                  <a:lnTo>
                    <a:pt x="8135" y="512"/>
                  </a:lnTo>
                  <a:lnTo>
                    <a:pt x="8086" y="390"/>
                  </a:lnTo>
                  <a:lnTo>
                    <a:pt x="8013" y="293"/>
                  </a:lnTo>
                  <a:lnTo>
                    <a:pt x="7940" y="195"/>
                  </a:lnTo>
                  <a:lnTo>
                    <a:pt x="7818" y="122"/>
                  </a:lnTo>
                  <a:lnTo>
                    <a:pt x="7721" y="49"/>
                  </a:lnTo>
                  <a:lnTo>
                    <a:pt x="7575" y="25"/>
                  </a:lnTo>
                  <a:lnTo>
                    <a:pt x="7453" y="0"/>
                  </a:lnTo>
                  <a:lnTo>
                    <a:pt x="6479" y="0"/>
                  </a:lnTo>
                  <a:lnTo>
                    <a:pt x="6479" y="0"/>
                  </a:lnTo>
                  <a:lnTo>
                    <a:pt x="6357" y="25"/>
                  </a:lnTo>
                  <a:lnTo>
                    <a:pt x="6235" y="49"/>
                  </a:lnTo>
                  <a:lnTo>
                    <a:pt x="6114" y="122"/>
                  </a:lnTo>
                  <a:lnTo>
                    <a:pt x="6016" y="195"/>
                  </a:lnTo>
                  <a:lnTo>
                    <a:pt x="5919" y="293"/>
                  </a:lnTo>
                  <a:lnTo>
                    <a:pt x="5846" y="390"/>
                  </a:lnTo>
                  <a:lnTo>
                    <a:pt x="5797" y="512"/>
                  </a:lnTo>
                  <a:lnTo>
                    <a:pt x="5773" y="634"/>
                  </a:lnTo>
                  <a:lnTo>
                    <a:pt x="5602" y="2070"/>
                  </a:lnTo>
                  <a:lnTo>
                    <a:pt x="5602" y="2070"/>
                  </a:lnTo>
                  <a:lnTo>
                    <a:pt x="5310" y="2168"/>
                  </a:lnTo>
                  <a:lnTo>
                    <a:pt x="5018" y="2290"/>
                  </a:lnTo>
                  <a:lnTo>
                    <a:pt x="4750" y="2411"/>
                  </a:lnTo>
                  <a:lnTo>
                    <a:pt x="4482" y="2558"/>
                  </a:lnTo>
                  <a:lnTo>
                    <a:pt x="3337" y="1656"/>
                  </a:lnTo>
                  <a:lnTo>
                    <a:pt x="3337" y="1656"/>
                  </a:lnTo>
                  <a:lnTo>
                    <a:pt x="3215" y="1583"/>
                  </a:lnTo>
                  <a:lnTo>
                    <a:pt x="3094" y="1535"/>
                  </a:lnTo>
                  <a:lnTo>
                    <a:pt x="2972" y="1510"/>
                  </a:lnTo>
                  <a:lnTo>
                    <a:pt x="2850" y="1510"/>
                  </a:lnTo>
                  <a:lnTo>
                    <a:pt x="2728" y="1510"/>
                  </a:lnTo>
                  <a:lnTo>
                    <a:pt x="2582" y="1559"/>
                  </a:lnTo>
                  <a:lnTo>
                    <a:pt x="2485" y="1632"/>
                  </a:lnTo>
                  <a:lnTo>
                    <a:pt x="2387" y="1705"/>
                  </a:lnTo>
                  <a:lnTo>
                    <a:pt x="1705" y="2387"/>
                  </a:lnTo>
                  <a:lnTo>
                    <a:pt x="1705" y="2387"/>
                  </a:lnTo>
                  <a:lnTo>
                    <a:pt x="1608" y="2485"/>
                  </a:lnTo>
                  <a:lnTo>
                    <a:pt x="1559" y="2606"/>
                  </a:lnTo>
                  <a:lnTo>
                    <a:pt x="1511" y="2728"/>
                  </a:lnTo>
                  <a:lnTo>
                    <a:pt x="1486" y="2850"/>
                  </a:lnTo>
                  <a:lnTo>
                    <a:pt x="1486" y="2996"/>
                  </a:lnTo>
                  <a:lnTo>
                    <a:pt x="1511" y="3118"/>
                  </a:lnTo>
                  <a:lnTo>
                    <a:pt x="1559" y="3240"/>
                  </a:lnTo>
                  <a:lnTo>
                    <a:pt x="1632" y="3337"/>
                  </a:lnTo>
                  <a:lnTo>
                    <a:pt x="2533" y="4482"/>
                  </a:lnTo>
                  <a:lnTo>
                    <a:pt x="2533" y="4482"/>
                  </a:lnTo>
                  <a:lnTo>
                    <a:pt x="2387" y="4750"/>
                  </a:lnTo>
                  <a:lnTo>
                    <a:pt x="2266" y="5042"/>
                  </a:lnTo>
                  <a:lnTo>
                    <a:pt x="2168" y="5334"/>
                  </a:lnTo>
                  <a:lnTo>
                    <a:pt x="2071" y="5626"/>
                  </a:lnTo>
                  <a:lnTo>
                    <a:pt x="634" y="5772"/>
                  </a:lnTo>
                  <a:lnTo>
                    <a:pt x="634" y="5772"/>
                  </a:lnTo>
                  <a:lnTo>
                    <a:pt x="512" y="5821"/>
                  </a:lnTo>
                  <a:lnTo>
                    <a:pt x="390" y="5870"/>
                  </a:lnTo>
                  <a:lnTo>
                    <a:pt x="268" y="5943"/>
                  </a:lnTo>
                  <a:lnTo>
                    <a:pt x="171" y="6016"/>
                  </a:lnTo>
                  <a:lnTo>
                    <a:pt x="98" y="6138"/>
                  </a:lnTo>
                  <a:lnTo>
                    <a:pt x="49" y="6235"/>
                  </a:lnTo>
                  <a:lnTo>
                    <a:pt x="1" y="6381"/>
                  </a:lnTo>
                  <a:lnTo>
                    <a:pt x="1" y="6503"/>
                  </a:lnTo>
                  <a:lnTo>
                    <a:pt x="1" y="7453"/>
                  </a:lnTo>
                  <a:lnTo>
                    <a:pt x="1" y="7453"/>
                  </a:lnTo>
                  <a:lnTo>
                    <a:pt x="1" y="7599"/>
                  </a:lnTo>
                  <a:lnTo>
                    <a:pt x="49" y="7721"/>
                  </a:lnTo>
                  <a:lnTo>
                    <a:pt x="98" y="7843"/>
                  </a:lnTo>
                  <a:lnTo>
                    <a:pt x="171" y="7940"/>
                  </a:lnTo>
                  <a:lnTo>
                    <a:pt x="268" y="8037"/>
                  </a:lnTo>
                  <a:lnTo>
                    <a:pt x="390" y="8111"/>
                  </a:lnTo>
                  <a:lnTo>
                    <a:pt x="512" y="8159"/>
                  </a:lnTo>
                  <a:lnTo>
                    <a:pt x="634" y="8184"/>
                  </a:lnTo>
                  <a:lnTo>
                    <a:pt x="2071" y="8354"/>
                  </a:lnTo>
                  <a:lnTo>
                    <a:pt x="2071" y="8354"/>
                  </a:lnTo>
                  <a:lnTo>
                    <a:pt x="2168" y="8646"/>
                  </a:lnTo>
                  <a:lnTo>
                    <a:pt x="2266" y="8914"/>
                  </a:lnTo>
                  <a:lnTo>
                    <a:pt x="2387" y="9206"/>
                  </a:lnTo>
                  <a:lnTo>
                    <a:pt x="2533" y="9474"/>
                  </a:lnTo>
                  <a:lnTo>
                    <a:pt x="1632" y="10619"/>
                  </a:lnTo>
                  <a:lnTo>
                    <a:pt x="1632" y="10619"/>
                  </a:lnTo>
                  <a:lnTo>
                    <a:pt x="1559" y="10741"/>
                  </a:lnTo>
                  <a:lnTo>
                    <a:pt x="1511" y="10863"/>
                  </a:lnTo>
                  <a:lnTo>
                    <a:pt x="1486" y="10984"/>
                  </a:lnTo>
                  <a:lnTo>
                    <a:pt x="1486" y="11106"/>
                  </a:lnTo>
                  <a:lnTo>
                    <a:pt x="1511" y="11228"/>
                  </a:lnTo>
                  <a:lnTo>
                    <a:pt x="1559" y="11350"/>
                  </a:lnTo>
                  <a:lnTo>
                    <a:pt x="1608" y="11472"/>
                  </a:lnTo>
                  <a:lnTo>
                    <a:pt x="1705" y="11569"/>
                  </a:lnTo>
                  <a:lnTo>
                    <a:pt x="2387" y="12251"/>
                  </a:lnTo>
                  <a:lnTo>
                    <a:pt x="2387" y="12251"/>
                  </a:lnTo>
                  <a:lnTo>
                    <a:pt x="2485" y="12348"/>
                  </a:lnTo>
                  <a:lnTo>
                    <a:pt x="2582" y="12397"/>
                  </a:lnTo>
                  <a:lnTo>
                    <a:pt x="2728" y="12446"/>
                  </a:lnTo>
                  <a:lnTo>
                    <a:pt x="2850" y="12470"/>
                  </a:lnTo>
                  <a:lnTo>
                    <a:pt x="2972" y="12470"/>
                  </a:lnTo>
                  <a:lnTo>
                    <a:pt x="3094" y="12421"/>
                  </a:lnTo>
                  <a:lnTo>
                    <a:pt x="3215" y="12373"/>
                  </a:lnTo>
                  <a:lnTo>
                    <a:pt x="3337" y="12324"/>
                  </a:lnTo>
                  <a:lnTo>
                    <a:pt x="4482" y="11423"/>
                  </a:lnTo>
                  <a:lnTo>
                    <a:pt x="4482" y="11423"/>
                  </a:lnTo>
                  <a:lnTo>
                    <a:pt x="4750" y="11545"/>
                  </a:lnTo>
                  <a:lnTo>
                    <a:pt x="5018" y="11691"/>
                  </a:lnTo>
                  <a:lnTo>
                    <a:pt x="5310" y="11788"/>
                  </a:lnTo>
                  <a:lnTo>
                    <a:pt x="5602" y="11886"/>
                  </a:lnTo>
                  <a:lnTo>
                    <a:pt x="5773" y="13322"/>
                  </a:lnTo>
                  <a:lnTo>
                    <a:pt x="5773" y="13322"/>
                  </a:lnTo>
                  <a:lnTo>
                    <a:pt x="5797" y="13444"/>
                  </a:lnTo>
                  <a:lnTo>
                    <a:pt x="5846" y="13566"/>
                  </a:lnTo>
                  <a:lnTo>
                    <a:pt x="5919" y="13688"/>
                  </a:lnTo>
                  <a:lnTo>
                    <a:pt x="6016" y="13785"/>
                  </a:lnTo>
                  <a:lnTo>
                    <a:pt x="6114" y="13858"/>
                  </a:lnTo>
                  <a:lnTo>
                    <a:pt x="6235" y="13907"/>
                  </a:lnTo>
                  <a:lnTo>
                    <a:pt x="6357" y="13956"/>
                  </a:lnTo>
                  <a:lnTo>
                    <a:pt x="6479" y="13956"/>
                  </a:lnTo>
                  <a:lnTo>
                    <a:pt x="7453" y="13956"/>
                  </a:lnTo>
                  <a:lnTo>
                    <a:pt x="7453" y="13956"/>
                  </a:lnTo>
                  <a:lnTo>
                    <a:pt x="7575" y="13956"/>
                  </a:lnTo>
                  <a:lnTo>
                    <a:pt x="7721" y="13907"/>
                  </a:lnTo>
                  <a:lnTo>
                    <a:pt x="7818" y="13858"/>
                  </a:lnTo>
                  <a:lnTo>
                    <a:pt x="7940" y="13785"/>
                  </a:lnTo>
                  <a:lnTo>
                    <a:pt x="8013" y="13688"/>
                  </a:lnTo>
                  <a:lnTo>
                    <a:pt x="8086" y="13566"/>
                  </a:lnTo>
                  <a:lnTo>
                    <a:pt x="8135" y="13444"/>
                  </a:lnTo>
                  <a:lnTo>
                    <a:pt x="8159" y="13322"/>
                  </a:lnTo>
                  <a:lnTo>
                    <a:pt x="8330" y="11886"/>
                  </a:lnTo>
                  <a:lnTo>
                    <a:pt x="8330" y="11886"/>
                  </a:lnTo>
                  <a:lnTo>
                    <a:pt x="8622" y="11788"/>
                  </a:lnTo>
                  <a:lnTo>
                    <a:pt x="8914" y="11691"/>
                  </a:lnTo>
                  <a:lnTo>
                    <a:pt x="9207" y="11545"/>
                  </a:lnTo>
                  <a:lnTo>
                    <a:pt x="9475" y="11423"/>
                  </a:lnTo>
                  <a:lnTo>
                    <a:pt x="10619" y="12324"/>
                  </a:lnTo>
                  <a:lnTo>
                    <a:pt x="10619" y="12324"/>
                  </a:lnTo>
                  <a:lnTo>
                    <a:pt x="10717" y="12373"/>
                  </a:lnTo>
                  <a:lnTo>
                    <a:pt x="10838" y="12421"/>
                  </a:lnTo>
                  <a:lnTo>
                    <a:pt x="10960" y="12470"/>
                  </a:lnTo>
                  <a:lnTo>
                    <a:pt x="11106" y="12470"/>
                  </a:lnTo>
                  <a:lnTo>
                    <a:pt x="11228" y="12446"/>
                  </a:lnTo>
                  <a:lnTo>
                    <a:pt x="11350" y="12397"/>
                  </a:lnTo>
                  <a:lnTo>
                    <a:pt x="11472" y="12348"/>
                  </a:lnTo>
                  <a:lnTo>
                    <a:pt x="11569" y="12251"/>
                  </a:lnTo>
                  <a:lnTo>
                    <a:pt x="12251" y="11569"/>
                  </a:lnTo>
                  <a:lnTo>
                    <a:pt x="12251" y="11569"/>
                  </a:lnTo>
                  <a:lnTo>
                    <a:pt x="12324" y="11472"/>
                  </a:lnTo>
                  <a:lnTo>
                    <a:pt x="12397" y="11350"/>
                  </a:lnTo>
                  <a:lnTo>
                    <a:pt x="12422" y="11228"/>
                  </a:lnTo>
                  <a:lnTo>
                    <a:pt x="12446" y="11106"/>
                  </a:lnTo>
                  <a:lnTo>
                    <a:pt x="12446" y="10984"/>
                  </a:lnTo>
                  <a:lnTo>
                    <a:pt x="12422" y="10863"/>
                  </a:lnTo>
                  <a:lnTo>
                    <a:pt x="12373" y="10741"/>
                  </a:lnTo>
                  <a:lnTo>
                    <a:pt x="12300" y="10619"/>
                  </a:lnTo>
                  <a:lnTo>
                    <a:pt x="11399" y="9474"/>
                  </a:lnTo>
                  <a:lnTo>
                    <a:pt x="11399" y="9474"/>
                  </a:lnTo>
                  <a:lnTo>
                    <a:pt x="11545" y="9206"/>
                  </a:lnTo>
                  <a:lnTo>
                    <a:pt x="11667" y="8914"/>
                  </a:lnTo>
                  <a:lnTo>
                    <a:pt x="11788" y="8646"/>
                  </a:lnTo>
                  <a:lnTo>
                    <a:pt x="11861" y="8354"/>
                  </a:lnTo>
                  <a:lnTo>
                    <a:pt x="13323" y="8184"/>
                  </a:lnTo>
                  <a:lnTo>
                    <a:pt x="13323" y="8184"/>
                  </a:lnTo>
                  <a:lnTo>
                    <a:pt x="13444" y="8159"/>
                  </a:lnTo>
                  <a:lnTo>
                    <a:pt x="13566" y="8111"/>
                  </a:lnTo>
                  <a:lnTo>
                    <a:pt x="13664" y="8037"/>
                  </a:lnTo>
                  <a:lnTo>
                    <a:pt x="13761" y="7940"/>
                  </a:lnTo>
                  <a:lnTo>
                    <a:pt x="13834" y="7843"/>
                  </a:lnTo>
                  <a:lnTo>
                    <a:pt x="13907" y="7721"/>
                  </a:lnTo>
                  <a:lnTo>
                    <a:pt x="13932" y="7599"/>
                  </a:lnTo>
                  <a:lnTo>
                    <a:pt x="13956" y="7453"/>
                  </a:lnTo>
                  <a:lnTo>
                    <a:pt x="13956" y="6503"/>
                  </a:lnTo>
                  <a:lnTo>
                    <a:pt x="13956" y="6503"/>
                  </a:lnTo>
                  <a:lnTo>
                    <a:pt x="13932" y="6381"/>
                  </a:lnTo>
                  <a:lnTo>
                    <a:pt x="13907" y="6235"/>
                  </a:lnTo>
                  <a:lnTo>
                    <a:pt x="13834" y="6138"/>
                  </a:lnTo>
                  <a:lnTo>
                    <a:pt x="13761" y="6016"/>
                  </a:lnTo>
                  <a:lnTo>
                    <a:pt x="13664" y="5943"/>
                  </a:lnTo>
                  <a:lnTo>
                    <a:pt x="13566" y="5870"/>
                  </a:lnTo>
                  <a:lnTo>
                    <a:pt x="13444" y="5821"/>
                  </a:lnTo>
                  <a:lnTo>
                    <a:pt x="13323" y="5772"/>
                  </a:lnTo>
                  <a:lnTo>
                    <a:pt x="13323" y="5772"/>
                  </a:lnTo>
                  <a:close/>
                  <a:moveTo>
                    <a:pt x="8573" y="8598"/>
                  </a:moveTo>
                  <a:lnTo>
                    <a:pt x="8573" y="8598"/>
                  </a:lnTo>
                  <a:lnTo>
                    <a:pt x="8403" y="8744"/>
                  </a:lnTo>
                  <a:lnTo>
                    <a:pt x="8232" y="8890"/>
                  </a:lnTo>
                  <a:lnTo>
                    <a:pt x="8038" y="8987"/>
                  </a:lnTo>
                  <a:lnTo>
                    <a:pt x="7818" y="9085"/>
                  </a:lnTo>
                  <a:lnTo>
                    <a:pt x="7624" y="9158"/>
                  </a:lnTo>
                  <a:lnTo>
                    <a:pt x="7404" y="9206"/>
                  </a:lnTo>
                  <a:lnTo>
                    <a:pt x="7185" y="9231"/>
                  </a:lnTo>
                  <a:lnTo>
                    <a:pt x="6966" y="9255"/>
                  </a:lnTo>
                  <a:lnTo>
                    <a:pt x="6747" y="9231"/>
                  </a:lnTo>
                  <a:lnTo>
                    <a:pt x="6528" y="9206"/>
                  </a:lnTo>
                  <a:lnTo>
                    <a:pt x="6333" y="9158"/>
                  </a:lnTo>
                  <a:lnTo>
                    <a:pt x="6114" y="9085"/>
                  </a:lnTo>
                  <a:lnTo>
                    <a:pt x="5919" y="8987"/>
                  </a:lnTo>
                  <a:lnTo>
                    <a:pt x="5724" y="8890"/>
                  </a:lnTo>
                  <a:lnTo>
                    <a:pt x="5529" y="8744"/>
                  </a:lnTo>
                  <a:lnTo>
                    <a:pt x="5359" y="8598"/>
                  </a:lnTo>
                  <a:lnTo>
                    <a:pt x="5359" y="8598"/>
                  </a:lnTo>
                  <a:lnTo>
                    <a:pt x="5212" y="8427"/>
                  </a:lnTo>
                  <a:lnTo>
                    <a:pt x="5066" y="8232"/>
                  </a:lnTo>
                  <a:lnTo>
                    <a:pt x="4969" y="8037"/>
                  </a:lnTo>
                  <a:lnTo>
                    <a:pt x="4871" y="7843"/>
                  </a:lnTo>
                  <a:lnTo>
                    <a:pt x="4798" y="7623"/>
                  </a:lnTo>
                  <a:lnTo>
                    <a:pt x="4750" y="7404"/>
                  </a:lnTo>
                  <a:lnTo>
                    <a:pt x="4701" y="7209"/>
                  </a:lnTo>
                  <a:lnTo>
                    <a:pt x="4701" y="6990"/>
                  </a:lnTo>
                  <a:lnTo>
                    <a:pt x="4701" y="6771"/>
                  </a:lnTo>
                  <a:lnTo>
                    <a:pt x="4750" y="6552"/>
                  </a:lnTo>
                  <a:lnTo>
                    <a:pt x="4798" y="6333"/>
                  </a:lnTo>
                  <a:lnTo>
                    <a:pt x="4871" y="6138"/>
                  </a:lnTo>
                  <a:lnTo>
                    <a:pt x="4969" y="5919"/>
                  </a:lnTo>
                  <a:lnTo>
                    <a:pt x="5066" y="5724"/>
                  </a:lnTo>
                  <a:lnTo>
                    <a:pt x="5212" y="5553"/>
                  </a:lnTo>
                  <a:lnTo>
                    <a:pt x="5359" y="5383"/>
                  </a:lnTo>
                  <a:lnTo>
                    <a:pt x="5359" y="5383"/>
                  </a:lnTo>
                  <a:lnTo>
                    <a:pt x="5529" y="5212"/>
                  </a:lnTo>
                  <a:lnTo>
                    <a:pt x="5724" y="5091"/>
                  </a:lnTo>
                  <a:lnTo>
                    <a:pt x="5919" y="4969"/>
                  </a:lnTo>
                  <a:lnTo>
                    <a:pt x="6114" y="4871"/>
                  </a:lnTo>
                  <a:lnTo>
                    <a:pt x="6333" y="4798"/>
                  </a:lnTo>
                  <a:lnTo>
                    <a:pt x="6528" y="4750"/>
                  </a:lnTo>
                  <a:lnTo>
                    <a:pt x="6747" y="4725"/>
                  </a:lnTo>
                  <a:lnTo>
                    <a:pt x="6966" y="4701"/>
                  </a:lnTo>
                  <a:lnTo>
                    <a:pt x="7185" y="4725"/>
                  </a:lnTo>
                  <a:lnTo>
                    <a:pt x="7404" y="4750"/>
                  </a:lnTo>
                  <a:lnTo>
                    <a:pt x="7624" y="4798"/>
                  </a:lnTo>
                  <a:lnTo>
                    <a:pt x="7818" y="4871"/>
                  </a:lnTo>
                  <a:lnTo>
                    <a:pt x="8038" y="4969"/>
                  </a:lnTo>
                  <a:lnTo>
                    <a:pt x="8232" y="5091"/>
                  </a:lnTo>
                  <a:lnTo>
                    <a:pt x="8403" y="5212"/>
                  </a:lnTo>
                  <a:lnTo>
                    <a:pt x="8573" y="5383"/>
                  </a:lnTo>
                  <a:lnTo>
                    <a:pt x="8573" y="5383"/>
                  </a:lnTo>
                  <a:lnTo>
                    <a:pt x="8744" y="5553"/>
                  </a:lnTo>
                  <a:lnTo>
                    <a:pt x="8866" y="5724"/>
                  </a:lnTo>
                  <a:lnTo>
                    <a:pt x="8987" y="5919"/>
                  </a:lnTo>
                  <a:lnTo>
                    <a:pt x="9085" y="6138"/>
                  </a:lnTo>
                  <a:lnTo>
                    <a:pt x="9158" y="6333"/>
                  </a:lnTo>
                  <a:lnTo>
                    <a:pt x="9207" y="6552"/>
                  </a:lnTo>
                  <a:lnTo>
                    <a:pt x="9231" y="6771"/>
                  </a:lnTo>
                  <a:lnTo>
                    <a:pt x="9231" y="6990"/>
                  </a:lnTo>
                  <a:lnTo>
                    <a:pt x="9231" y="7209"/>
                  </a:lnTo>
                  <a:lnTo>
                    <a:pt x="9207" y="7404"/>
                  </a:lnTo>
                  <a:lnTo>
                    <a:pt x="9158" y="7623"/>
                  </a:lnTo>
                  <a:lnTo>
                    <a:pt x="9085" y="7843"/>
                  </a:lnTo>
                  <a:lnTo>
                    <a:pt x="8987" y="8037"/>
                  </a:lnTo>
                  <a:lnTo>
                    <a:pt x="8866" y="8232"/>
                  </a:lnTo>
                  <a:lnTo>
                    <a:pt x="8744" y="8427"/>
                  </a:lnTo>
                  <a:lnTo>
                    <a:pt x="8573" y="8598"/>
                  </a:lnTo>
                  <a:lnTo>
                    <a:pt x="8573" y="8598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" name="Google Shape;396;p34"/>
            <p:cNvSpPr/>
            <p:nvPr/>
          </p:nvSpPr>
          <p:spPr>
            <a:xfrm>
              <a:off x="5566575" y="3265260"/>
              <a:ext cx="198525" cy="198525"/>
            </a:xfrm>
            <a:custGeom>
              <a:avLst/>
              <a:gdLst/>
              <a:ahLst/>
              <a:cxnLst/>
              <a:rect l="l" t="t" r="r" b="b"/>
              <a:pathLst>
                <a:path w="7941" h="7941" fill="none" extrusionOk="0">
                  <a:moveTo>
                    <a:pt x="7258" y="2144"/>
                  </a:moveTo>
                  <a:lnTo>
                    <a:pt x="6138" y="2388"/>
                  </a:lnTo>
                  <a:lnTo>
                    <a:pt x="6138" y="2388"/>
                  </a:lnTo>
                  <a:lnTo>
                    <a:pt x="6016" y="2217"/>
                  </a:lnTo>
                  <a:lnTo>
                    <a:pt x="5870" y="2071"/>
                  </a:lnTo>
                  <a:lnTo>
                    <a:pt x="6260" y="975"/>
                  </a:lnTo>
                  <a:lnTo>
                    <a:pt x="6260" y="975"/>
                  </a:lnTo>
                  <a:lnTo>
                    <a:pt x="6284" y="902"/>
                  </a:lnTo>
                  <a:lnTo>
                    <a:pt x="6284" y="829"/>
                  </a:lnTo>
                  <a:lnTo>
                    <a:pt x="6260" y="683"/>
                  </a:lnTo>
                  <a:lnTo>
                    <a:pt x="6162" y="561"/>
                  </a:lnTo>
                  <a:lnTo>
                    <a:pt x="6114" y="488"/>
                  </a:lnTo>
                  <a:lnTo>
                    <a:pt x="6065" y="464"/>
                  </a:lnTo>
                  <a:lnTo>
                    <a:pt x="5553" y="196"/>
                  </a:lnTo>
                  <a:lnTo>
                    <a:pt x="5553" y="196"/>
                  </a:lnTo>
                  <a:lnTo>
                    <a:pt x="5480" y="171"/>
                  </a:lnTo>
                  <a:lnTo>
                    <a:pt x="5407" y="171"/>
                  </a:lnTo>
                  <a:lnTo>
                    <a:pt x="5261" y="171"/>
                  </a:lnTo>
                  <a:lnTo>
                    <a:pt x="5115" y="244"/>
                  </a:lnTo>
                  <a:lnTo>
                    <a:pt x="5066" y="293"/>
                  </a:lnTo>
                  <a:lnTo>
                    <a:pt x="5018" y="342"/>
                  </a:lnTo>
                  <a:lnTo>
                    <a:pt x="4384" y="1316"/>
                  </a:lnTo>
                  <a:lnTo>
                    <a:pt x="4384" y="1316"/>
                  </a:lnTo>
                  <a:lnTo>
                    <a:pt x="4165" y="1292"/>
                  </a:lnTo>
                  <a:lnTo>
                    <a:pt x="3970" y="1292"/>
                  </a:lnTo>
                  <a:lnTo>
                    <a:pt x="3483" y="244"/>
                  </a:lnTo>
                  <a:lnTo>
                    <a:pt x="3483" y="244"/>
                  </a:lnTo>
                  <a:lnTo>
                    <a:pt x="3435" y="171"/>
                  </a:lnTo>
                  <a:lnTo>
                    <a:pt x="3386" y="123"/>
                  </a:lnTo>
                  <a:lnTo>
                    <a:pt x="3264" y="50"/>
                  </a:lnTo>
                  <a:lnTo>
                    <a:pt x="3118" y="1"/>
                  </a:lnTo>
                  <a:lnTo>
                    <a:pt x="3045" y="1"/>
                  </a:lnTo>
                  <a:lnTo>
                    <a:pt x="2972" y="25"/>
                  </a:lnTo>
                  <a:lnTo>
                    <a:pt x="2436" y="196"/>
                  </a:lnTo>
                  <a:lnTo>
                    <a:pt x="2436" y="196"/>
                  </a:lnTo>
                  <a:lnTo>
                    <a:pt x="2363" y="220"/>
                  </a:lnTo>
                  <a:lnTo>
                    <a:pt x="2290" y="269"/>
                  </a:lnTo>
                  <a:lnTo>
                    <a:pt x="2192" y="391"/>
                  </a:lnTo>
                  <a:lnTo>
                    <a:pt x="2144" y="537"/>
                  </a:lnTo>
                  <a:lnTo>
                    <a:pt x="2144" y="610"/>
                  </a:lnTo>
                  <a:lnTo>
                    <a:pt x="2144" y="683"/>
                  </a:lnTo>
                  <a:lnTo>
                    <a:pt x="2387" y="1828"/>
                  </a:lnTo>
                  <a:lnTo>
                    <a:pt x="2387" y="1828"/>
                  </a:lnTo>
                  <a:lnTo>
                    <a:pt x="2217" y="1949"/>
                  </a:lnTo>
                  <a:lnTo>
                    <a:pt x="2071" y="2095"/>
                  </a:lnTo>
                  <a:lnTo>
                    <a:pt x="999" y="1681"/>
                  </a:lnTo>
                  <a:lnTo>
                    <a:pt x="999" y="1681"/>
                  </a:lnTo>
                  <a:lnTo>
                    <a:pt x="926" y="1681"/>
                  </a:lnTo>
                  <a:lnTo>
                    <a:pt x="829" y="1657"/>
                  </a:lnTo>
                  <a:lnTo>
                    <a:pt x="682" y="1706"/>
                  </a:lnTo>
                  <a:lnTo>
                    <a:pt x="561" y="1779"/>
                  </a:lnTo>
                  <a:lnTo>
                    <a:pt x="512" y="1828"/>
                  </a:lnTo>
                  <a:lnTo>
                    <a:pt x="463" y="1901"/>
                  </a:lnTo>
                  <a:lnTo>
                    <a:pt x="220" y="2388"/>
                  </a:lnTo>
                  <a:lnTo>
                    <a:pt x="220" y="2388"/>
                  </a:lnTo>
                  <a:lnTo>
                    <a:pt x="195" y="2461"/>
                  </a:lnTo>
                  <a:lnTo>
                    <a:pt x="171" y="2534"/>
                  </a:lnTo>
                  <a:lnTo>
                    <a:pt x="195" y="2704"/>
                  </a:lnTo>
                  <a:lnTo>
                    <a:pt x="244" y="2826"/>
                  </a:lnTo>
                  <a:lnTo>
                    <a:pt x="293" y="2899"/>
                  </a:lnTo>
                  <a:lnTo>
                    <a:pt x="366" y="2948"/>
                  </a:lnTo>
                  <a:lnTo>
                    <a:pt x="1340" y="3581"/>
                  </a:lnTo>
                  <a:lnTo>
                    <a:pt x="1340" y="3581"/>
                  </a:lnTo>
                  <a:lnTo>
                    <a:pt x="1316" y="3776"/>
                  </a:lnTo>
                  <a:lnTo>
                    <a:pt x="1291" y="3995"/>
                  </a:lnTo>
                  <a:lnTo>
                    <a:pt x="244" y="4482"/>
                  </a:lnTo>
                  <a:lnTo>
                    <a:pt x="244" y="4482"/>
                  </a:lnTo>
                  <a:lnTo>
                    <a:pt x="195" y="4507"/>
                  </a:lnTo>
                  <a:lnTo>
                    <a:pt x="122" y="4555"/>
                  </a:lnTo>
                  <a:lnTo>
                    <a:pt x="49" y="4701"/>
                  </a:lnTo>
                  <a:lnTo>
                    <a:pt x="0" y="4848"/>
                  </a:lnTo>
                  <a:lnTo>
                    <a:pt x="25" y="4921"/>
                  </a:lnTo>
                  <a:lnTo>
                    <a:pt x="25" y="4994"/>
                  </a:lnTo>
                  <a:lnTo>
                    <a:pt x="220" y="5530"/>
                  </a:lnTo>
                  <a:lnTo>
                    <a:pt x="220" y="5530"/>
                  </a:lnTo>
                  <a:lnTo>
                    <a:pt x="244" y="5578"/>
                  </a:lnTo>
                  <a:lnTo>
                    <a:pt x="293" y="5651"/>
                  </a:lnTo>
                  <a:lnTo>
                    <a:pt x="390" y="5749"/>
                  </a:lnTo>
                  <a:lnTo>
                    <a:pt x="536" y="5797"/>
                  </a:lnTo>
                  <a:lnTo>
                    <a:pt x="609" y="5797"/>
                  </a:lnTo>
                  <a:lnTo>
                    <a:pt x="682" y="5797"/>
                  </a:lnTo>
                  <a:lnTo>
                    <a:pt x="1827" y="5554"/>
                  </a:lnTo>
                  <a:lnTo>
                    <a:pt x="1827" y="5554"/>
                  </a:lnTo>
                  <a:lnTo>
                    <a:pt x="1949" y="5724"/>
                  </a:lnTo>
                  <a:lnTo>
                    <a:pt x="2095" y="5870"/>
                  </a:lnTo>
                  <a:lnTo>
                    <a:pt x="1705" y="6966"/>
                  </a:lnTo>
                  <a:lnTo>
                    <a:pt x="1705" y="6966"/>
                  </a:lnTo>
                  <a:lnTo>
                    <a:pt x="1681" y="7040"/>
                  </a:lnTo>
                  <a:lnTo>
                    <a:pt x="1681" y="7113"/>
                  </a:lnTo>
                  <a:lnTo>
                    <a:pt x="1705" y="7259"/>
                  </a:lnTo>
                  <a:lnTo>
                    <a:pt x="1778" y="7380"/>
                  </a:lnTo>
                  <a:lnTo>
                    <a:pt x="1851" y="7429"/>
                  </a:lnTo>
                  <a:lnTo>
                    <a:pt x="1900" y="7478"/>
                  </a:lnTo>
                  <a:lnTo>
                    <a:pt x="2412" y="7721"/>
                  </a:lnTo>
                  <a:lnTo>
                    <a:pt x="2412" y="7721"/>
                  </a:lnTo>
                  <a:lnTo>
                    <a:pt x="2485" y="7770"/>
                  </a:lnTo>
                  <a:lnTo>
                    <a:pt x="2558" y="7770"/>
                  </a:lnTo>
                  <a:lnTo>
                    <a:pt x="2704" y="7770"/>
                  </a:lnTo>
                  <a:lnTo>
                    <a:pt x="2850" y="7697"/>
                  </a:lnTo>
                  <a:lnTo>
                    <a:pt x="2899" y="7648"/>
                  </a:lnTo>
                  <a:lnTo>
                    <a:pt x="2947" y="7600"/>
                  </a:lnTo>
                  <a:lnTo>
                    <a:pt x="3581" y="6625"/>
                  </a:lnTo>
                  <a:lnTo>
                    <a:pt x="3581" y="6625"/>
                  </a:lnTo>
                  <a:lnTo>
                    <a:pt x="3800" y="6650"/>
                  </a:lnTo>
                  <a:lnTo>
                    <a:pt x="3995" y="6650"/>
                  </a:lnTo>
                  <a:lnTo>
                    <a:pt x="4482" y="7697"/>
                  </a:lnTo>
                  <a:lnTo>
                    <a:pt x="4482" y="7697"/>
                  </a:lnTo>
                  <a:lnTo>
                    <a:pt x="4531" y="7770"/>
                  </a:lnTo>
                  <a:lnTo>
                    <a:pt x="4579" y="7819"/>
                  </a:lnTo>
                  <a:lnTo>
                    <a:pt x="4701" y="7892"/>
                  </a:lnTo>
                  <a:lnTo>
                    <a:pt x="4847" y="7941"/>
                  </a:lnTo>
                  <a:lnTo>
                    <a:pt x="4920" y="7941"/>
                  </a:lnTo>
                  <a:lnTo>
                    <a:pt x="4993" y="7916"/>
                  </a:lnTo>
                  <a:lnTo>
                    <a:pt x="5529" y="7746"/>
                  </a:lnTo>
                  <a:lnTo>
                    <a:pt x="5529" y="7746"/>
                  </a:lnTo>
                  <a:lnTo>
                    <a:pt x="5602" y="7721"/>
                  </a:lnTo>
                  <a:lnTo>
                    <a:pt x="5651" y="7673"/>
                  </a:lnTo>
                  <a:lnTo>
                    <a:pt x="5748" y="7551"/>
                  </a:lnTo>
                  <a:lnTo>
                    <a:pt x="5821" y="7405"/>
                  </a:lnTo>
                  <a:lnTo>
                    <a:pt x="5821" y="7332"/>
                  </a:lnTo>
                  <a:lnTo>
                    <a:pt x="5821" y="7259"/>
                  </a:lnTo>
                  <a:lnTo>
                    <a:pt x="5578" y="6114"/>
                  </a:lnTo>
                  <a:lnTo>
                    <a:pt x="5578" y="6114"/>
                  </a:lnTo>
                  <a:lnTo>
                    <a:pt x="5724" y="5992"/>
                  </a:lnTo>
                  <a:lnTo>
                    <a:pt x="5894" y="5846"/>
                  </a:lnTo>
                  <a:lnTo>
                    <a:pt x="6966" y="6260"/>
                  </a:lnTo>
                  <a:lnTo>
                    <a:pt x="6966" y="6260"/>
                  </a:lnTo>
                  <a:lnTo>
                    <a:pt x="7039" y="6260"/>
                  </a:lnTo>
                  <a:lnTo>
                    <a:pt x="7112" y="6285"/>
                  </a:lnTo>
                  <a:lnTo>
                    <a:pt x="7258" y="6236"/>
                  </a:lnTo>
                  <a:lnTo>
                    <a:pt x="7404" y="6163"/>
                  </a:lnTo>
                  <a:lnTo>
                    <a:pt x="7453" y="6114"/>
                  </a:lnTo>
                  <a:lnTo>
                    <a:pt x="7502" y="6041"/>
                  </a:lnTo>
                  <a:lnTo>
                    <a:pt x="7745" y="5530"/>
                  </a:lnTo>
                  <a:lnTo>
                    <a:pt x="7745" y="5530"/>
                  </a:lnTo>
                  <a:lnTo>
                    <a:pt x="7770" y="5481"/>
                  </a:lnTo>
                  <a:lnTo>
                    <a:pt x="7794" y="5383"/>
                  </a:lnTo>
                  <a:lnTo>
                    <a:pt x="7770" y="5237"/>
                  </a:lnTo>
                  <a:lnTo>
                    <a:pt x="7697" y="5115"/>
                  </a:lnTo>
                  <a:lnTo>
                    <a:pt x="7648" y="5042"/>
                  </a:lnTo>
                  <a:lnTo>
                    <a:pt x="7599" y="4994"/>
                  </a:lnTo>
                  <a:lnTo>
                    <a:pt x="6625" y="4360"/>
                  </a:lnTo>
                  <a:lnTo>
                    <a:pt x="6625" y="4360"/>
                  </a:lnTo>
                  <a:lnTo>
                    <a:pt x="6649" y="4166"/>
                  </a:lnTo>
                  <a:lnTo>
                    <a:pt x="6649" y="3946"/>
                  </a:lnTo>
                  <a:lnTo>
                    <a:pt x="7697" y="3459"/>
                  </a:lnTo>
                  <a:lnTo>
                    <a:pt x="7697" y="3459"/>
                  </a:lnTo>
                  <a:lnTo>
                    <a:pt x="7770" y="3435"/>
                  </a:lnTo>
                  <a:lnTo>
                    <a:pt x="7843" y="3386"/>
                  </a:lnTo>
                  <a:lnTo>
                    <a:pt x="7916" y="3240"/>
                  </a:lnTo>
                  <a:lnTo>
                    <a:pt x="7940" y="3094"/>
                  </a:lnTo>
                  <a:lnTo>
                    <a:pt x="7940" y="3021"/>
                  </a:lnTo>
                  <a:lnTo>
                    <a:pt x="7940" y="2948"/>
                  </a:lnTo>
                  <a:lnTo>
                    <a:pt x="7745" y="2412"/>
                  </a:lnTo>
                  <a:lnTo>
                    <a:pt x="7745" y="2412"/>
                  </a:lnTo>
                  <a:lnTo>
                    <a:pt x="7721" y="2339"/>
                  </a:lnTo>
                  <a:lnTo>
                    <a:pt x="7672" y="2290"/>
                  </a:lnTo>
                  <a:lnTo>
                    <a:pt x="7551" y="2193"/>
                  </a:lnTo>
                  <a:lnTo>
                    <a:pt x="7429" y="2144"/>
                  </a:lnTo>
                  <a:lnTo>
                    <a:pt x="7356" y="2144"/>
                  </a:lnTo>
                  <a:lnTo>
                    <a:pt x="7258" y="2144"/>
                  </a:lnTo>
                  <a:lnTo>
                    <a:pt x="7258" y="2144"/>
                  </a:lnTo>
                  <a:close/>
                  <a:moveTo>
                    <a:pt x="5480" y="4726"/>
                  </a:moveTo>
                  <a:lnTo>
                    <a:pt x="5480" y="4726"/>
                  </a:lnTo>
                  <a:lnTo>
                    <a:pt x="5383" y="4872"/>
                  </a:lnTo>
                  <a:lnTo>
                    <a:pt x="5286" y="4994"/>
                  </a:lnTo>
                  <a:lnTo>
                    <a:pt x="5188" y="5140"/>
                  </a:lnTo>
                  <a:lnTo>
                    <a:pt x="5066" y="5237"/>
                  </a:lnTo>
                  <a:lnTo>
                    <a:pt x="4945" y="5335"/>
                  </a:lnTo>
                  <a:lnTo>
                    <a:pt x="4798" y="5432"/>
                  </a:lnTo>
                  <a:lnTo>
                    <a:pt x="4652" y="5505"/>
                  </a:lnTo>
                  <a:lnTo>
                    <a:pt x="4506" y="5554"/>
                  </a:lnTo>
                  <a:lnTo>
                    <a:pt x="4360" y="5603"/>
                  </a:lnTo>
                  <a:lnTo>
                    <a:pt x="4190" y="5627"/>
                  </a:lnTo>
                  <a:lnTo>
                    <a:pt x="4043" y="5651"/>
                  </a:lnTo>
                  <a:lnTo>
                    <a:pt x="3873" y="5627"/>
                  </a:lnTo>
                  <a:lnTo>
                    <a:pt x="3702" y="5627"/>
                  </a:lnTo>
                  <a:lnTo>
                    <a:pt x="3556" y="5578"/>
                  </a:lnTo>
                  <a:lnTo>
                    <a:pt x="3386" y="5530"/>
                  </a:lnTo>
                  <a:lnTo>
                    <a:pt x="3240" y="5456"/>
                  </a:lnTo>
                  <a:lnTo>
                    <a:pt x="3240" y="5456"/>
                  </a:lnTo>
                  <a:lnTo>
                    <a:pt x="3094" y="5383"/>
                  </a:lnTo>
                  <a:lnTo>
                    <a:pt x="2947" y="5286"/>
                  </a:lnTo>
                  <a:lnTo>
                    <a:pt x="2826" y="5164"/>
                  </a:lnTo>
                  <a:lnTo>
                    <a:pt x="2704" y="5067"/>
                  </a:lnTo>
                  <a:lnTo>
                    <a:pt x="2606" y="4921"/>
                  </a:lnTo>
                  <a:lnTo>
                    <a:pt x="2533" y="4799"/>
                  </a:lnTo>
                  <a:lnTo>
                    <a:pt x="2460" y="4653"/>
                  </a:lnTo>
                  <a:lnTo>
                    <a:pt x="2387" y="4507"/>
                  </a:lnTo>
                  <a:lnTo>
                    <a:pt x="2363" y="4336"/>
                  </a:lnTo>
                  <a:lnTo>
                    <a:pt x="2314" y="4190"/>
                  </a:lnTo>
                  <a:lnTo>
                    <a:pt x="2314" y="4020"/>
                  </a:lnTo>
                  <a:lnTo>
                    <a:pt x="2314" y="3873"/>
                  </a:lnTo>
                  <a:lnTo>
                    <a:pt x="2339" y="3703"/>
                  </a:lnTo>
                  <a:lnTo>
                    <a:pt x="2363" y="3532"/>
                  </a:lnTo>
                  <a:lnTo>
                    <a:pt x="2412" y="3386"/>
                  </a:lnTo>
                  <a:lnTo>
                    <a:pt x="2485" y="3216"/>
                  </a:lnTo>
                  <a:lnTo>
                    <a:pt x="2485" y="3216"/>
                  </a:lnTo>
                  <a:lnTo>
                    <a:pt x="2582" y="3070"/>
                  </a:lnTo>
                  <a:lnTo>
                    <a:pt x="2680" y="2948"/>
                  </a:lnTo>
                  <a:lnTo>
                    <a:pt x="2777" y="2802"/>
                  </a:lnTo>
                  <a:lnTo>
                    <a:pt x="2899" y="2704"/>
                  </a:lnTo>
                  <a:lnTo>
                    <a:pt x="3020" y="2607"/>
                  </a:lnTo>
                  <a:lnTo>
                    <a:pt x="3167" y="2509"/>
                  </a:lnTo>
                  <a:lnTo>
                    <a:pt x="3313" y="2436"/>
                  </a:lnTo>
                  <a:lnTo>
                    <a:pt x="3459" y="2388"/>
                  </a:lnTo>
                  <a:lnTo>
                    <a:pt x="3605" y="2339"/>
                  </a:lnTo>
                  <a:lnTo>
                    <a:pt x="3775" y="2315"/>
                  </a:lnTo>
                  <a:lnTo>
                    <a:pt x="3922" y="2290"/>
                  </a:lnTo>
                  <a:lnTo>
                    <a:pt x="4092" y="2315"/>
                  </a:lnTo>
                  <a:lnTo>
                    <a:pt x="4263" y="2315"/>
                  </a:lnTo>
                  <a:lnTo>
                    <a:pt x="4409" y="2363"/>
                  </a:lnTo>
                  <a:lnTo>
                    <a:pt x="4579" y="2412"/>
                  </a:lnTo>
                  <a:lnTo>
                    <a:pt x="4725" y="2485"/>
                  </a:lnTo>
                  <a:lnTo>
                    <a:pt x="4725" y="2485"/>
                  </a:lnTo>
                  <a:lnTo>
                    <a:pt x="4871" y="2558"/>
                  </a:lnTo>
                  <a:lnTo>
                    <a:pt x="5018" y="2656"/>
                  </a:lnTo>
                  <a:lnTo>
                    <a:pt x="5139" y="2777"/>
                  </a:lnTo>
                  <a:lnTo>
                    <a:pt x="5261" y="2875"/>
                  </a:lnTo>
                  <a:lnTo>
                    <a:pt x="5359" y="3021"/>
                  </a:lnTo>
                  <a:lnTo>
                    <a:pt x="5432" y="3143"/>
                  </a:lnTo>
                  <a:lnTo>
                    <a:pt x="5505" y="3289"/>
                  </a:lnTo>
                  <a:lnTo>
                    <a:pt x="5578" y="3435"/>
                  </a:lnTo>
                  <a:lnTo>
                    <a:pt x="5602" y="3605"/>
                  </a:lnTo>
                  <a:lnTo>
                    <a:pt x="5626" y="3752"/>
                  </a:lnTo>
                  <a:lnTo>
                    <a:pt x="5651" y="3922"/>
                  </a:lnTo>
                  <a:lnTo>
                    <a:pt x="5651" y="4068"/>
                  </a:lnTo>
                  <a:lnTo>
                    <a:pt x="5626" y="4239"/>
                  </a:lnTo>
                  <a:lnTo>
                    <a:pt x="5602" y="4409"/>
                  </a:lnTo>
                  <a:lnTo>
                    <a:pt x="5553" y="4555"/>
                  </a:lnTo>
                  <a:lnTo>
                    <a:pt x="5480" y="4726"/>
                  </a:lnTo>
                  <a:lnTo>
                    <a:pt x="5480" y="4726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97" name="Google Shape;397;p34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29</a:t>
            </a:fld>
            <a:endParaRPr/>
          </a:p>
        </p:txBody>
      </p:sp>
      <p:pic>
        <p:nvPicPr>
          <p:cNvPr id="10246" name="Picture 6" descr="What Is DevOps? Here Are The Core Concepts You Actually Need To Know | by  Distillery Tech | Medium">
            <a:extLst>
              <a:ext uri="{FF2B5EF4-FFF2-40B4-BE49-F238E27FC236}">
                <a16:creationId xmlns:a16="http://schemas.microsoft.com/office/drawing/2014/main" id="{2D2B44C7-B1FD-4784-858F-6CD609A2AC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2974" y="1383136"/>
            <a:ext cx="6784701" cy="37127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FA23A113-DA30-49B8-90D6-FEFD778D3CCC}"/>
              </a:ext>
            </a:extLst>
          </p:cNvPr>
          <p:cNvSpPr/>
          <p:nvPr/>
        </p:nvSpPr>
        <p:spPr>
          <a:xfrm>
            <a:off x="1072145" y="2695575"/>
            <a:ext cx="489955" cy="1238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4300424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30"/>
          <p:cNvSpPr txBox="1">
            <a:spLocks noGrp="1"/>
          </p:cNvSpPr>
          <p:nvPr>
            <p:ph type="subTitle" idx="4294967295"/>
          </p:nvPr>
        </p:nvSpPr>
        <p:spPr>
          <a:xfrm>
            <a:off x="2371500" y="2093775"/>
            <a:ext cx="5021400" cy="7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sz="3600" b="1" i="1" dirty="0">
                <a:latin typeface="Lora"/>
                <a:ea typeface="Lora"/>
                <a:cs typeface="Lora"/>
                <a:sym typeface="Lora"/>
              </a:rPr>
              <a:t>Any </a:t>
            </a:r>
            <a:r>
              <a:rPr lang="en" sz="3600" b="1" i="1" dirty="0">
                <a:highlight>
                  <a:schemeClr val="accent1"/>
                </a:highlight>
                <a:latin typeface="Lora"/>
                <a:ea typeface="Lora"/>
                <a:cs typeface="Lora"/>
                <a:sym typeface="Lora"/>
              </a:rPr>
              <a:t>questions</a:t>
            </a:r>
            <a:r>
              <a:rPr lang="en" sz="3600" b="1" i="1" dirty="0">
                <a:latin typeface="Lora"/>
                <a:ea typeface="Lora"/>
                <a:cs typeface="Lora"/>
                <a:sym typeface="Lora"/>
              </a:rPr>
              <a:t> ?</a:t>
            </a:r>
            <a:endParaRPr sz="3600" b="1" i="1" dirty="0">
              <a:latin typeface="Lora"/>
              <a:ea typeface="Lora"/>
              <a:cs typeface="Lora"/>
              <a:sym typeface="Lora"/>
            </a:endParaRPr>
          </a:p>
        </p:txBody>
      </p:sp>
      <p:cxnSp>
        <p:nvCxnSpPr>
          <p:cNvPr id="323" name="Google Shape;323;p30"/>
          <p:cNvCxnSpPr/>
          <p:nvPr/>
        </p:nvCxnSpPr>
        <p:spPr>
          <a:xfrm>
            <a:off x="6450" y="1428750"/>
            <a:ext cx="2397300" cy="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24" name="Google Shape;324;p30"/>
          <p:cNvSpPr txBox="1">
            <a:spLocks noGrp="1"/>
          </p:cNvSpPr>
          <p:nvPr>
            <p:ph type="ctrTitle" idx="4294967295"/>
          </p:nvPr>
        </p:nvSpPr>
        <p:spPr>
          <a:xfrm>
            <a:off x="2371625" y="816550"/>
            <a:ext cx="4908000" cy="1159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0"/>
              <a:t>Thanks!</a:t>
            </a:r>
            <a:endParaRPr sz="6000"/>
          </a:p>
        </p:txBody>
      </p:sp>
      <p:cxnSp>
        <p:nvCxnSpPr>
          <p:cNvPr id="325" name="Google Shape;325;p30"/>
          <p:cNvCxnSpPr/>
          <p:nvPr/>
        </p:nvCxnSpPr>
        <p:spPr>
          <a:xfrm>
            <a:off x="5589800" y="1428750"/>
            <a:ext cx="3554100" cy="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26" name="Google Shape;326;p30"/>
          <p:cNvSpPr/>
          <p:nvPr/>
        </p:nvSpPr>
        <p:spPr>
          <a:xfrm>
            <a:off x="831925" y="859175"/>
            <a:ext cx="1139100" cy="1139100"/>
          </a:xfrm>
          <a:prstGeom prst="ellipse">
            <a:avLst/>
          </a:prstGeom>
          <a:solidFill>
            <a:srgbClr val="FFCD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27" name="Google Shape;327;p30"/>
          <p:cNvGrpSpPr/>
          <p:nvPr/>
        </p:nvGrpSpPr>
        <p:grpSpPr>
          <a:xfrm>
            <a:off x="1148888" y="1190759"/>
            <a:ext cx="505722" cy="475767"/>
            <a:chOff x="5972700" y="2330200"/>
            <a:chExt cx="411625" cy="387275"/>
          </a:xfrm>
        </p:grpSpPr>
        <p:sp>
          <p:nvSpPr>
            <p:cNvPr id="328" name="Google Shape;328;p30"/>
            <p:cNvSpPr/>
            <p:nvPr/>
          </p:nvSpPr>
          <p:spPr>
            <a:xfrm>
              <a:off x="5972700" y="2476950"/>
              <a:ext cx="98050" cy="219825"/>
            </a:xfrm>
            <a:custGeom>
              <a:avLst/>
              <a:gdLst/>
              <a:ahLst/>
              <a:cxnLst/>
              <a:rect l="l" t="t" r="r" b="b"/>
              <a:pathLst>
                <a:path w="3922" h="8793" fill="none" extrusionOk="0">
                  <a:moveTo>
                    <a:pt x="0" y="0"/>
                  </a:moveTo>
                  <a:lnTo>
                    <a:pt x="0" y="8792"/>
                  </a:lnTo>
                  <a:lnTo>
                    <a:pt x="3921" y="8792"/>
                  </a:lnTo>
                  <a:lnTo>
                    <a:pt x="3921" y="0"/>
                  </a:lnTo>
                  <a:lnTo>
                    <a:pt x="0" y="0"/>
                  </a:lnTo>
                  <a:close/>
                  <a:moveTo>
                    <a:pt x="2411" y="2411"/>
                  </a:moveTo>
                  <a:lnTo>
                    <a:pt x="2411" y="2411"/>
                  </a:lnTo>
                  <a:lnTo>
                    <a:pt x="2265" y="2387"/>
                  </a:lnTo>
                  <a:lnTo>
                    <a:pt x="2143" y="2363"/>
                  </a:lnTo>
                  <a:lnTo>
                    <a:pt x="2022" y="2290"/>
                  </a:lnTo>
                  <a:lnTo>
                    <a:pt x="1924" y="2216"/>
                  </a:lnTo>
                  <a:lnTo>
                    <a:pt x="1827" y="2095"/>
                  </a:lnTo>
                  <a:lnTo>
                    <a:pt x="1754" y="1973"/>
                  </a:lnTo>
                  <a:lnTo>
                    <a:pt x="1729" y="1851"/>
                  </a:lnTo>
                  <a:lnTo>
                    <a:pt x="1705" y="1705"/>
                  </a:lnTo>
                  <a:lnTo>
                    <a:pt x="1705" y="1705"/>
                  </a:lnTo>
                  <a:lnTo>
                    <a:pt x="1729" y="1559"/>
                  </a:lnTo>
                  <a:lnTo>
                    <a:pt x="1754" y="1437"/>
                  </a:lnTo>
                  <a:lnTo>
                    <a:pt x="1827" y="1315"/>
                  </a:lnTo>
                  <a:lnTo>
                    <a:pt x="1924" y="1218"/>
                  </a:lnTo>
                  <a:lnTo>
                    <a:pt x="2022" y="1120"/>
                  </a:lnTo>
                  <a:lnTo>
                    <a:pt x="2143" y="1072"/>
                  </a:lnTo>
                  <a:lnTo>
                    <a:pt x="2265" y="1023"/>
                  </a:lnTo>
                  <a:lnTo>
                    <a:pt x="2411" y="999"/>
                  </a:lnTo>
                  <a:lnTo>
                    <a:pt x="2411" y="999"/>
                  </a:lnTo>
                  <a:lnTo>
                    <a:pt x="2557" y="1023"/>
                  </a:lnTo>
                  <a:lnTo>
                    <a:pt x="2679" y="1072"/>
                  </a:lnTo>
                  <a:lnTo>
                    <a:pt x="2801" y="1120"/>
                  </a:lnTo>
                  <a:lnTo>
                    <a:pt x="2898" y="1218"/>
                  </a:lnTo>
                  <a:lnTo>
                    <a:pt x="2996" y="1315"/>
                  </a:lnTo>
                  <a:lnTo>
                    <a:pt x="3069" y="1437"/>
                  </a:lnTo>
                  <a:lnTo>
                    <a:pt x="3093" y="1559"/>
                  </a:lnTo>
                  <a:lnTo>
                    <a:pt x="3118" y="1705"/>
                  </a:lnTo>
                  <a:lnTo>
                    <a:pt x="3118" y="1705"/>
                  </a:lnTo>
                  <a:lnTo>
                    <a:pt x="3093" y="1851"/>
                  </a:lnTo>
                  <a:lnTo>
                    <a:pt x="3069" y="1973"/>
                  </a:lnTo>
                  <a:lnTo>
                    <a:pt x="2996" y="2095"/>
                  </a:lnTo>
                  <a:lnTo>
                    <a:pt x="2898" y="2216"/>
                  </a:lnTo>
                  <a:lnTo>
                    <a:pt x="2801" y="2290"/>
                  </a:lnTo>
                  <a:lnTo>
                    <a:pt x="2679" y="2363"/>
                  </a:lnTo>
                  <a:lnTo>
                    <a:pt x="2557" y="2387"/>
                  </a:lnTo>
                  <a:lnTo>
                    <a:pt x="2411" y="2411"/>
                  </a:lnTo>
                  <a:lnTo>
                    <a:pt x="2411" y="2411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" name="Google Shape;329;p30"/>
            <p:cNvSpPr/>
            <p:nvPr/>
          </p:nvSpPr>
          <p:spPr>
            <a:xfrm>
              <a:off x="6078025" y="2330200"/>
              <a:ext cx="306300" cy="387275"/>
            </a:xfrm>
            <a:custGeom>
              <a:avLst/>
              <a:gdLst/>
              <a:ahLst/>
              <a:cxnLst/>
              <a:rect l="l" t="t" r="r" b="b"/>
              <a:pathLst>
                <a:path w="12252" h="15491" fill="none" extrusionOk="0">
                  <a:moveTo>
                    <a:pt x="1" y="13396"/>
                  </a:moveTo>
                  <a:lnTo>
                    <a:pt x="1511" y="13396"/>
                  </a:lnTo>
                  <a:lnTo>
                    <a:pt x="1511" y="13396"/>
                  </a:lnTo>
                  <a:lnTo>
                    <a:pt x="1998" y="13639"/>
                  </a:lnTo>
                  <a:lnTo>
                    <a:pt x="2680" y="13932"/>
                  </a:lnTo>
                  <a:lnTo>
                    <a:pt x="3556" y="14273"/>
                  </a:lnTo>
                  <a:lnTo>
                    <a:pt x="4531" y="14638"/>
                  </a:lnTo>
                  <a:lnTo>
                    <a:pt x="5578" y="14955"/>
                  </a:lnTo>
                  <a:lnTo>
                    <a:pt x="6114" y="15101"/>
                  </a:lnTo>
                  <a:lnTo>
                    <a:pt x="6650" y="15222"/>
                  </a:lnTo>
                  <a:lnTo>
                    <a:pt x="7161" y="15344"/>
                  </a:lnTo>
                  <a:lnTo>
                    <a:pt x="7672" y="15417"/>
                  </a:lnTo>
                  <a:lnTo>
                    <a:pt x="8135" y="15466"/>
                  </a:lnTo>
                  <a:lnTo>
                    <a:pt x="8598" y="15490"/>
                  </a:lnTo>
                  <a:lnTo>
                    <a:pt x="8598" y="15490"/>
                  </a:lnTo>
                  <a:lnTo>
                    <a:pt x="9377" y="15490"/>
                  </a:lnTo>
                  <a:lnTo>
                    <a:pt x="9791" y="15466"/>
                  </a:lnTo>
                  <a:lnTo>
                    <a:pt x="10181" y="15417"/>
                  </a:lnTo>
                  <a:lnTo>
                    <a:pt x="10522" y="15320"/>
                  </a:lnTo>
                  <a:lnTo>
                    <a:pt x="10692" y="15271"/>
                  </a:lnTo>
                  <a:lnTo>
                    <a:pt x="10814" y="15222"/>
                  </a:lnTo>
                  <a:lnTo>
                    <a:pt x="10936" y="15149"/>
                  </a:lnTo>
                  <a:lnTo>
                    <a:pt x="11033" y="15052"/>
                  </a:lnTo>
                  <a:lnTo>
                    <a:pt x="11082" y="14955"/>
                  </a:lnTo>
                  <a:lnTo>
                    <a:pt x="11131" y="14833"/>
                  </a:lnTo>
                  <a:lnTo>
                    <a:pt x="11204" y="14126"/>
                  </a:lnTo>
                  <a:lnTo>
                    <a:pt x="11204" y="14126"/>
                  </a:lnTo>
                  <a:lnTo>
                    <a:pt x="11180" y="13956"/>
                  </a:lnTo>
                  <a:lnTo>
                    <a:pt x="11131" y="13810"/>
                  </a:lnTo>
                  <a:lnTo>
                    <a:pt x="11033" y="13664"/>
                  </a:lnTo>
                  <a:lnTo>
                    <a:pt x="10887" y="13542"/>
                  </a:lnTo>
                  <a:lnTo>
                    <a:pt x="10887" y="13542"/>
                  </a:lnTo>
                  <a:lnTo>
                    <a:pt x="11009" y="13518"/>
                  </a:lnTo>
                  <a:lnTo>
                    <a:pt x="11131" y="13469"/>
                  </a:lnTo>
                  <a:lnTo>
                    <a:pt x="11253" y="13420"/>
                  </a:lnTo>
                  <a:lnTo>
                    <a:pt x="11350" y="13323"/>
                  </a:lnTo>
                  <a:lnTo>
                    <a:pt x="11423" y="13225"/>
                  </a:lnTo>
                  <a:lnTo>
                    <a:pt x="11496" y="13104"/>
                  </a:lnTo>
                  <a:lnTo>
                    <a:pt x="11545" y="12957"/>
                  </a:lnTo>
                  <a:lnTo>
                    <a:pt x="11569" y="12836"/>
                  </a:lnTo>
                  <a:lnTo>
                    <a:pt x="11642" y="11959"/>
                  </a:lnTo>
                  <a:lnTo>
                    <a:pt x="11642" y="11959"/>
                  </a:lnTo>
                  <a:lnTo>
                    <a:pt x="11642" y="11837"/>
                  </a:lnTo>
                  <a:lnTo>
                    <a:pt x="11642" y="11740"/>
                  </a:lnTo>
                  <a:lnTo>
                    <a:pt x="11618" y="11618"/>
                  </a:lnTo>
                  <a:lnTo>
                    <a:pt x="11569" y="11521"/>
                  </a:lnTo>
                  <a:lnTo>
                    <a:pt x="11447" y="11350"/>
                  </a:lnTo>
                  <a:lnTo>
                    <a:pt x="11374" y="11277"/>
                  </a:lnTo>
                  <a:lnTo>
                    <a:pt x="11301" y="11204"/>
                  </a:lnTo>
                  <a:lnTo>
                    <a:pt x="11301" y="11204"/>
                  </a:lnTo>
                  <a:lnTo>
                    <a:pt x="11423" y="11180"/>
                  </a:lnTo>
                  <a:lnTo>
                    <a:pt x="11521" y="11131"/>
                  </a:lnTo>
                  <a:lnTo>
                    <a:pt x="11618" y="11058"/>
                  </a:lnTo>
                  <a:lnTo>
                    <a:pt x="11715" y="10960"/>
                  </a:lnTo>
                  <a:lnTo>
                    <a:pt x="11788" y="10863"/>
                  </a:lnTo>
                  <a:lnTo>
                    <a:pt x="11837" y="10766"/>
                  </a:lnTo>
                  <a:lnTo>
                    <a:pt x="11886" y="10644"/>
                  </a:lnTo>
                  <a:lnTo>
                    <a:pt x="11910" y="10498"/>
                  </a:lnTo>
                  <a:lnTo>
                    <a:pt x="11983" y="9645"/>
                  </a:lnTo>
                  <a:lnTo>
                    <a:pt x="11983" y="9645"/>
                  </a:lnTo>
                  <a:lnTo>
                    <a:pt x="11983" y="9523"/>
                  </a:lnTo>
                  <a:lnTo>
                    <a:pt x="11983" y="9402"/>
                  </a:lnTo>
                  <a:lnTo>
                    <a:pt x="11959" y="9280"/>
                  </a:lnTo>
                  <a:lnTo>
                    <a:pt x="11910" y="9182"/>
                  </a:lnTo>
                  <a:lnTo>
                    <a:pt x="11861" y="9085"/>
                  </a:lnTo>
                  <a:lnTo>
                    <a:pt x="11788" y="9012"/>
                  </a:lnTo>
                  <a:lnTo>
                    <a:pt x="11715" y="8939"/>
                  </a:lnTo>
                  <a:lnTo>
                    <a:pt x="11618" y="8866"/>
                  </a:lnTo>
                  <a:lnTo>
                    <a:pt x="11618" y="8866"/>
                  </a:lnTo>
                  <a:lnTo>
                    <a:pt x="11715" y="8841"/>
                  </a:lnTo>
                  <a:lnTo>
                    <a:pt x="11813" y="8768"/>
                  </a:lnTo>
                  <a:lnTo>
                    <a:pt x="11910" y="8695"/>
                  </a:lnTo>
                  <a:lnTo>
                    <a:pt x="11983" y="8622"/>
                  </a:lnTo>
                  <a:lnTo>
                    <a:pt x="12056" y="8525"/>
                  </a:lnTo>
                  <a:lnTo>
                    <a:pt x="12105" y="8427"/>
                  </a:lnTo>
                  <a:lnTo>
                    <a:pt x="12129" y="8306"/>
                  </a:lnTo>
                  <a:lnTo>
                    <a:pt x="12154" y="8184"/>
                  </a:lnTo>
                  <a:lnTo>
                    <a:pt x="12251" y="7307"/>
                  </a:lnTo>
                  <a:lnTo>
                    <a:pt x="12251" y="7307"/>
                  </a:lnTo>
                  <a:lnTo>
                    <a:pt x="12227" y="7185"/>
                  </a:lnTo>
                  <a:lnTo>
                    <a:pt x="12202" y="7064"/>
                  </a:lnTo>
                  <a:lnTo>
                    <a:pt x="12154" y="6966"/>
                  </a:lnTo>
                  <a:lnTo>
                    <a:pt x="12105" y="6869"/>
                  </a:lnTo>
                  <a:lnTo>
                    <a:pt x="12032" y="6771"/>
                  </a:lnTo>
                  <a:lnTo>
                    <a:pt x="11935" y="6698"/>
                  </a:lnTo>
                  <a:lnTo>
                    <a:pt x="11715" y="6552"/>
                  </a:lnTo>
                  <a:lnTo>
                    <a:pt x="11472" y="6430"/>
                  </a:lnTo>
                  <a:lnTo>
                    <a:pt x="11180" y="6333"/>
                  </a:lnTo>
                  <a:lnTo>
                    <a:pt x="10863" y="6260"/>
                  </a:lnTo>
                  <a:lnTo>
                    <a:pt x="10546" y="6211"/>
                  </a:lnTo>
                  <a:lnTo>
                    <a:pt x="10546" y="6211"/>
                  </a:lnTo>
                  <a:lnTo>
                    <a:pt x="9864" y="6114"/>
                  </a:lnTo>
                  <a:lnTo>
                    <a:pt x="8817" y="6016"/>
                  </a:lnTo>
                  <a:lnTo>
                    <a:pt x="7575" y="5943"/>
                  </a:lnTo>
                  <a:lnTo>
                    <a:pt x="6309" y="5870"/>
                  </a:lnTo>
                  <a:lnTo>
                    <a:pt x="6309" y="5870"/>
                  </a:lnTo>
                  <a:lnTo>
                    <a:pt x="6479" y="5578"/>
                  </a:lnTo>
                  <a:lnTo>
                    <a:pt x="6625" y="5237"/>
                  </a:lnTo>
                  <a:lnTo>
                    <a:pt x="6771" y="4872"/>
                  </a:lnTo>
                  <a:lnTo>
                    <a:pt x="6869" y="4482"/>
                  </a:lnTo>
                  <a:lnTo>
                    <a:pt x="6966" y="4092"/>
                  </a:lnTo>
                  <a:lnTo>
                    <a:pt x="7064" y="3678"/>
                  </a:lnTo>
                  <a:lnTo>
                    <a:pt x="7161" y="2875"/>
                  </a:lnTo>
                  <a:lnTo>
                    <a:pt x="7234" y="2144"/>
                  </a:lnTo>
                  <a:lnTo>
                    <a:pt x="7283" y="1535"/>
                  </a:lnTo>
                  <a:lnTo>
                    <a:pt x="7283" y="975"/>
                  </a:lnTo>
                  <a:lnTo>
                    <a:pt x="7283" y="975"/>
                  </a:lnTo>
                  <a:lnTo>
                    <a:pt x="7283" y="804"/>
                  </a:lnTo>
                  <a:lnTo>
                    <a:pt x="7210" y="609"/>
                  </a:lnTo>
                  <a:lnTo>
                    <a:pt x="7137" y="463"/>
                  </a:lnTo>
                  <a:lnTo>
                    <a:pt x="7015" y="317"/>
                  </a:lnTo>
                  <a:lnTo>
                    <a:pt x="6869" y="171"/>
                  </a:lnTo>
                  <a:lnTo>
                    <a:pt x="6698" y="98"/>
                  </a:lnTo>
                  <a:lnTo>
                    <a:pt x="6503" y="25"/>
                  </a:lnTo>
                  <a:lnTo>
                    <a:pt x="6309" y="1"/>
                  </a:lnTo>
                  <a:lnTo>
                    <a:pt x="6309" y="1"/>
                  </a:lnTo>
                  <a:lnTo>
                    <a:pt x="5943" y="25"/>
                  </a:lnTo>
                  <a:lnTo>
                    <a:pt x="5700" y="74"/>
                  </a:lnTo>
                  <a:lnTo>
                    <a:pt x="5505" y="147"/>
                  </a:lnTo>
                  <a:lnTo>
                    <a:pt x="5359" y="220"/>
                  </a:lnTo>
                  <a:lnTo>
                    <a:pt x="5359" y="220"/>
                  </a:lnTo>
                  <a:lnTo>
                    <a:pt x="4969" y="1462"/>
                  </a:lnTo>
                  <a:lnTo>
                    <a:pt x="4774" y="2022"/>
                  </a:lnTo>
                  <a:lnTo>
                    <a:pt x="4579" y="2534"/>
                  </a:lnTo>
                  <a:lnTo>
                    <a:pt x="4385" y="2996"/>
                  </a:lnTo>
                  <a:lnTo>
                    <a:pt x="4190" y="3386"/>
                  </a:lnTo>
                  <a:lnTo>
                    <a:pt x="4019" y="3678"/>
                  </a:lnTo>
                  <a:lnTo>
                    <a:pt x="3873" y="3922"/>
                  </a:lnTo>
                  <a:lnTo>
                    <a:pt x="3873" y="3922"/>
                  </a:lnTo>
                  <a:lnTo>
                    <a:pt x="3654" y="4141"/>
                  </a:lnTo>
                  <a:lnTo>
                    <a:pt x="3313" y="4482"/>
                  </a:lnTo>
                  <a:lnTo>
                    <a:pt x="2509" y="5237"/>
                  </a:lnTo>
                  <a:lnTo>
                    <a:pt x="1438" y="6211"/>
                  </a:lnTo>
                  <a:lnTo>
                    <a:pt x="1" y="6211"/>
                  </a:lnTo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30" name="Google Shape;330;p30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30</a:t>
            </a:fld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Viola template">
  <a:themeElements>
    <a:clrScheme name="Custom 347">
      <a:dk1>
        <a:srgbClr val="000000"/>
      </a:dk1>
      <a:lt1>
        <a:srgbClr val="FFFFFF"/>
      </a:lt1>
      <a:dk2>
        <a:srgbClr val="8A8682"/>
      </a:dk2>
      <a:lt2>
        <a:srgbClr val="F0EEE9"/>
      </a:lt2>
      <a:accent1>
        <a:srgbClr val="FFCD00"/>
      </a:accent1>
      <a:accent2>
        <a:srgbClr val="F6921D"/>
      </a:accent2>
      <a:accent3>
        <a:srgbClr val="A7693A"/>
      </a:accent3>
      <a:accent4>
        <a:srgbClr val="D8D6D2"/>
      </a:accent4>
      <a:accent5>
        <a:srgbClr val="979593"/>
      </a:accent5>
      <a:accent6>
        <a:srgbClr val="6F6868"/>
      </a:accent6>
      <a:hlink>
        <a:srgbClr val="000000"/>
      </a:hlink>
      <a:folHlink>
        <a:srgbClr val="6611C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3718</TotalTime>
  <Words>2549</Words>
  <Application>Microsoft Office PowerPoint</Application>
  <PresentationFormat>화면 슬라이드 쇼(16:9)</PresentationFormat>
  <Paragraphs>322</Paragraphs>
  <Slides>30</Slides>
  <Notes>30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30</vt:i4>
      </vt:variant>
    </vt:vector>
  </HeadingPairs>
  <TitlesOfParts>
    <vt:vector size="37" baseType="lpstr">
      <vt:lpstr>Quattrocento Sans</vt:lpstr>
      <vt:lpstr>Calibri</vt:lpstr>
      <vt:lpstr>함초롬돋움</vt:lpstr>
      <vt:lpstr>맑은 고딕</vt:lpstr>
      <vt:lpstr>Arial</vt:lpstr>
      <vt:lpstr>Lora</vt:lpstr>
      <vt:lpstr>Viola template</vt:lpstr>
      <vt:lpstr>About Git? </vt:lpstr>
      <vt:lpstr>Contents</vt:lpstr>
      <vt:lpstr>Git 이란?</vt:lpstr>
      <vt:lpstr>PowerPoint 프레젠테이션</vt:lpstr>
      <vt:lpstr>업무파일 어떻게 작성하시나요?</vt:lpstr>
      <vt:lpstr>PowerPoint 프레젠테이션</vt:lpstr>
      <vt:lpstr>업무 공유 어떻게 하시나요?</vt:lpstr>
      <vt:lpstr>Big concept</vt:lpstr>
      <vt:lpstr>Big concept</vt:lpstr>
      <vt:lpstr>For Your Information</vt:lpstr>
      <vt:lpstr>For Your Information</vt:lpstr>
      <vt:lpstr>For Your Information</vt:lpstr>
      <vt:lpstr>Version Control System (VCS)</vt:lpstr>
      <vt:lpstr>Git 왜 쓰는가?</vt:lpstr>
      <vt:lpstr>Git 왜 쓰는가? [개발자 시점] </vt:lpstr>
      <vt:lpstr>버전관리</vt:lpstr>
      <vt:lpstr>백업&amp;협업</vt:lpstr>
      <vt:lpstr>백업&amp;협업</vt:lpstr>
      <vt:lpstr>그 외 좋은 점</vt:lpstr>
      <vt:lpstr>Git 원리 &amp; 사용방법</vt:lpstr>
      <vt:lpstr>Git 원리 &amp; 사용방법</vt:lpstr>
      <vt:lpstr>Git 원리 &amp; 사용방법</vt:lpstr>
      <vt:lpstr>Git 원리 &amp; 사용방법</vt:lpstr>
      <vt:lpstr>Git 원리 &amp; 사용방법</vt:lpstr>
      <vt:lpstr>Git 원리 &amp; 사용방법</vt:lpstr>
      <vt:lpstr>Git 원리 &amp; 사용방법</vt:lpstr>
      <vt:lpstr>교육과정에서의 Git</vt:lpstr>
      <vt:lpstr>교육 과정에서의 Git</vt:lpstr>
      <vt:lpstr>교육 과정에서의 Git</vt:lpstr>
      <vt:lpstr>Thanks!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Git &amp; GitHub</dc:title>
  <dc:creator>a</dc:creator>
  <cp:lastModifiedBy>채원 정</cp:lastModifiedBy>
  <cp:revision>130</cp:revision>
  <dcterms:modified xsi:type="dcterms:W3CDTF">2023-08-01T02:17:28Z</dcterms:modified>
</cp:coreProperties>
</file>