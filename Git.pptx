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55"/>
  </p:notesMasterIdLst>
  <p:sldIdLst>
    <p:sldId id="256" r:id="rId2"/>
    <p:sldId id="257" r:id="rId3"/>
    <p:sldId id="259" r:id="rId4"/>
    <p:sldId id="260" r:id="rId5"/>
    <p:sldId id="297" r:id="rId6"/>
    <p:sldId id="296" r:id="rId7"/>
    <p:sldId id="299" r:id="rId8"/>
    <p:sldId id="262" r:id="rId9"/>
    <p:sldId id="264" r:id="rId10"/>
    <p:sldId id="311" r:id="rId11"/>
    <p:sldId id="305" r:id="rId12"/>
    <p:sldId id="310" r:id="rId13"/>
    <p:sldId id="313" r:id="rId14"/>
    <p:sldId id="309" r:id="rId15"/>
    <p:sldId id="301" r:id="rId16"/>
    <p:sldId id="306" r:id="rId17"/>
    <p:sldId id="307" r:id="rId18"/>
    <p:sldId id="303" r:id="rId19"/>
    <p:sldId id="308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58" r:id="rId52"/>
    <p:sldId id="298" r:id="rId53"/>
    <p:sldId id="261" r:id="rId5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Lora" pitchFamily="2" charset="0"/>
      <p:regular r:id="rId60"/>
      <p:bold r:id="rId61"/>
      <p:italic r:id="rId62"/>
      <p:boldItalic r:id="rId63"/>
    </p:embeddedFont>
    <p:embeddedFont>
      <p:font typeface="Montserrat" panose="00000500000000000000" pitchFamily="2" charset="0"/>
      <p:regular r:id="rId64"/>
      <p:bold r:id="rId65"/>
      <p:italic r:id="rId66"/>
      <p:boldItalic r:id="rId67"/>
    </p:embeddedFont>
    <p:embeddedFont>
      <p:font typeface="Quattrocento Sans" panose="020B0600000101010101" charset="0"/>
      <p:regular r:id="rId68"/>
      <p:bold r:id="rId69"/>
      <p:italic r:id="rId70"/>
      <p:boldItalic r:id="rId71"/>
    </p:embeddedFont>
    <p:embeddedFont>
      <p:font typeface="함초롬돋움" panose="020B0604000101010101" pitchFamily="50" charset="-127"/>
      <p:regular r:id="rId72"/>
      <p:bold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5B2040-0373-4AB5-8C16-54180E59C3D7}">
  <a:tblStyle styleId="{DA5B2040-0373-4AB5-8C16-54180E59C3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83C8C0-4F54-423C-8FE9-BE38F65F23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font" Target="fonts/font14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0" Type="http://schemas.openxmlformats.org/officeDocument/2006/relationships/font" Target="fonts/font15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766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43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406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더 정확하게는 분산 버전 관리 시스템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리누스가</a:t>
            </a:r>
            <a:r>
              <a:rPr lang="ko-KR" altLang="en-US" dirty="0"/>
              <a:t> 리눅스 커널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584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360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3976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240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267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096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910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825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533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008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d206c3cb3_27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d206c3cb3_27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d5a3b4cb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d5a3b4cb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d5a3b4cb5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d5a3b4cb5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d5a3b4cb58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d5a3b4cb58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d5a3b4cb58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d5a3b4cb58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d5a3b4cb58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d5a3b4cb58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d5a3b4cb58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d5a3b4cb58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d5a3b4cb58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d5a3b4cb58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d5a3b4cb58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d5a3b4cb58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d5a3b4cb58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d5a3b4cb58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d5a3b4cb58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d5a3b4cb58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5694cd56_0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5694cd56_0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77d159c9d1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77d159c9d1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11422c4bed_147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11422c4bed_147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7092887f1d_38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7092887f1d_38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6930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3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Font typeface="Lora"/>
              <a:buChar char="◉"/>
              <a:defRPr sz="2400" i="1">
                <a:latin typeface="Lora"/>
                <a:ea typeface="Lora"/>
                <a:cs typeface="Lora"/>
                <a:sym typeface="Lora"/>
              </a:defRPr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4"/>
          <p:cNvSpPr/>
          <p:nvPr/>
        </p:nvSpPr>
        <p:spPr>
          <a:xfrm>
            <a:off x="428850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3593400" y="34126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latin typeface="Lora"/>
                <a:ea typeface="Lora"/>
                <a:cs typeface="Lora"/>
                <a:sym typeface="Lora"/>
              </a:rPr>
              <a:t>“</a:t>
            </a:r>
            <a:endParaRPr sz="36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31" name="Google Shape;31;p5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38;p6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6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7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" name="Google Shape;48;p7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8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8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54;p8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Font typeface="Lora"/>
              <a:buNone/>
              <a:defRPr sz="1400" i="1">
                <a:latin typeface="Lora"/>
                <a:ea typeface="Lora"/>
                <a:cs typeface="Lora"/>
                <a:sym typeface="Lora"/>
              </a:defRPr>
            </a:lvl1pPr>
          </a:lstStyle>
          <a:p>
            <a:endParaRPr/>
          </a:p>
        </p:txBody>
      </p:sp>
      <p:cxnSp>
        <p:nvCxnSpPr>
          <p:cNvPr id="58" name="Google Shape;58;p9"/>
          <p:cNvCxnSpPr/>
          <p:nvPr/>
        </p:nvCxnSpPr>
        <p:spPr>
          <a:xfrm>
            <a:off x="-6025" y="46661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9"/>
          <p:cNvSpPr/>
          <p:nvPr/>
        </p:nvSpPr>
        <p:spPr>
          <a:xfrm>
            <a:off x="4457400" y="4551496"/>
            <a:ext cx="229200" cy="22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0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Google Shape;63;p10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unsplash.com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lora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ontsquirrel.com/fonts/quattrocento-san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highlight>
                  <a:srgbClr val="FFCD00"/>
                </a:highlight>
              </a:rPr>
              <a:t>About Git?</a:t>
            </a:r>
            <a:br>
              <a:rPr lang="en" dirty="0"/>
            </a:br>
            <a:endParaRPr dirty="0"/>
          </a:p>
        </p:txBody>
      </p:sp>
      <p:grpSp>
        <p:nvGrpSpPr>
          <p:cNvPr id="72" name="Google Shape;72;p12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73" name="Google Shape;73;p1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1;p12">
            <a:extLst>
              <a:ext uri="{FF2B5EF4-FFF2-40B4-BE49-F238E27FC236}">
                <a16:creationId xmlns:a16="http://schemas.microsoft.com/office/drawing/2014/main" id="{040CB9AA-01C0-4AFC-BEDA-1D39B1B0C76A}"/>
              </a:ext>
            </a:extLst>
          </p:cNvPr>
          <p:cNvSpPr txBox="1">
            <a:spLocks/>
          </p:cNvSpPr>
          <p:nvPr/>
        </p:nvSpPr>
        <p:spPr>
          <a:xfrm>
            <a:off x="7603610" y="3640661"/>
            <a:ext cx="968883" cy="4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</a:rPr>
              <a:t>By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highlight>
                  <a:srgbClr val="FFCD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정채원</a:t>
            </a:r>
            <a:endParaRPr lang="en-US" sz="1200" dirty="0">
              <a:highlight>
                <a:srgbClr val="FFCD00"/>
              </a:highligh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C8238271-2597-461E-A01B-6C442A96CF77}"/>
              </a:ext>
            </a:extLst>
          </p:cNvPr>
          <p:cNvSpPr/>
          <p:nvPr/>
        </p:nvSpPr>
        <p:spPr>
          <a:xfrm>
            <a:off x="5785169" y="3254662"/>
            <a:ext cx="190949" cy="190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650" y="4163500"/>
            <a:ext cx="9144000" cy="97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Contents</a:t>
            </a:r>
            <a:endParaRPr dirty="0"/>
          </a:p>
        </p:txBody>
      </p:sp>
      <p:grpSp>
        <p:nvGrpSpPr>
          <p:cNvPr id="87" name="Google Shape;87;p13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88" name="Google Shape;88;p1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7250E2E-E6A6-4B81-A4B3-2F8A7A4EC7A8}"/>
              </a:ext>
            </a:extLst>
          </p:cNvPr>
          <p:cNvSpPr/>
          <p:nvPr/>
        </p:nvSpPr>
        <p:spPr>
          <a:xfrm>
            <a:off x="5771001" y="1487753"/>
            <a:ext cx="190949" cy="190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36D0E46-283A-41D5-9C75-3D6C1700C1A7}"/>
              </a:ext>
            </a:extLst>
          </p:cNvPr>
          <p:cNvSpPr/>
          <p:nvPr/>
        </p:nvSpPr>
        <p:spPr>
          <a:xfrm>
            <a:off x="5779349" y="1936337"/>
            <a:ext cx="190949" cy="190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DCCCBA0-EFC7-4A9A-BB3F-D7D3F24D550C}"/>
              </a:ext>
            </a:extLst>
          </p:cNvPr>
          <p:cNvSpPr/>
          <p:nvPr/>
        </p:nvSpPr>
        <p:spPr>
          <a:xfrm>
            <a:off x="5779348" y="2368952"/>
            <a:ext cx="190949" cy="190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4665F30-0374-4F9B-861F-FBF4FB6B4590}"/>
              </a:ext>
            </a:extLst>
          </p:cNvPr>
          <p:cNvSpPr/>
          <p:nvPr/>
        </p:nvSpPr>
        <p:spPr>
          <a:xfrm>
            <a:off x="5787412" y="2813151"/>
            <a:ext cx="190949" cy="190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1" name="Google Shape;92;p13">
            <a:extLst>
              <a:ext uri="{FF2B5EF4-FFF2-40B4-BE49-F238E27FC236}">
                <a16:creationId xmlns:a16="http://schemas.microsoft.com/office/drawing/2014/main" id="{6D26F28A-B15D-430C-9B4B-1710EFDB0DE0}"/>
              </a:ext>
            </a:extLst>
          </p:cNvPr>
          <p:cNvSpPr txBox="1"/>
          <p:nvPr/>
        </p:nvSpPr>
        <p:spPr>
          <a:xfrm>
            <a:off x="5750829" y="1187333"/>
            <a:ext cx="3226800" cy="24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 dirty="0"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r>
              <a:rPr lang="en" sz="1200" b="1" dirty="0">
                <a:latin typeface="Quattrocento Sans"/>
                <a:ea typeface="Quattrocento Sans"/>
                <a:cs typeface="Quattrocento Sans"/>
                <a:sym typeface="Quattrocento Sans"/>
              </a:rPr>
              <a:t>      </a:t>
            </a:r>
            <a:r>
              <a:rPr lang="en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Git </a:t>
            </a:r>
            <a:r>
              <a:rPr lang="ko-KR" alt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이란</a:t>
            </a:r>
            <a:r>
              <a:rPr lang="en-US" altLang="ko-KR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 lang="en-US" altLang="ko-KR" sz="1200" b="1" dirty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200" b="1" dirty="0">
                <a:latin typeface="Quattrocento Sans"/>
                <a:ea typeface="Quattrocento Sans"/>
                <a:cs typeface="Quattrocento Sans"/>
                <a:sym typeface="Quattrocento Sans"/>
              </a:rPr>
              <a:t>     </a:t>
            </a:r>
            <a:r>
              <a:rPr 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Git </a:t>
            </a:r>
            <a:r>
              <a:rPr lang="ko-KR" alt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왜 쓰는가</a:t>
            </a:r>
            <a:r>
              <a:rPr lang="en-US" altLang="ko-KR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</a:p>
          <a:p>
            <a:pPr lvl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latin typeface="Quattrocento Sans"/>
                <a:ea typeface="Quattrocento Sans"/>
                <a:cs typeface="Quattrocento Sans"/>
                <a:sym typeface="Quattrocento Sans"/>
              </a:rPr>
              <a:t>3     </a:t>
            </a:r>
            <a:r>
              <a:rPr 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Git </a:t>
            </a:r>
            <a:r>
              <a:rPr lang="ko-KR" alt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원리 </a:t>
            </a:r>
            <a:r>
              <a:rPr lang="en-US" altLang="ko-KR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&amp; </a:t>
            </a:r>
            <a:r>
              <a:rPr lang="ko-KR" alt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사용방법</a:t>
            </a:r>
            <a:endParaRPr lang="en-US" altLang="ko-KR" sz="1600" b="1" dirty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lvl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1100" b="1" dirty="0"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lang="en-US" altLang="ko-KR" sz="1200" b="1" dirty="0">
                <a:latin typeface="Quattrocento Sans"/>
                <a:ea typeface="Quattrocento Sans"/>
                <a:cs typeface="Quattrocento Sans"/>
                <a:sym typeface="Quattrocento Sans"/>
              </a:rPr>
              <a:t>     </a:t>
            </a:r>
            <a:r>
              <a:rPr lang="en-US" altLang="ko-KR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Git </a:t>
            </a:r>
            <a:r>
              <a:rPr lang="ko-KR" alt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전망</a:t>
            </a: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sz="1200" b="1" dirty="0">
                <a:latin typeface="Quattrocento Sans"/>
                <a:ea typeface="Quattrocento Sans"/>
                <a:cs typeface="Quattrocento Sans"/>
                <a:sym typeface="Quattrocento Sans"/>
              </a:rPr>
              <a:t>5     </a:t>
            </a:r>
            <a:r>
              <a:rPr lang="ko-KR" altLang="en-US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교육 과정에서의 </a:t>
            </a:r>
            <a:r>
              <a:rPr lang="en-US" altLang="ko-KR" sz="1600" b="1" dirty="0">
                <a:latin typeface="Quattrocento Sans"/>
                <a:ea typeface="Quattrocento Sans"/>
                <a:cs typeface="Quattrocento Sans"/>
                <a:sym typeface="Quattrocento Sans"/>
              </a:rPr>
              <a:t>Git</a:t>
            </a:r>
            <a:endParaRPr lang="en-US" altLang="ko-KR" sz="1200" b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Google Shape;111;p15">
            <a:extLst>
              <a:ext uri="{FF2B5EF4-FFF2-40B4-BE49-F238E27FC236}">
                <a16:creationId xmlns:a16="http://schemas.microsoft.com/office/drawing/2014/main" id="{D3CF6884-8479-49EA-9C75-703AFED5FA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ko-KR" altLang="en-US" dirty="0"/>
              <a:t>역할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dirty="0"/>
              <a:t>업무파일 어떻게 작성하시나요</a:t>
            </a:r>
            <a:r>
              <a:rPr lang="en-US" altLang="ko-KR" dirty="0"/>
              <a:t>?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업무파일 어떻게 </a:t>
            </a:r>
            <a:r>
              <a:rPr lang="ko-KR" altLang="en-US" dirty="0">
                <a:highlight>
                  <a:srgbClr val="FFCD00"/>
                </a:highlight>
              </a:rPr>
              <a:t>작성</a:t>
            </a:r>
            <a:r>
              <a:rPr lang="ko-KR" altLang="en-US" dirty="0"/>
              <a:t>하시나요</a:t>
            </a:r>
            <a:r>
              <a:rPr lang="en-US" altLang="ko-KR" dirty="0"/>
              <a:t>?</a:t>
            </a:r>
            <a:endParaRPr dirty="0">
              <a:highlight>
                <a:schemeClr val="accent1"/>
              </a:highlight>
            </a:endParaRP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FAEEE9-8D0E-4D17-A90F-EB25FF046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86" y="1807432"/>
            <a:ext cx="2170646" cy="21706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8729FC6-9A03-4889-B8F3-D97B43E54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648" y="1420815"/>
            <a:ext cx="937652" cy="9376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718551-10A0-444F-83C0-34975D277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914" y="2423928"/>
            <a:ext cx="937654" cy="9376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2B1DD8-D461-4B9E-94C3-7AFD0625E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9646" y="3516145"/>
            <a:ext cx="937654" cy="937654"/>
          </a:xfrm>
          <a:prstGeom prst="rect">
            <a:avLst/>
          </a:prstGeom>
        </p:spPr>
      </p:pic>
      <p:cxnSp>
        <p:nvCxnSpPr>
          <p:cNvPr id="19" name="Google Shape;138;p18">
            <a:extLst>
              <a:ext uri="{FF2B5EF4-FFF2-40B4-BE49-F238E27FC236}">
                <a16:creationId xmlns:a16="http://schemas.microsoft.com/office/drawing/2014/main" id="{0C7F8BFD-8201-45AF-8491-3AF9F2C45B2C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4018532" y="1889641"/>
            <a:ext cx="1241116" cy="1003114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138;p18">
            <a:extLst>
              <a:ext uri="{FF2B5EF4-FFF2-40B4-BE49-F238E27FC236}">
                <a16:creationId xmlns:a16="http://schemas.microsoft.com/office/drawing/2014/main" id="{3C6F2529-F875-4205-89F3-5381D2E2C546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4018532" y="2892755"/>
            <a:ext cx="2276382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138;p18">
            <a:extLst>
              <a:ext uri="{FF2B5EF4-FFF2-40B4-BE49-F238E27FC236}">
                <a16:creationId xmlns:a16="http://schemas.microsoft.com/office/drawing/2014/main" id="{DE2A6CFF-A7B0-4EE9-B311-722E3B6C0279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4018532" y="2892755"/>
            <a:ext cx="1241114" cy="109221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9688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dirty="0"/>
              <a:t>업무 공유 어떻게 하시나요</a:t>
            </a:r>
            <a:r>
              <a:rPr lang="en-US" altLang="ko-KR" dirty="0"/>
              <a:t>?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859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업무 </a:t>
            </a:r>
            <a:r>
              <a:rPr lang="ko-KR" altLang="en-US" dirty="0">
                <a:highlight>
                  <a:srgbClr val="FFCD00"/>
                </a:highlight>
              </a:rPr>
              <a:t>공유</a:t>
            </a:r>
            <a:r>
              <a:rPr lang="ko-KR" altLang="en-US" dirty="0"/>
              <a:t> 어떻게 하시나요</a:t>
            </a:r>
            <a:r>
              <a:rPr lang="en-US" altLang="ko-KR" dirty="0"/>
              <a:t>?</a:t>
            </a:r>
            <a:endParaRPr dirty="0">
              <a:highlight>
                <a:schemeClr val="accent1"/>
              </a:highlight>
            </a:endParaRP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BC8182-D534-4AE2-8F40-92AC384A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564" y="2400300"/>
            <a:ext cx="901768" cy="9017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7885F8-F75E-4E95-AFAC-FDF143B07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935810" y="2246775"/>
            <a:ext cx="1066495" cy="10664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1F8B51D-25BF-420E-BDC9-91419164B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935" y="2267656"/>
            <a:ext cx="984278" cy="98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2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ctrTitle" idx="4294967295"/>
          </p:nvPr>
        </p:nvSpPr>
        <p:spPr>
          <a:xfrm>
            <a:off x="1951575" y="2878750"/>
            <a:ext cx="5241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highlight>
                  <a:schemeClr val="accent1"/>
                </a:highlight>
              </a:rPr>
              <a:t>Big concept</a:t>
            </a:r>
            <a:endParaRPr sz="4800">
              <a:highlight>
                <a:schemeClr val="accent1"/>
              </a:highlight>
            </a:endParaRPr>
          </a:p>
        </p:txBody>
      </p:sp>
      <p:cxnSp>
        <p:nvCxnSpPr>
          <p:cNvPr id="138" name="Google Shape;138;p18"/>
          <p:cNvCxnSpPr/>
          <p:nvPr/>
        </p:nvCxnSpPr>
        <p:spPr>
          <a:xfrm>
            <a:off x="-6025" y="1668728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18"/>
          <p:cNvSpPr/>
          <p:nvPr/>
        </p:nvSpPr>
        <p:spPr>
          <a:xfrm>
            <a:off x="3470200" y="566931"/>
            <a:ext cx="2203500" cy="220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8"/>
          <p:cNvGrpSpPr/>
          <p:nvPr/>
        </p:nvGrpSpPr>
        <p:grpSpPr>
          <a:xfrm>
            <a:off x="4184367" y="854983"/>
            <a:ext cx="1035173" cy="1035155"/>
            <a:chOff x="6643075" y="3664250"/>
            <a:chExt cx="407950" cy="407975"/>
          </a:xfrm>
        </p:grpSpPr>
        <p:sp>
          <p:nvSpPr>
            <p:cNvPr id="141" name="Google Shape;141;p18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18"/>
          <p:cNvGrpSpPr/>
          <p:nvPr/>
        </p:nvGrpSpPr>
        <p:grpSpPr>
          <a:xfrm rot="-587406">
            <a:off x="4123593" y="2025001"/>
            <a:ext cx="425594" cy="425570"/>
            <a:chOff x="576250" y="4319400"/>
            <a:chExt cx="442075" cy="442050"/>
          </a:xfrm>
        </p:grpSpPr>
        <p:sp>
          <p:nvSpPr>
            <p:cNvPr id="144" name="Google Shape;144;p18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18"/>
          <p:cNvSpPr/>
          <p:nvPr/>
        </p:nvSpPr>
        <p:spPr>
          <a:xfrm>
            <a:off x="3936800" y="1094079"/>
            <a:ext cx="161807" cy="15450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8"/>
          <p:cNvSpPr/>
          <p:nvPr/>
        </p:nvSpPr>
        <p:spPr>
          <a:xfrm rot="2697385">
            <a:off x="5003062" y="1885038"/>
            <a:ext cx="245621" cy="234528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197375" y="1751151"/>
            <a:ext cx="98383" cy="9397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8"/>
          <p:cNvSpPr/>
          <p:nvPr/>
        </p:nvSpPr>
        <p:spPr>
          <a:xfrm rot="1280154">
            <a:off x="3824697" y="1560092"/>
            <a:ext cx="98367" cy="93971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Version Control System (VCS)</a:t>
            </a:r>
            <a:endParaRPr dirty="0"/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>
                <a:highlight>
                  <a:schemeClr val="accent1"/>
                </a:highlight>
              </a:rPr>
              <a:t>Version Control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b="1" dirty="0">
                <a:highlight>
                  <a:schemeClr val="accent1"/>
                </a:highlight>
              </a:rPr>
              <a:t>버전관리</a:t>
            </a:r>
            <a:endParaRPr lang="en-US" altLang="ko-KR" b="1" dirty="0">
              <a:highlight>
                <a:schemeClr val="accent1"/>
              </a:highlight>
            </a:endParaRPr>
          </a:p>
        </p:txBody>
      </p:sp>
      <p:sp>
        <p:nvSpPr>
          <p:cNvPr id="172" name="Google Shape;172;p20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highlight>
                  <a:schemeClr val="accent1"/>
                </a:highlight>
              </a:rPr>
              <a:t>Backup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b="1" dirty="0">
                <a:highlight>
                  <a:schemeClr val="accent1"/>
                </a:highlight>
              </a:rPr>
              <a:t>백업</a:t>
            </a:r>
            <a:endParaRPr b="1" dirty="0">
              <a:highlight>
                <a:schemeClr val="accent1"/>
              </a:highlight>
            </a:endParaRPr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highlight>
                  <a:schemeClr val="accent1"/>
                </a:highlight>
              </a:rPr>
              <a:t>Collaboration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b="1" dirty="0">
                <a:highlight>
                  <a:schemeClr val="accent1"/>
                </a:highlight>
              </a:rPr>
              <a:t>협업</a:t>
            </a:r>
            <a:endParaRPr b="1" dirty="0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4" name="Google Shape;174;p2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75" name="Google Shape;175;p2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BF82FE-5092-4039-9DAD-75FE55544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276" y="2891117"/>
            <a:ext cx="1439651" cy="143965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AA2468-CB76-412B-9514-F4F603CC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402" y="2929577"/>
            <a:ext cx="1317811" cy="13178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C5B9F8-5DEE-4605-A0A8-BB1C637C3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176" y="2944909"/>
            <a:ext cx="1244669" cy="12446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uiExpand="1" build="p"/>
      <p:bldP spid="172" grpId="0" uiExpand="1" build="p"/>
      <p:bldP spid="17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ko-KR" altLang="en-US" dirty="0"/>
              <a:t>왜 쓰는가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5" name="Google Shape;111;p15">
            <a:extLst>
              <a:ext uri="{FF2B5EF4-FFF2-40B4-BE49-F238E27FC236}">
                <a16:creationId xmlns:a16="http://schemas.microsoft.com/office/drawing/2014/main" id="{1C29DE63-7A70-45D4-BBFE-E5353DD0CA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ko-KR" altLang="en-US" dirty="0"/>
              <a:t>장점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9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버전관리</a:t>
            </a:r>
            <a:endParaRPr dirty="0"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1"/>
          </p:nvPr>
        </p:nvSpPr>
        <p:spPr>
          <a:xfrm>
            <a:off x="1381250" y="1616475"/>
            <a:ext cx="34008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78" name="Google Shape;378;p33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379" name="Google Shape;379;p33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" name="Google Shape;381;p3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692512-DCB1-4A1E-AA78-851F14F7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645" y="1714737"/>
            <a:ext cx="4153084" cy="2915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6D5DC0-0654-4D87-BD22-B8C2FA33D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690" y="1714738"/>
            <a:ext cx="4140981" cy="2915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057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협업</a:t>
            </a:r>
            <a:endParaRPr dirty="0"/>
          </a:p>
        </p:txBody>
      </p:sp>
      <p:grpSp>
        <p:nvGrpSpPr>
          <p:cNvPr id="378" name="Google Shape;378;p33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379" name="Google Shape;379;p33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" name="Google Shape;381;p3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FA1803-C528-4BD7-B04C-BFA4ABE9D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3862"/>
            <a:ext cx="91440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8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백업</a:t>
            </a:r>
            <a:endParaRPr dirty="0"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1"/>
          </p:nvPr>
        </p:nvSpPr>
        <p:spPr>
          <a:xfrm>
            <a:off x="1381250" y="1616475"/>
            <a:ext cx="34008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78" name="Google Shape;378;p33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379" name="Google Shape;379;p33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" name="Google Shape;381;p3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026" name="Picture 2" descr="GitHub Download for Free - 2023 Latest Version">
            <a:extLst>
              <a:ext uri="{FF2B5EF4-FFF2-40B4-BE49-F238E27FC236}">
                <a16:creationId xmlns:a16="http://schemas.microsoft.com/office/drawing/2014/main" id="{08FB41F5-BDB8-4705-BF6B-0102C4B9F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00" y="3825024"/>
            <a:ext cx="1469422" cy="82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ss and Logos | GitLab">
            <a:extLst>
              <a:ext uri="{FF2B5EF4-FFF2-40B4-BE49-F238E27FC236}">
                <a16:creationId xmlns:a16="http://schemas.microsoft.com/office/drawing/2014/main" id="{34ACE0EE-86F3-4358-9DA6-328426144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942" y="3821768"/>
            <a:ext cx="2152598" cy="82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itbucket, original, wordmark, logo Icon in Devicon">
            <a:extLst>
              <a:ext uri="{FF2B5EF4-FFF2-40B4-BE49-F238E27FC236}">
                <a16:creationId xmlns:a16="http://schemas.microsoft.com/office/drawing/2014/main" id="{BAB7DF37-DA55-4719-B941-BC60118F0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803" y="3811788"/>
            <a:ext cx="836529" cy="83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207;p23">
            <a:extLst>
              <a:ext uri="{FF2B5EF4-FFF2-40B4-BE49-F238E27FC236}">
                <a16:creationId xmlns:a16="http://schemas.microsoft.com/office/drawing/2014/main" id="{D206D0F0-BF84-4861-935E-7B40B2F93573}"/>
              </a:ext>
            </a:extLst>
          </p:cNvPr>
          <p:cNvSpPr/>
          <p:nvPr/>
        </p:nvSpPr>
        <p:spPr>
          <a:xfrm>
            <a:off x="2974486" y="1412689"/>
            <a:ext cx="2399100" cy="239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Repository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저장소</a:t>
            </a:r>
            <a:endParaRPr lang="en-US" altLang="ko-KR"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로컬</a:t>
            </a:r>
            <a:r>
              <a:rPr lang="en-US" altLang="ko-KR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ko-KR" altLang="en-US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원격</a:t>
            </a: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137801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Version Control System (VCS)</a:t>
            </a:r>
            <a:endParaRPr dirty="0"/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>
                <a:highlight>
                  <a:schemeClr val="accent1"/>
                </a:highlight>
              </a:rPr>
              <a:t>Version Control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b="1" dirty="0">
                <a:highlight>
                  <a:schemeClr val="accent1"/>
                </a:highlight>
              </a:rPr>
              <a:t>버전관리</a:t>
            </a:r>
            <a:endParaRPr lang="en-US" altLang="ko-KR" b="1" dirty="0">
              <a:highlight>
                <a:schemeClr val="accent1"/>
              </a:highlight>
            </a:endParaRPr>
          </a:p>
        </p:txBody>
      </p:sp>
      <p:sp>
        <p:nvSpPr>
          <p:cNvPr id="172" name="Google Shape;172;p20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highlight>
                  <a:schemeClr val="accent1"/>
                </a:highlight>
              </a:rPr>
              <a:t>Backup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b="1" dirty="0">
                <a:highlight>
                  <a:schemeClr val="accent1"/>
                </a:highlight>
              </a:rPr>
              <a:t>백업</a:t>
            </a:r>
            <a:endParaRPr b="1" dirty="0">
              <a:highlight>
                <a:schemeClr val="accent1"/>
              </a:highlight>
            </a:endParaRPr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highlight>
                  <a:schemeClr val="accent1"/>
                </a:highlight>
              </a:rPr>
              <a:t>Collaboration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ko-KR" altLang="en-US" b="1" dirty="0">
                <a:highlight>
                  <a:schemeClr val="accent1"/>
                </a:highlight>
              </a:rPr>
              <a:t>협업</a:t>
            </a:r>
            <a:endParaRPr b="1" dirty="0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4" name="Google Shape;174;p2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75" name="Google Shape;175;p2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BF82FE-5092-4039-9DAD-75FE55544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276" y="2891117"/>
            <a:ext cx="1439651" cy="143965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AA2468-CB76-412B-9514-F4F603CC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402" y="2929577"/>
            <a:ext cx="1317811" cy="13178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C5B9F8-5DEE-4605-A0A8-BB1C637C3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176" y="2944909"/>
            <a:ext cx="1244669" cy="124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22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ko-KR" altLang="en-US" dirty="0"/>
              <a:t>원리 </a:t>
            </a:r>
            <a:r>
              <a:rPr lang="en-US" altLang="ko-KR" dirty="0"/>
              <a:t>&amp; </a:t>
            </a:r>
            <a:r>
              <a:rPr lang="ko-KR" altLang="en-US" dirty="0"/>
              <a:t>사용방법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0088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project</a:t>
            </a:r>
            <a:endParaRPr/>
          </a:p>
        </p:txBody>
      </p:sp>
      <p:sp>
        <p:nvSpPr>
          <p:cNvPr id="393" name="Google Shape;393;p34"/>
          <p:cNvSpPr txBox="1">
            <a:spLocks noGrp="1"/>
          </p:cNvSpPr>
          <p:nvPr>
            <p:ph type="body" idx="1"/>
          </p:nvPr>
        </p:nvSpPr>
        <p:spPr>
          <a:xfrm>
            <a:off x="1381250" y="1616475"/>
            <a:ext cx="34065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grpSp>
        <p:nvGrpSpPr>
          <p:cNvPr id="394" name="Google Shape;394;p34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395" name="Google Shape;395;p34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397;p3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398" name="Google Shape;398;p34"/>
          <p:cNvGrpSpPr/>
          <p:nvPr/>
        </p:nvGrpSpPr>
        <p:grpSpPr>
          <a:xfrm>
            <a:off x="5011702" y="465959"/>
            <a:ext cx="2736410" cy="4222433"/>
            <a:chOff x="2112475" y="238125"/>
            <a:chExt cx="3395050" cy="5238750"/>
          </a:xfrm>
        </p:grpSpPr>
        <p:sp>
          <p:nvSpPr>
            <p:cNvPr id="399" name="Google Shape;399;p34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3" name="Google Shape;4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288" y="839688"/>
            <a:ext cx="2597800" cy="34637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985126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project</a:t>
            </a:r>
            <a:endParaRPr/>
          </a:p>
        </p:txBody>
      </p:sp>
      <p:sp>
        <p:nvSpPr>
          <p:cNvPr id="409" name="Google Shape;409;p35"/>
          <p:cNvSpPr txBox="1">
            <a:spLocks noGrp="1"/>
          </p:cNvSpPr>
          <p:nvPr>
            <p:ph type="body" idx="1"/>
          </p:nvPr>
        </p:nvSpPr>
        <p:spPr>
          <a:xfrm>
            <a:off x="1381250" y="1616475"/>
            <a:ext cx="26340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grpSp>
        <p:nvGrpSpPr>
          <p:cNvPr id="410" name="Google Shape;410;p35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411" name="Google Shape;411;p35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3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414" name="Google Shape;414;p35"/>
          <p:cNvGrpSpPr/>
          <p:nvPr/>
        </p:nvGrpSpPr>
        <p:grpSpPr>
          <a:xfrm>
            <a:off x="3938374" y="1802704"/>
            <a:ext cx="4542205" cy="2661224"/>
            <a:chOff x="1177450" y="241631"/>
            <a:chExt cx="6173152" cy="3616776"/>
          </a:xfrm>
        </p:grpSpPr>
        <p:sp>
          <p:nvSpPr>
            <p:cNvPr id="415" name="Google Shape;415;p35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9" name="Google Shape;419;p35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445550" y="1949425"/>
            <a:ext cx="3530550" cy="22426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42385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ko-KR" altLang="en-US" dirty="0"/>
              <a:t>전망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The Future</a:t>
            </a:r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979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ko-KR" altLang="en-US" dirty="0"/>
              <a:t>전망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The Future</a:t>
            </a:r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82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body" idx="4294967295"/>
          </p:nvPr>
        </p:nvSpPr>
        <p:spPr>
          <a:xfrm>
            <a:off x="4361975" y="878850"/>
            <a:ext cx="4173000" cy="36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picture is worth </a:t>
            </a:r>
            <a:r>
              <a:rPr lang="en" sz="2000" b="1">
                <a:solidFill>
                  <a:schemeClr val="dk1"/>
                </a:solidFill>
                <a:highlight>
                  <a:schemeClr val="accent1"/>
                </a:highlight>
                <a:latin typeface="Lora"/>
                <a:ea typeface="Lora"/>
                <a:cs typeface="Lora"/>
                <a:sym typeface="Lora"/>
              </a:rPr>
              <a:t>a thousand words</a:t>
            </a:r>
            <a:endParaRPr sz="2000" b="1">
              <a:solidFill>
                <a:schemeClr val="dk1"/>
              </a:solidFill>
              <a:highlight>
                <a:schemeClr val="accent1"/>
              </a:highlight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 complex idea can be conveyed with just a single still image, namely making it possible to absorb large amounts of data quickly.</a:t>
            </a:r>
            <a:endParaRPr sz="2000"/>
          </a:p>
        </p:txBody>
      </p:sp>
      <p:cxnSp>
        <p:nvCxnSpPr>
          <p:cNvPr id="185" name="Google Shape;185;p21"/>
          <p:cNvCxnSpPr/>
          <p:nvPr/>
        </p:nvCxnSpPr>
        <p:spPr>
          <a:xfrm>
            <a:off x="-6450" y="1131725"/>
            <a:ext cx="91506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6" name="Google Shape;186;p21" descr="pigar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00" y="878850"/>
            <a:ext cx="3654300" cy="365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625400" y="736700"/>
            <a:ext cx="790200" cy="79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21"/>
          <p:cNvGrpSpPr/>
          <p:nvPr/>
        </p:nvGrpSpPr>
        <p:grpSpPr>
          <a:xfrm>
            <a:off x="842317" y="975119"/>
            <a:ext cx="356204" cy="313212"/>
            <a:chOff x="1929775" y="320925"/>
            <a:chExt cx="423800" cy="372650"/>
          </a:xfrm>
        </p:grpSpPr>
        <p:sp>
          <p:nvSpPr>
            <p:cNvPr id="189" name="Google Shape;189;p21"/>
            <p:cNvSpPr/>
            <p:nvPr/>
          </p:nvSpPr>
          <p:spPr>
            <a:xfrm>
              <a:off x="1929775" y="320925"/>
              <a:ext cx="423800" cy="372650"/>
            </a:xfrm>
            <a:custGeom>
              <a:avLst/>
              <a:gdLst/>
              <a:ahLst/>
              <a:cxnLst/>
              <a:rect l="l" t="t" r="r" b="b"/>
              <a:pathLst>
                <a:path w="16952" h="14906" fill="none" extrusionOk="0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1954125" y="345275"/>
              <a:ext cx="375100" cy="323950"/>
            </a:xfrm>
            <a:custGeom>
              <a:avLst/>
              <a:gdLst/>
              <a:ahLst/>
              <a:cxnLst/>
              <a:rect l="l" t="t" r="r" b="b"/>
              <a:pathLst>
                <a:path w="15004" h="12958" fill="none" extrusionOk="0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162375" y="534625"/>
              <a:ext cx="146750" cy="113275"/>
            </a:xfrm>
            <a:custGeom>
              <a:avLst/>
              <a:gdLst/>
              <a:ahLst/>
              <a:cxnLst/>
              <a:rect l="l" t="t" r="r" b="b"/>
              <a:pathLst>
                <a:path w="5870" h="4531" fill="none" extrusionOk="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1974225" y="468875"/>
              <a:ext cx="232600" cy="179025"/>
            </a:xfrm>
            <a:custGeom>
              <a:avLst/>
              <a:gdLst/>
              <a:ahLst/>
              <a:cxnLst/>
              <a:rect l="l" t="t" r="r" b="b"/>
              <a:pathLst>
                <a:path w="9304" h="7161" fill="none" extrusionOk="0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2169675" y="396425"/>
              <a:ext cx="97450" cy="97450"/>
            </a:xfrm>
            <a:custGeom>
              <a:avLst/>
              <a:gdLst/>
              <a:ahLst/>
              <a:cxnLst/>
              <a:rect l="l" t="t" r="r" b="b"/>
              <a:pathLst>
                <a:path w="3898" h="3898" fill="none" extrusionOk="0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" name="Google Shape;194;p2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>
            <a:spLocks noGrp="1"/>
          </p:cNvSpPr>
          <p:nvPr>
            <p:ph type="title" idx="4294967295"/>
          </p:nvPr>
        </p:nvSpPr>
        <p:spPr>
          <a:xfrm>
            <a:off x="3399200" y="3715750"/>
            <a:ext cx="23457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chemeClr val="accent1"/>
                </a:highlight>
              </a:rPr>
              <a:t>Want big impact? </a:t>
            </a:r>
            <a:r>
              <a:rPr lang="en" sz="1800" i="1">
                <a:highlight>
                  <a:schemeClr val="accent1"/>
                </a:highlight>
              </a:rPr>
              <a:t>Use big image.</a:t>
            </a:r>
            <a:endParaRPr sz="1800" i="1">
              <a:highlight>
                <a:schemeClr val="accent1"/>
              </a:highlight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465375" y="4440675"/>
            <a:ext cx="213248" cy="191461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3595323" y="1808525"/>
            <a:ext cx="2399100" cy="239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Quattrocento Sans"/>
                <a:ea typeface="Quattrocento Sans"/>
                <a:cs typeface="Quattrocento Sans"/>
                <a:sym typeface="Quattrocento Sans"/>
              </a:rPr>
              <a:t>Gray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1545800" y="1808525"/>
            <a:ext cx="2399100" cy="2399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Quattrocento Sans"/>
                <a:ea typeface="Quattrocento Sans"/>
                <a:cs typeface="Quattrocento Sans"/>
                <a:sym typeface="Quattrocento Sans"/>
              </a:rPr>
              <a:t>White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5644847" y="1808525"/>
            <a:ext cx="2399100" cy="2399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Quattrocento Sans"/>
                <a:ea typeface="Quattrocento Sans"/>
                <a:cs typeface="Quattrocento Sans"/>
                <a:sym typeface="Quattrocento Sans"/>
              </a:rPr>
              <a:t>Black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10" name="Google Shape;210;p23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11" name="Google Shape;211;p2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2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>
            <a:spLocks noGrp="1"/>
          </p:cNvSpPr>
          <p:nvPr>
            <p:ph type="title"/>
          </p:nvPr>
        </p:nvSpPr>
        <p:spPr>
          <a:xfrm>
            <a:off x="1363850" y="919725"/>
            <a:ext cx="38895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use </a:t>
            </a:r>
            <a:r>
              <a:rPr lang="en">
                <a:highlight>
                  <a:schemeClr val="accent1"/>
                </a:highlight>
              </a:rPr>
              <a:t>diagrams</a:t>
            </a:r>
            <a:r>
              <a:rPr lang="en"/>
              <a:t> to explain complex ideas</a:t>
            </a:r>
            <a:endParaRPr/>
          </a:p>
        </p:txBody>
      </p:sp>
      <p:grpSp>
        <p:nvGrpSpPr>
          <p:cNvPr id="221" name="Google Shape;221;p2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22" name="Google Shape;222;p24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2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3297500" y="1546742"/>
            <a:ext cx="2540100" cy="2540100"/>
          </a:xfrm>
          <a:prstGeom prst="donut">
            <a:avLst>
              <a:gd name="adj" fmla="val 160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" name="Google Shape;228;p24"/>
          <p:cNvGrpSpPr/>
          <p:nvPr/>
        </p:nvGrpSpPr>
        <p:grpSpPr>
          <a:xfrm>
            <a:off x="1680836" y="1696124"/>
            <a:ext cx="1931633" cy="669600"/>
            <a:chOff x="1680836" y="1315124"/>
            <a:chExt cx="1931633" cy="669600"/>
          </a:xfrm>
        </p:grpSpPr>
        <p:cxnSp>
          <p:nvCxnSpPr>
            <p:cNvPr id="229" name="Google Shape;229;p24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230" name="Google Shape;230;p24"/>
            <p:cNvSpPr txBox="1"/>
            <p:nvPr/>
          </p:nvSpPr>
          <p:spPr>
            <a:xfrm>
              <a:off x="1680836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LOREM 3</a:t>
              </a:r>
              <a:endParaRPr sz="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Vestibulum nec congue tempus lorem ipsum</a:t>
              </a:r>
              <a:endParaRPr sz="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31" name="Google Shape;231;p24"/>
          <p:cNvGrpSpPr/>
          <p:nvPr/>
        </p:nvGrpSpPr>
        <p:grpSpPr>
          <a:xfrm>
            <a:off x="5517319" y="1696124"/>
            <a:ext cx="1940006" cy="669600"/>
            <a:chOff x="5517319" y="1315124"/>
            <a:chExt cx="1940006" cy="669600"/>
          </a:xfrm>
        </p:grpSpPr>
        <p:cxnSp>
          <p:nvCxnSpPr>
            <p:cNvPr id="232" name="Google Shape;232;p24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233" name="Google Shape;233;p24"/>
            <p:cNvSpPr txBox="1"/>
            <p:nvPr/>
          </p:nvSpPr>
          <p:spPr>
            <a:xfrm>
              <a:off x="5962125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LOREM 1</a:t>
              </a:r>
              <a:endParaRPr sz="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Vestibulum nec congue tempus lorem ipsum</a:t>
              </a:r>
              <a:endParaRPr sz="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34" name="Google Shape;234;p24"/>
          <p:cNvGrpSpPr/>
          <p:nvPr/>
        </p:nvGrpSpPr>
        <p:grpSpPr>
          <a:xfrm>
            <a:off x="3808226" y="3916140"/>
            <a:ext cx="1495200" cy="1143796"/>
            <a:chOff x="3808226" y="3535140"/>
            <a:chExt cx="1495200" cy="1143796"/>
          </a:xfrm>
        </p:grpSpPr>
        <p:cxnSp>
          <p:nvCxnSpPr>
            <p:cNvPr id="235" name="Google Shape;235;p24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236" name="Google Shape;236;p24"/>
            <p:cNvSpPr txBox="1"/>
            <p:nvPr/>
          </p:nvSpPr>
          <p:spPr>
            <a:xfrm>
              <a:off x="3808226" y="40093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LOREM 2</a:t>
              </a:r>
              <a:endParaRPr sz="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Vestibulum nec congue tempus lorem ipsum</a:t>
              </a:r>
              <a:endParaRPr sz="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37" name="Google Shape;237;p24"/>
          <p:cNvSpPr txBox="1"/>
          <p:nvPr/>
        </p:nvSpPr>
        <p:spPr>
          <a:xfrm>
            <a:off x="3845784" y="2437460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Vestibulum nec congue tempus</a:t>
            </a:r>
            <a:endParaRPr sz="12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8" name="Google Shape;238;p24"/>
          <p:cNvSpPr/>
          <p:nvPr/>
        </p:nvSpPr>
        <p:spPr>
          <a:xfrm rot="1800047">
            <a:off x="3219843" y="1467434"/>
            <a:ext cx="2690936" cy="2690936"/>
          </a:xfrm>
          <a:prstGeom prst="blockArc">
            <a:avLst>
              <a:gd name="adj1" fmla="val 14414370"/>
              <a:gd name="adj2" fmla="val 694"/>
              <a:gd name="adj3" fmla="val 9562"/>
            </a:avLst>
          </a:prstGeom>
          <a:solidFill>
            <a:schemeClr val="accent2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4"/>
          <p:cNvSpPr/>
          <p:nvPr/>
        </p:nvSpPr>
        <p:spPr>
          <a:xfrm rot="-1800047" flipH="1">
            <a:off x="3221956" y="1467434"/>
            <a:ext cx="2690936" cy="2690936"/>
          </a:xfrm>
          <a:prstGeom prst="blockArc">
            <a:avLst>
              <a:gd name="adj1" fmla="val 14348563"/>
              <a:gd name="adj2" fmla="val 21472873"/>
              <a:gd name="adj3" fmla="val 9381"/>
            </a:avLst>
          </a:prstGeom>
          <a:solidFill>
            <a:schemeClr val="accent1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4"/>
          <p:cNvSpPr/>
          <p:nvPr/>
        </p:nvSpPr>
        <p:spPr>
          <a:xfrm rot="-8100000">
            <a:off x="4382715" y="1408393"/>
            <a:ext cx="363170" cy="3631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"/>
          <p:cNvSpPr/>
          <p:nvPr/>
        </p:nvSpPr>
        <p:spPr>
          <a:xfrm rot="-9000757" flipH="1">
            <a:off x="3220953" y="1465808"/>
            <a:ext cx="2690226" cy="2690226"/>
          </a:xfrm>
          <a:prstGeom prst="blockArc">
            <a:avLst>
              <a:gd name="adj1" fmla="val 14316164"/>
              <a:gd name="adj2" fmla="val 21502663"/>
              <a:gd name="adj3" fmla="val 9415"/>
            </a:avLst>
          </a:prstGeom>
          <a:solidFill>
            <a:schemeClr val="accent3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4"/>
          <p:cNvSpPr/>
          <p:nvPr/>
        </p:nvSpPr>
        <p:spPr>
          <a:xfrm rot="-1027861">
            <a:off x="5485874" y="3230832"/>
            <a:ext cx="312672" cy="31267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4"/>
          <p:cNvSpPr/>
          <p:nvPr/>
        </p:nvSpPr>
        <p:spPr>
          <a:xfrm rot="6359841">
            <a:off x="3315801" y="3228762"/>
            <a:ext cx="363580" cy="36358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</a:t>
            </a:r>
            <a:r>
              <a:rPr lang="en">
                <a:highlight>
                  <a:schemeClr val="accent1"/>
                </a:highlight>
              </a:rPr>
              <a:t>compare data</a:t>
            </a:r>
            <a:endParaRPr>
              <a:highlight>
                <a:schemeClr val="accent1"/>
              </a:highlight>
            </a:endParaRPr>
          </a:p>
        </p:txBody>
      </p:sp>
      <p:graphicFrame>
        <p:nvGraphicFramePr>
          <p:cNvPr id="249" name="Google Shape;249;p25"/>
          <p:cNvGraphicFramePr/>
          <p:nvPr/>
        </p:nvGraphicFramePr>
        <p:xfrm>
          <a:off x="1453300" y="1852081"/>
          <a:ext cx="5933600" cy="2611500"/>
        </p:xfrm>
        <a:graphic>
          <a:graphicData uri="http://schemas.openxmlformats.org/drawingml/2006/table">
            <a:tbl>
              <a:tblPr>
                <a:noFill/>
                <a:tableStyleId>{DA5B2040-0373-4AB5-8C16-54180E59C3D7}</a:tableStyleId>
              </a:tblPr>
              <a:tblGrid>
                <a:gridCol w="148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Lora"/>
                          <a:ea typeface="Lora"/>
                          <a:cs typeface="Lora"/>
                          <a:sym typeface="Lora"/>
                        </a:rPr>
                        <a:t>A</a:t>
                      </a:r>
                      <a:endParaRPr sz="1100"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Lora"/>
                          <a:ea typeface="Lora"/>
                          <a:cs typeface="Lora"/>
                          <a:sym typeface="Lora"/>
                        </a:rPr>
                        <a:t>B</a:t>
                      </a:r>
                      <a:endParaRPr sz="1100"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Lora"/>
                          <a:ea typeface="Lora"/>
                          <a:cs typeface="Lora"/>
                          <a:sym typeface="Lora"/>
                        </a:rPr>
                        <a:t>C</a:t>
                      </a:r>
                      <a:endParaRPr sz="1100"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Yellow</a:t>
                      </a:r>
                      <a:endParaRPr sz="11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20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Blue</a:t>
                      </a:r>
                      <a:endParaRPr sz="11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30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15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Orange</a:t>
                      </a:r>
                      <a:endParaRPr sz="11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24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16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50" name="Google Shape;250;p2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51" name="Google Shape;251;p25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2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760452" y="382625"/>
            <a:ext cx="7623096" cy="363147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title" idx="4294967295"/>
          </p:nvPr>
        </p:nvSpPr>
        <p:spPr>
          <a:xfrm>
            <a:off x="2632800" y="3767550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</a:rPr>
              <a:t>Maps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4469085" y="4390077"/>
            <a:ext cx="205838" cy="272818"/>
          </a:xfrm>
          <a:custGeom>
            <a:avLst/>
            <a:gdLst/>
            <a:ahLst/>
            <a:cxnLst/>
            <a:rect l="l" t="t" r="r" b="b"/>
            <a:pathLst>
              <a:path w="11983" h="15880" fill="none" extrusionOk="0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1918825" y="826425"/>
            <a:ext cx="653100" cy="636900"/>
          </a:xfrm>
          <a:prstGeom prst="wedgeEllipseCallout">
            <a:avLst>
              <a:gd name="adj1" fmla="val 824"/>
              <a:gd name="adj2" fmla="val 6216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Quattrocento Sans"/>
                <a:ea typeface="Quattrocento Sans"/>
                <a:cs typeface="Quattrocento Sans"/>
                <a:sym typeface="Quattrocento Sans"/>
              </a:rPr>
              <a:t>our office</a:t>
            </a:r>
            <a:endParaRPr sz="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1453850" y="1553525"/>
            <a:ext cx="174600" cy="174600"/>
          </a:xfrm>
          <a:prstGeom prst="donut">
            <a:avLst>
              <a:gd name="adj" fmla="val 35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2879300" y="2940200"/>
            <a:ext cx="174600" cy="174600"/>
          </a:xfrm>
          <a:prstGeom prst="donut">
            <a:avLst>
              <a:gd name="adj" fmla="val 35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3891175" y="1288725"/>
            <a:ext cx="174600" cy="174600"/>
          </a:xfrm>
          <a:prstGeom prst="donut">
            <a:avLst>
              <a:gd name="adj" fmla="val 35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"/>
          <p:cNvSpPr/>
          <p:nvPr/>
        </p:nvSpPr>
        <p:spPr>
          <a:xfrm>
            <a:off x="1911050" y="2010725"/>
            <a:ext cx="174600" cy="174600"/>
          </a:xfrm>
          <a:prstGeom prst="donut">
            <a:avLst>
              <a:gd name="adj" fmla="val 35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4565950" y="3192225"/>
            <a:ext cx="174600" cy="174600"/>
          </a:xfrm>
          <a:prstGeom prst="donut">
            <a:avLst>
              <a:gd name="adj" fmla="val 35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6456675" y="1728125"/>
            <a:ext cx="174600" cy="174600"/>
          </a:xfrm>
          <a:prstGeom prst="donut">
            <a:avLst>
              <a:gd name="adj" fmla="val 35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7235875" y="3283800"/>
            <a:ext cx="174600" cy="174600"/>
          </a:xfrm>
          <a:prstGeom prst="donut">
            <a:avLst>
              <a:gd name="adj" fmla="val 355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6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>
            <a:spLocks noGrp="1"/>
          </p:cNvSpPr>
          <p:nvPr>
            <p:ph type="ctrTitle" idx="4294967295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highlight>
                  <a:schemeClr val="accent1"/>
                </a:highlight>
              </a:rPr>
              <a:t>89,526,124</a:t>
            </a:r>
            <a:endParaRPr sz="9600">
              <a:highlight>
                <a:schemeClr val="accent1"/>
              </a:highlight>
            </a:endParaRPr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4294967295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Whoa! That’s a big number, aren’t you proud?</a:t>
            </a:r>
            <a:endParaRPr sz="1800"/>
          </a:p>
        </p:txBody>
      </p:sp>
      <p:grpSp>
        <p:nvGrpSpPr>
          <p:cNvPr id="278" name="Google Shape;278;p27"/>
          <p:cNvGrpSpPr/>
          <p:nvPr/>
        </p:nvGrpSpPr>
        <p:grpSpPr>
          <a:xfrm>
            <a:off x="4433048" y="4413425"/>
            <a:ext cx="277859" cy="201655"/>
            <a:chOff x="3932350" y="3714775"/>
            <a:chExt cx="439650" cy="319075"/>
          </a:xfrm>
        </p:grpSpPr>
        <p:sp>
          <p:nvSpPr>
            <p:cNvPr id="279" name="Google Shape;279;p27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" name="Google Shape;284;p27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>
            <a:spLocks noGrp="1"/>
          </p:cNvSpPr>
          <p:nvPr>
            <p:ph type="ctrTitle" idx="4294967295"/>
          </p:nvPr>
        </p:nvSpPr>
        <p:spPr>
          <a:xfrm>
            <a:off x="685800" y="343200"/>
            <a:ext cx="77724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89,526,124$</a:t>
            </a:r>
            <a:endParaRPr sz="4800"/>
          </a:p>
        </p:txBody>
      </p:sp>
      <p:sp>
        <p:nvSpPr>
          <p:cNvPr id="290" name="Google Shape;290;p28"/>
          <p:cNvSpPr txBox="1">
            <a:spLocks noGrp="1"/>
          </p:cNvSpPr>
          <p:nvPr>
            <p:ph type="subTitle" idx="4294967295"/>
          </p:nvPr>
        </p:nvSpPr>
        <p:spPr>
          <a:xfrm>
            <a:off x="685800" y="954109"/>
            <a:ext cx="77724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That’s a lot of money</a:t>
            </a:r>
            <a:endParaRPr sz="1800"/>
          </a:p>
        </p:txBody>
      </p:sp>
      <p:sp>
        <p:nvSpPr>
          <p:cNvPr id="291" name="Google Shape;291;p28"/>
          <p:cNvSpPr txBox="1">
            <a:spLocks noGrp="1"/>
          </p:cNvSpPr>
          <p:nvPr>
            <p:ph type="ctrTitle" idx="4294967295"/>
          </p:nvPr>
        </p:nvSpPr>
        <p:spPr>
          <a:xfrm>
            <a:off x="685800" y="2972100"/>
            <a:ext cx="77724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highlight>
                  <a:schemeClr val="accent1"/>
                </a:highlight>
              </a:rPr>
              <a:t>100%</a:t>
            </a:r>
            <a:endParaRPr sz="4800">
              <a:highlight>
                <a:schemeClr val="accent1"/>
              </a:highlight>
            </a:endParaRPr>
          </a:p>
        </p:txBody>
      </p:sp>
      <p:sp>
        <p:nvSpPr>
          <p:cNvPr id="292" name="Google Shape;292;p28"/>
          <p:cNvSpPr txBox="1">
            <a:spLocks noGrp="1"/>
          </p:cNvSpPr>
          <p:nvPr>
            <p:ph type="subTitle" idx="4294967295"/>
          </p:nvPr>
        </p:nvSpPr>
        <p:spPr>
          <a:xfrm>
            <a:off x="685800" y="3583009"/>
            <a:ext cx="77724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Total success!</a:t>
            </a:r>
            <a:endParaRPr sz="1800"/>
          </a:p>
        </p:txBody>
      </p:sp>
      <p:sp>
        <p:nvSpPr>
          <p:cNvPr id="293" name="Google Shape;293;p28"/>
          <p:cNvSpPr txBox="1">
            <a:spLocks noGrp="1"/>
          </p:cNvSpPr>
          <p:nvPr>
            <p:ph type="ctrTitle" idx="4294967295"/>
          </p:nvPr>
        </p:nvSpPr>
        <p:spPr>
          <a:xfrm>
            <a:off x="685800" y="1657650"/>
            <a:ext cx="77724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185,244 users</a:t>
            </a:r>
            <a:endParaRPr sz="4800"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4294967295"/>
          </p:nvPr>
        </p:nvSpPr>
        <p:spPr>
          <a:xfrm>
            <a:off x="685800" y="2268559"/>
            <a:ext cx="77724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And a lot of users</a:t>
            </a:r>
            <a:endParaRPr sz="1800"/>
          </a:p>
        </p:txBody>
      </p:sp>
      <p:grpSp>
        <p:nvGrpSpPr>
          <p:cNvPr id="295" name="Google Shape;295;p28"/>
          <p:cNvGrpSpPr/>
          <p:nvPr/>
        </p:nvGrpSpPr>
        <p:grpSpPr>
          <a:xfrm>
            <a:off x="4433048" y="4413425"/>
            <a:ext cx="277859" cy="201655"/>
            <a:chOff x="3932350" y="3714775"/>
            <a:chExt cx="439650" cy="319075"/>
          </a:xfrm>
        </p:grpSpPr>
        <p:sp>
          <p:nvSpPr>
            <p:cNvPr id="296" name="Google Shape;296;p28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28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grpSp>
        <p:nvGrpSpPr>
          <p:cNvPr id="307" name="Google Shape;307;p2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08" name="Google Shape;308;p2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" name="Google Shape;312;p29"/>
          <p:cNvSpPr/>
          <p:nvPr/>
        </p:nvSpPr>
        <p:spPr>
          <a:xfrm>
            <a:off x="1499592" y="2053050"/>
            <a:ext cx="1685100" cy="1685100"/>
          </a:xfrm>
          <a:prstGeom prst="ellipse">
            <a:avLst/>
          </a:prstGeom>
          <a:noFill/>
          <a:ln w="1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ora"/>
                <a:ea typeface="Lora"/>
                <a:cs typeface="Lora"/>
                <a:sym typeface="Lora"/>
              </a:rPr>
              <a:t>first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6721258" y="2053050"/>
            <a:ext cx="1685100" cy="1685100"/>
          </a:xfrm>
          <a:prstGeom prst="ellipse">
            <a:avLst/>
          </a:prstGeom>
          <a:noFill/>
          <a:ln w="1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ora"/>
                <a:ea typeface="Lora"/>
                <a:cs typeface="Lora"/>
                <a:sym typeface="Lora"/>
              </a:rPr>
              <a:t>last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4110400" y="2053050"/>
            <a:ext cx="1685100" cy="1685100"/>
          </a:xfrm>
          <a:prstGeom prst="ellipse">
            <a:avLst/>
          </a:prstGeom>
          <a:noFill/>
          <a:ln w="1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ora"/>
                <a:ea typeface="Lora"/>
                <a:cs typeface="Lora"/>
                <a:sym typeface="Lora"/>
              </a:rPr>
              <a:t>second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15" name="Google Shape;315;p29"/>
          <p:cNvCxnSpPr>
            <a:endCxn id="314" idx="2"/>
          </p:cNvCxnSpPr>
          <p:nvPr/>
        </p:nvCxnSpPr>
        <p:spPr>
          <a:xfrm>
            <a:off x="3184600" y="2895600"/>
            <a:ext cx="925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16" name="Google Shape;316;p29"/>
          <p:cNvCxnSpPr>
            <a:endCxn id="313" idx="2"/>
          </p:cNvCxnSpPr>
          <p:nvPr/>
        </p:nvCxnSpPr>
        <p:spPr>
          <a:xfrm>
            <a:off x="5795458" y="2895600"/>
            <a:ext cx="9258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17" name="Google Shape;317;p2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>
            <a:spLocks noGrp="1"/>
          </p:cNvSpPr>
          <p:nvPr>
            <p:ph type="subTitle" idx="4294967295"/>
          </p:nvPr>
        </p:nvSpPr>
        <p:spPr>
          <a:xfrm>
            <a:off x="2371500" y="2093775"/>
            <a:ext cx="502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i="1">
                <a:latin typeface="Lora"/>
                <a:ea typeface="Lora"/>
                <a:cs typeface="Lora"/>
                <a:sym typeface="Lora"/>
              </a:rPr>
              <a:t>Any </a:t>
            </a:r>
            <a:r>
              <a:rPr lang="en" sz="3600" b="1" i="1">
                <a:highlight>
                  <a:schemeClr val="accent1"/>
                </a:highlight>
                <a:latin typeface="Lora"/>
                <a:ea typeface="Lora"/>
                <a:cs typeface="Lora"/>
                <a:sym typeface="Lora"/>
              </a:rPr>
              <a:t>questions</a:t>
            </a:r>
            <a:r>
              <a:rPr lang="en" sz="3600" b="1" i="1">
                <a:latin typeface="Lora"/>
                <a:ea typeface="Lora"/>
                <a:cs typeface="Lora"/>
                <a:sym typeface="Lora"/>
              </a:rPr>
              <a:t> ?</a:t>
            </a:r>
            <a:endParaRPr sz="3600" b="1" i="1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You can find me at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◉"/>
            </a:pPr>
            <a:r>
              <a:rPr lang="en" sz="1800">
                <a:solidFill>
                  <a:schemeClr val="dk1"/>
                </a:solidFill>
              </a:rPr>
              <a:t>@username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◉"/>
            </a:pPr>
            <a:r>
              <a:rPr lang="en" sz="1800">
                <a:solidFill>
                  <a:schemeClr val="dk1"/>
                </a:solidFill>
              </a:rPr>
              <a:t>user@mail.me</a:t>
            </a:r>
            <a:endParaRPr b="1"/>
          </a:p>
        </p:txBody>
      </p:sp>
      <p:cxnSp>
        <p:nvCxnSpPr>
          <p:cNvPr id="323" name="Google Shape;323;p30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 txBox="1">
            <a:spLocks noGrp="1"/>
          </p:cNvSpPr>
          <p:nvPr>
            <p:ph type="ctrTitle" idx="4294967295"/>
          </p:nvPr>
        </p:nvSpPr>
        <p:spPr>
          <a:xfrm>
            <a:off x="2371625" y="816550"/>
            <a:ext cx="4908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Thanks!</a:t>
            </a:r>
            <a:endParaRPr sz="6000"/>
          </a:p>
        </p:txBody>
      </p:sp>
      <p:cxnSp>
        <p:nvCxnSpPr>
          <p:cNvPr id="325" name="Google Shape;325;p30"/>
          <p:cNvCxnSpPr/>
          <p:nvPr/>
        </p:nvCxnSpPr>
        <p:spPr>
          <a:xfrm>
            <a:off x="5589800" y="1428750"/>
            <a:ext cx="3554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30"/>
          <p:cNvSpPr/>
          <p:nvPr/>
        </p:nvSpPr>
        <p:spPr>
          <a:xfrm>
            <a:off x="831925" y="859175"/>
            <a:ext cx="1139100" cy="113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30"/>
          <p:cNvGrpSpPr/>
          <p:nvPr/>
        </p:nvGrpSpPr>
        <p:grpSpPr>
          <a:xfrm>
            <a:off x="1148888" y="1190759"/>
            <a:ext cx="505722" cy="475767"/>
            <a:chOff x="5972700" y="2330200"/>
            <a:chExt cx="411625" cy="387275"/>
          </a:xfrm>
        </p:grpSpPr>
        <p:sp>
          <p:nvSpPr>
            <p:cNvPr id="328" name="Google Shape;328;p30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" name="Google Shape;330;p3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body" idx="1"/>
          </p:nvPr>
        </p:nvSpPr>
        <p:spPr>
          <a:xfrm>
            <a:off x="1381250" y="16389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highlight>
                  <a:schemeClr val="accent1"/>
                </a:highlight>
              </a:rPr>
              <a:t>Yellow</a:t>
            </a:r>
            <a:endParaRPr sz="1200" b="1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37" name="Google Shape;337;p31"/>
          <p:cNvSpPr txBox="1">
            <a:spLocks noGrp="1"/>
          </p:cNvSpPr>
          <p:nvPr>
            <p:ph type="body" idx="2"/>
          </p:nvPr>
        </p:nvSpPr>
        <p:spPr>
          <a:xfrm>
            <a:off x="3834914" y="16389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highlight>
                  <a:schemeClr val="accent1"/>
                </a:highlight>
              </a:rPr>
              <a:t>Blue</a:t>
            </a:r>
            <a:endParaRPr sz="1200" b="1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3"/>
          </p:nvPr>
        </p:nvSpPr>
        <p:spPr>
          <a:xfrm>
            <a:off x="6288578" y="16389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highlight>
                  <a:schemeClr val="accent1"/>
                </a:highlight>
              </a:rPr>
              <a:t>Red</a:t>
            </a:r>
            <a:endParaRPr sz="1200" b="1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339" name="Google Shape;339;p3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40" name="Google Shape;340;p3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1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1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1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" name="Google Shape;344;p3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345" name="Google Shape;345;p31"/>
          <p:cNvSpPr txBox="1">
            <a:spLocks noGrp="1"/>
          </p:cNvSpPr>
          <p:nvPr>
            <p:ph type="body" idx="1"/>
          </p:nvPr>
        </p:nvSpPr>
        <p:spPr>
          <a:xfrm>
            <a:off x="1381250" y="30867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highlight>
                  <a:schemeClr val="accent1"/>
                </a:highlight>
              </a:rPr>
              <a:t>Yellow</a:t>
            </a:r>
            <a:endParaRPr sz="1200" b="1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46" name="Google Shape;346;p31"/>
          <p:cNvSpPr txBox="1">
            <a:spLocks noGrp="1"/>
          </p:cNvSpPr>
          <p:nvPr>
            <p:ph type="body" idx="2"/>
          </p:nvPr>
        </p:nvSpPr>
        <p:spPr>
          <a:xfrm>
            <a:off x="3834914" y="30867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highlight>
                  <a:schemeClr val="accent1"/>
                </a:highlight>
              </a:rPr>
              <a:t>Blue</a:t>
            </a:r>
            <a:endParaRPr sz="1200" b="1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47" name="Google Shape;347;p31"/>
          <p:cNvSpPr txBox="1">
            <a:spLocks noGrp="1"/>
          </p:cNvSpPr>
          <p:nvPr>
            <p:ph type="body" idx="3"/>
          </p:nvPr>
        </p:nvSpPr>
        <p:spPr>
          <a:xfrm>
            <a:off x="6288578" y="30867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highlight>
                  <a:schemeClr val="accent1"/>
                </a:highlight>
              </a:rPr>
              <a:t>Red</a:t>
            </a:r>
            <a:endParaRPr sz="1200" b="1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>
            <a:spLocks noGrp="1"/>
          </p:cNvSpPr>
          <p:nvPr>
            <p:ph type="body" idx="1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</a:t>
            </a:r>
            <a:r>
              <a:rPr lang="en">
                <a:highlight>
                  <a:srgbClr val="FFCD00"/>
                </a:highlight>
              </a:rPr>
              <a:t>Excel or Google Sheets</a:t>
            </a:r>
            <a:endParaRPr>
              <a:highlight>
                <a:srgbClr val="FFCD00"/>
              </a:highlight>
            </a:endParaRPr>
          </a:p>
        </p:txBody>
      </p:sp>
      <p:sp>
        <p:nvSpPr>
          <p:cNvPr id="353" name="Google Shape;353;p32"/>
          <p:cNvSpPr txBox="1">
            <a:spLocks noGrp="1"/>
          </p:cNvSpPr>
          <p:nvPr>
            <p:ph type="sldNum" idx="12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cxnSp>
        <p:nvCxnSpPr>
          <p:cNvPr id="354" name="Google Shape;354;p32"/>
          <p:cNvCxnSpPr/>
          <p:nvPr/>
        </p:nvCxnSpPr>
        <p:spPr>
          <a:xfrm>
            <a:off x="952500" y="874201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32"/>
          <p:cNvCxnSpPr/>
          <p:nvPr/>
        </p:nvCxnSpPr>
        <p:spPr>
          <a:xfrm>
            <a:off x="952500" y="1583683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2"/>
          <p:cNvCxnSpPr/>
          <p:nvPr/>
        </p:nvCxnSpPr>
        <p:spPr>
          <a:xfrm>
            <a:off x="952500" y="2293164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7" name="Google Shape;357;p32"/>
          <p:cNvCxnSpPr/>
          <p:nvPr/>
        </p:nvCxnSpPr>
        <p:spPr>
          <a:xfrm>
            <a:off x="952500" y="300264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58;p32"/>
          <p:cNvCxnSpPr/>
          <p:nvPr/>
        </p:nvCxnSpPr>
        <p:spPr>
          <a:xfrm>
            <a:off x="952500" y="373402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9" name="Google Shape;359;p32"/>
          <p:cNvSpPr txBox="1"/>
          <p:nvPr/>
        </p:nvSpPr>
        <p:spPr>
          <a:xfrm>
            <a:off x="952500" y="715450"/>
            <a:ext cx="3645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4000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3000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2000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1000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1572782" y="2180437"/>
            <a:ext cx="2337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2"/>
          <p:cNvSpPr/>
          <p:nvPr/>
        </p:nvSpPr>
        <p:spPr>
          <a:xfrm>
            <a:off x="1887026" y="1786374"/>
            <a:ext cx="2337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2"/>
          <p:cNvSpPr/>
          <p:nvPr/>
        </p:nvSpPr>
        <p:spPr>
          <a:xfrm>
            <a:off x="2201270" y="2293164"/>
            <a:ext cx="2337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2"/>
          <p:cNvSpPr/>
          <p:nvPr/>
        </p:nvSpPr>
        <p:spPr>
          <a:xfrm>
            <a:off x="3325786" y="2494227"/>
            <a:ext cx="2337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2"/>
          <p:cNvSpPr/>
          <p:nvPr/>
        </p:nvSpPr>
        <p:spPr>
          <a:xfrm>
            <a:off x="3640031" y="1895844"/>
            <a:ext cx="2337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2"/>
          <p:cNvSpPr/>
          <p:nvPr/>
        </p:nvSpPr>
        <p:spPr>
          <a:xfrm>
            <a:off x="3954275" y="1028525"/>
            <a:ext cx="2337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2"/>
          <p:cNvSpPr/>
          <p:nvPr/>
        </p:nvSpPr>
        <p:spPr>
          <a:xfrm>
            <a:off x="5078791" y="1939620"/>
            <a:ext cx="2337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2"/>
          <p:cNvSpPr/>
          <p:nvPr/>
        </p:nvSpPr>
        <p:spPr>
          <a:xfrm>
            <a:off x="5393035" y="874077"/>
            <a:ext cx="2337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2"/>
          <p:cNvSpPr/>
          <p:nvPr/>
        </p:nvSpPr>
        <p:spPr>
          <a:xfrm>
            <a:off x="5707280" y="2122062"/>
            <a:ext cx="2337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2"/>
          <p:cNvSpPr/>
          <p:nvPr/>
        </p:nvSpPr>
        <p:spPr>
          <a:xfrm>
            <a:off x="6831796" y="2552601"/>
            <a:ext cx="2337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2"/>
          <p:cNvSpPr/>
          <p:nvPr/>
        </p:nvSpPr>
        <p:spPr>
          <a:xfrm>
            <a:off x="7146040" y="1093120"/>
            <a:ext cx="2337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7460284" y="1406910"/>
            <a:ext cx="2337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</a:t>
            </a:r>
            <a:r>
              <a:rPr lang="en">
                <a:solidFill>
                  <a:schemeClr val="dk1"/>
                </a:solidFill>
              </a:rPr>
              <a:t> project</a:t>
            </a:r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1"/>
          </p:nvPr>
        </p:nvSpPr>
        <p:spPr>
          <a:xfrm>
            <a:off x="1381250" y="1616475"/>
            <a:ext cx="34008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grpSp>
        <p:nvGrpSpPr>
          <p:cNvPr id="378" name="Google Shape;378;p33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379" name="Google Shape;379;p33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" name="Google Shape;381;p3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grpSp>
        <p:nvGrpSpPr>
          <p:cNvPr id="382" name="Google Shape;382;p33"/>
          <p:cNvGrpSpPr/>
          <p:nvPr/>
        </p:nvGrpSpPr>
        <p:grpSpPr>
          <a:xfrm>
            <a:off x="5353200" y="373572"/>
            <a:ext cx="2119546" cy="4396359"/>
            <a:chOff x="2547150" y="238125"/>
            <a:chExt cx="2525675" cy="5238750"/>
          </a:xfrm>
        </p:grpSpPr>
        <p:sp>
          <p:nvSpPr>
            <p:cNvPr id="383" name="Google Shape;383;p33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3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3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87" name="Google Shape;387;p33"/>
          <p:cNvPicPr preferRelativeResize="0"/>
          <p:nvPr/>
        </p:nvPicPr>
        <p:blipFill rotWithShape="1">
          <a:blip r:embed="rId3">
            <a:alphaModFix/>
          </a:blip>
          <a:srcRect b="23786"/>
          <a:stretch/>
        </p:blipFill>
        <p:spPr>
          <a:xfrm>
            <a:off x="5399525" y="756087"/>
            <a:ext cx="2025525" cy="3631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project</a:t>
            </a:r>
            <a:endParaRPr/>
          </a:p>
        </p:txBody>
      </p:sp>
      <p:sp>
        <p:nvSpPr>
          <p:cNvPr id="393" name="Google Shape;393;p34"/>
          <p:cNvSpPr txBox="1">
            <a:spLocks noGrp="1"/>
          </p:cNvSpPr>
          <p:nvPr>
            <p:ph type="body" idx="1"/>
          </p:nvPr>
        </p:nvSpPr>
        <p:spPr>
          <a:xfrm>
            <a:off x="1381250" y="1616475"/>
            <a:ext cx="34065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grpSp>
        <p:nvGrpSpPr>
          <p:cNvPr id="394" name="Google Shape;394;p34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395" name="Google Shape;395;p34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397;p3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grpSp>
        <p:nvGrpSpPr>
          <p:cNvPr id="398" name="Google Shape;398;p34"/>
          <p:cNvGrpSpPr/>
          <p:nvPr/>
        </p:nvGrpSpPr>
        <p:grpSpPr>
          <a:xfrm>
            <a:off x="5011702" y="465959"/>
            <a:ext cx="2736410" cy="4222433"/>
            <a:chOff x="2112475" y="238125"/>
            <a:chExt cx="3395050" cy="5238750"/>
          </a:xfrm>
        </p:grpSpPr>
        <p:sp>
          <p:nvSpPr>
            <p:cNvPr id="399" name="Google Shape;399;p34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3" name="Google Shape;4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288" y="839688"/>
            <a:ext cx="2597800" cy="34637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project</a:t>
            </a:r>
            <a:endParaRPr/>
          </a:p>
        </p:txBody>
      </p:sp>
      <p:sp>
        <p:nvSpPr>
          <p:cNvPr id="409" name="Google Shape;409;p35"/>
          <p:cNvSpPr txBox="1">
            <a:spLocks noGrp="1"/>
          </p:cNvSpPr>
          <p:nvPr>
            <p:ph type="body" idx="1"/>
          </p:nvPr>
        </p:nvSpPr>
        <p:spPr>
          <a:xfrm>
            <a:off x="1381250" y="1616475"/>
            <a:ext cx="26340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Show and explain your web, app or software projects using these gadget templates.</a:t>
            </a:r>
            <a:endParaRPr/>
          </a:p>
        </p:txBody>
      </p:sp>
      <p:grpSp>
        <p:nvGrpSpPr>
          <p:cNvPr id="410" name="Google Shape;410;p35"/>
          <p:cNvGrpSpPr/>
          <p:nvPr/>
        </p:nvGrpSpPr>
        <p:grpSpPr>
          <a:xfrm>
            <a:off x="889984" y="1007708"/>
            <a:ext cx="270226" cy="238344"/>
            <a:chOff x="5247525" y="3007275"/>
            <a:chExt cx="517575" cy="456510"/>
          </a:xfrm>
        </p:grpSpPr>
        <p:sp>
          <p:nvSpPr>
            <p:cNvPr id="411" name="Google Shape;411;p35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5566575" y="3265260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3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grpSp>
        <p:nvGrpSpPr>
          <p:cNvPr id="414" name="Google Shape;414;p35"/>
          <p:cNvGrpSpPr/>
          <p:nvPr/>
        </p:nvGrpSpPr>
        <p:grpSpPr>
          <a:xfrm>
            <a:off x="3938374" y="1802704"/>
            <a:ext cx="4542205" cy="2661224"/>
            <a:chOff x="1177450" y="241631"/>
            <a:chExt cx="6173152" cy="3616776"/>
          </a:xfrm>
        </p:grpSpPr>
        <p:sp>
          <p:nvSpPr>
            <p:cNvPr id="415" name="Google Shape;415;p35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9" name="Google Shape;419;p35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445550" y="1949425"/>
            <a:ext cx="3530550" cy="22426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425" name="Google Shape;425;p36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Special thanks to all the people who made and released these awesome resources for free: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◉"/>
            </a:pPr>
            <a:r>
              <a:rPr lang="en"/>
              <a:t>Presentation template by </a:t>
            </a:r>
            <a:r>
              <a:rPr lang="en" u="sng">
                <a:highlight>
                  <a:schemeClr val="accent1"/>
                </a:highlight>
                <a:hlinkClick r:id="rId3"/>
              </a:rPr>
              <a:t>SlidesCarnival</a:t>
            </a:r>
            <a:endParaRPr>
              <a:highlight>
                <a:schemeClr val="accent1"/>
              </a:highlight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◉"/>
            </a:pPr>
            <a:r>
              <a:rPr lang="en"/>
              <a:t>Photographs by </a:t>
            </a:r>
            <a:r>
              <a:rPr lang="en" u="sng">
                <a:highlight>
                  <a:schemeClr val="accent1"/>
                </a:highlight>
                <a:hlinkClick r:id="rId4"/>
              </a:rPr>
              <a:t>Unsplash</a:t>
            </a:r>
            <a:endParaRPr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6" name="Google Shape;426;p36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427" name="Google Shape;427;p3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3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This presentation uses the following typographies: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◉"/>
            </a:pPr>
            <a:r>
              <a:rPr lang="en" sz="1400">
                <a:solidFill>
                  <a:schemeClr val="dk1"/>
                </a:solidFill>
              </a:rPr>
              <a:t>Titles: </a:t>
            </a:r>
            <a:r>
              <a:rPr lang="en" sz="1400" b="1">
                <a:solidFill>
                  <a:schemeClr val="dk1"/>
                </a:solidFill>
              </a:rPr>
              <a:t>Lora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◉"/>
            </a:pPr>
            <a:r>
              <a:rPr lang="en" sz="1400">
                <a:solidFill>
                  <a:schemeClr val="dk1"/>
                </a:solidFill>
              </a:rPr>
              <a:t>Body copy: </a:t>
            </a:r>
            <a:r>
              <a:rPr lang="en" sz="1400" b="1">
                <a:solidFill>
                  <a:schemeClr val="dk1"/>
                </a:solidFill>
              </a:rPr>
              <a:t>Quattrocento Sans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Download for free at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rgbClr val="1D1D1B"/>
                </a:solidFill>
                <a:highlight>
                  <a:schemeClr val="accent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https://www.fontsquirrel.com/fonts/lora</a:t>
            </a:r>
            <a:endParaRPr sz="1400">
              <a:solidFill>
                <a:srgbClr val="1D1D1B"/>
              </a:solidFill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rgbClr val="1D1D1B"/>
                </a:solidFill>
                <a:highlight>
                  <a:schemeClr val="accent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https://www.fontsquirrel.com/fonts/quattrocento-sans</a:t>
            </a:r>
            <a:endParaRPr sz="1400">
              <a:solidFill>
                <a:srgbClr val="1D1D1B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37" name="Google Shape;437;p3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grpSp>
        <p:nvGrpSpPr>
          <p:cNvPr id="438" name="Google Shape;438;p3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439" name="Google Shape;439;p3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" name="Google Shape;443;p37"/>
          <p:cNvSpPr/>
          <p:nvPr/>
        </p:nvSpPr>
        <p:spPr>
          <a:xfrm>
            <a:off x="5650" y="4707750"/>
            <a:ext cx="9144000" cy="4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7"/>
          <p:cNvSpPr txBox="1"/>
          <p:nvPr/>
        </p:nvSpPr>
        <p:spPr>
          <a:xfrm>
            <a:off x="416575" y="4707750"/>
            <a:ext cx="84240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>
                <a:latin typeface="Lora"/>
                <a:ea typeface="Lora"/>
                <a:cs typeface="Lora"/>
                <a:sym typeface="Lora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000" i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45" name="Google Shape;445;p3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8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Extra Resources</a:t>
            </a:r>
            <a:endParaRPr/>
          </a:p>
        </p:txBody>
      </p:sp>
      <p:sp>
        <p:nvSpPr>
          <p:cNvPr id="451" name="Google Shape;451;p38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Business Plans, Marketing Plans, Project Proposals, Lessons, etc</a:t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458" name="Google Shape;458;p3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459" name="Google Shape;459;p39"/>
          <p:cNvSpPr/>
          <p:nvPr/>
        </p:nvSpPr>
        <p:spPr>
          <a:xfrm>
            <a:off x="773520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707512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NOV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6415040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OCT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5754956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5094872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AUG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443478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JUL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377470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3114619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2454535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1794451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1134367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474283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</a:t>
            </a:r>
            <a:endParaRPr sz="1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0" y="275595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cxnSp>
        <p:nvCxnSpPr>
          <p:cNvPr id="472" name="Google Shape;472;p39"/>
          <p:cNvCxnSpPr/>
          <p:nvPr/>
        </p:nvCxnSpPr>
        <p:spPr>
          <a:xfrm rot="10800000">
            <a:off x="76892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73" name="Google Shape;473;p39"/>
          <p:cNvSpPr txBox="1"/>
          <p:nvPr/>
        </p:nvSpPr>
        <p:spPr>
          <a:xfrm>
            <a:off x="72790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4" name="Google Shape;474;p39"/>
          <p:cNvCxnSpPr/>
          <p:nvPr/>
        </p:nvCxnSpPr>
        <p:spPr>
          <a:xfrm rot="10800000">
            <a:off x="209015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75" name="Google Shape;475;p39"/>
          <p:cNvSpPr txBox="1"/>
          <p:nvPr/>
        </p:nvSpPr>
        <p:spPr>
          <a:xfrm>
            <a:off x="2050642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 is the colour of danger and courage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6" name="Google Shape;476;p39"/>
          <p:cNvCxnSpPr/>
          <p:nvPr/>
        </p:nvCxnSpPr>
        <p:spPr>
          <a:xfrm rot="10800000">
            <a:off x="341139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77" name="Google Shape;477;p39"/>
          <p:cNvSpPr txBox="1"/>
          <p:nvPr/>
        </p:nvSpPr>
        <p:spPr>
          <a:xfrm>
            <a:off x="3373384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Black is the color of ebony and of outer space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8" name="Google Shape;478;p39"/>
          <p:cNvCxnSpPr/>
          <p:nvPr/>
        </p:nvCxnSpPr>
        <p:spPr>
          <a:xfrm rot="10800000">
            <a:off x="473262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79" name="Google Shape;479;p39"/>
          <p:cNvSpPr txBox="1"/>
          <p:nvPr/>
        </p:nvSpPr>
        <p:spPr>
          <a:xfrm>
            <a:off x="4696126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Yellow is the color of gold, butter and ripe lemons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80" name="Google Shape;480;p39"/>
          <p:cNvCxnSpPr/>
          <p:nvPr/>
        </p:nvCxnSpPr>
        <p:spPr>
          <a:xfrm rot="10800000">
            <a:off x="605386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1" name="Google Shape;481;p39"/>
          <p:cNvSpPr txBox="1"/>
          <p:nvPr/>
        </p:nvSpPr>
        <p:spPr>
          <a:xfrm>
            <a:off x="6018868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White is the color of milk and fresh snow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82" name="Google Shape;482;p39"/>
          <p:cNvCxnSpPr/>
          <p:nvPr/>
        </p:nvCxnSpPr>
        <p:spPr>
          <a:xfrm rot="10800000">
            <a:off x="737509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3" name="Google Shape;483;p39"/>
          <p:cNvSpPr txBox="1"/>
          <p:nvPr/>
        </p:nvSpPr>
        <p:spPr>
          <a:xfrm>
            <a:off x="734161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84" name="Google Shape;484;p39"/>
          <p:cNvCxnSpPr/>
          <p:nvPr/>
        </p:nvCxnSpPr>
        <p:spPr>
          <a:xfrm rot="10800000">
            <a:off x="143968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5" name="Google Shape;485;p39"/>
          <p:cNvSpPr txBox="1"/>
          <p:nvPr/>
        </p:nvSpPr>
        <p:spPr>
          <a:xfrm>
            <a:off x="1369548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Yellow is the color of gold, butter and ripe lemons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86" name="Google Shape;486;p39"/>
          <p:cNvCxnSpPr/>
          <p:nvPr/>
        </p:nvCxnSpPr>
        <p:spPr>
          <a:xfrm rot="10800000">
            <a:off x="276092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7" name="Google Shape;487;p39"/>
          <p:cNvSpPr txBox="1"/>
          <p:nvPr/>
        </p:nvSpPr>
        <p:spPr>
          <a:xfrm>
            <a:off x="2699944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White is the color of milk and fresh snow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88" name="Google Shape;488;p39"/>
          <p:cNvCxnSpPr/>
          <p:nvPr/>
        </p:nvCxnSpPr>
        <p:spPr>
          <a:xfrm rot="10800000">
            <a:off x="408215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9" name="Google Shape;489;p39"/>
          <p:cNvSpPr txBox="1"/>
          <p:nvPr/>
        </p:nvSpPr>
        <p:spPr>
          <a:xfrm>
            <a:off x="4030339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90" name="Google Shape;490;p39"/>
          <p:cNvCxnSpPr/>
          <p:nvPr/>
        </p:nvCxnSpPr>
        <p:spPr>
          <a:xfrm rot="10800000">
            <a:off x="540339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91" name="Google Shape;491;p39"/>
          <p:cNvSpPr txBox="1"/>
          <p:nvPr/>
        </p:nvSpPr>
        <p:spPr>
          <a:xfrm>
            <a:off x="5360735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 is the colour of danger and courage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92" name="Google Shape;492;p39"/>
          <p:cNvCxnSpPr/>
          <p:nvPr/>
        </p:nvCxnSpPr>
        <p:spPr>
          <a:xfrm rot="10800000">
            <a:off x="672462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93" name="Google Shape;493;p39"/>
          <p:cNvSpPr txBox="1"/>
          <p:nvPr/>
        </p:nvSpPr>
        <p:spPr>
          <a:xfrm>
            <a:off x="6691131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Black is the color of ebony and of outer space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94" name="Google Shape;494;p39"/>
          <p:cNvCxnSpPr/>
          <p:nvPr/>
        </p:nvCxnSpPr>
        <p:spPr>
          <a:xfrm rot="10800000">
            <a:off x="804586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95" name="Google Shape;495;p39"/>
          <p:cNvSpPr txBox="1"/>
          <p:nvPr/>
        </p:nvSpPr>
        <p:spPr>
          <a:xfrm>
            <a:off x="8008073" y="3648150"/>
            <a:ext cx="1034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Yellow is the color of gold, butter and ripe lemons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96" name="Google Shape;496;p3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497" name="Google Shape;497;p3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506" name="Google Shape;506;p4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507" name="Google Shape;507;p40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0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9" name="Google Shape;509;p40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510" name="Google Shape;510;p40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</a:t>
              </a: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12" name="Google Shape;512;p40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513" name="Google Shape;513;p40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3</a:t>
              </a: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15" name="Google Shape;515;p40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516" name="Google Shape;516;p40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5</a:t>
              </a: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18" name="Google Shape;518;p40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519" name="Google Shape;519;p40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20" name="Google Shape;520;p40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6</a:t>
              </a: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21" name="Google Shape;521;p40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522" name="Google Shape;522;p40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23" name="Google Shape;523;p40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4</a:t>
              </a: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24" name="Google Shape;524;p40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525" name="Google Shape;525;p40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26" name="Google Shape;526;p40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</a:t>
              </a:r>
              <a:endParaRPr sz="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527" name="Google Shape;527;p40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8" name="Google Shape;528;p40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 is the colour of danger and courage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9" name="Google Shape;529;p40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Black is the color of ebony and of outer space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0" name="Google Shape;530;p40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Yellow is the color of gold, butter and ripe lemons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1" name="Google Shape;531;p40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White is the color of milk and fresh snow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2" name="Google Shape;532;p40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33" name="Google Shape;533;p4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534" name="Google Shape;534;p4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 chart</a:t>
            </a:r>
            <a:endParaRPr/>
          </a:p>
        </p:txBody>
      </p:sp>
      <p:sp>
        <p:nvSpPr>
          <p:cNvPr id="543" name="Google Shape;543;p4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graphicFrame>
        <p:nvGraphicFramePr>
          <p:cNvPr id="544" name="Google Shape;544;p41"/>
          <p:cNvGraphicFramePr/>
          <p:nvPr/>
        </p:nvGraphicFramePr>
        <p:xfrm>
          <a:off x="1477425" y="1564481"/>
          <a:ext cx="7136600" cy="3072500"/>
        </p:xfrm>
        <a:graphic>
          <a:graphicData uri="http://schemas.openxmlformats.org/drawingml/2006/table">
            <a:tbl>
              <a:tblPr>
                <a:noFill/>
                <a:tableStyleId>{DA5B2040-0373-4AB5-8C16-54180E59C3D7}</a:tableStyleId>
              </a:tblPr>
              <a:tblGrid>
                <a:gridCol w="12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19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0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Week 1</a:t>
                      </a:r>
                      <a:endParaRPr sz="800" b="1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Week 2</a:t>
                      </a:r>
                      <a:endParaRPr sz="800" b="1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13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14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1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2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◆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3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4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◆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5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◆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6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7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 8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45" name="Google Shape;545;p4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546" name="Google Shape;546;p4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1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1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 Analysis</a:t>
            </a:r>
            <a:endParaRPr/>
          </a:p>
        </p:txBody>
      </p:sp>
      <p:sp>
        <p:nvSpPr>
          <p:cNvPr id="555" name="Google Shape;555;p4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556" name="Google Shape;556;p42"/>
          <p:cNvSpPr/>
          <p:nvPr/>
        </p:nvSpPr>
        <p:spPr>
          <a:xfrm>
            <a:off x="1506150" y="1665075"/>
            <a:ext cx="3447300" cy="129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</a:t>
            </a:r>
            <a:endParaRPr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7" name="Google Shape;557;p42"/>
          <p:cNvSpPr/>
          <p:nvPr/>
        </p:nvSpPr>
        <p:spPr>
          <a:xfrm>
            <a:off x="5095924" y="1665075"/>
            <a:ext cx="3447300" cy="129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WEAKNESSES</a:t>
            </a:r>
            <a:endParaRPr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Yellow is the color of gold, butter and ripe lemons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8" name="Google Shape;558;p42"/>
          <p:cNvSpPr/>
          <p:nvPr/>
        </p:nvSpPr>
        <p:spPr>
          <a:xfrm>
            <a:off x="1506150" y="3106208"/>
            <a:ext cx="3447300" cy="129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Black is the color of ebony and of outer space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OPPORTUNITIES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9" name="Google Shape;559;p42"/>
          <p:cNvSpPr/>
          <p:nvPr/>
        </p:nvSpPr>
        <p:spPr>
          <a:xfrm>
            <a:off x="5095924" y="3106208"/>
            <a:ext cx="3447300" cy="129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White is the color of milk and fresh snow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THREATS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0" name="Google Shape;560;p42"/>
          <p:cNvSpPr/>
          <p:nvPr/>
        </p:nvSpPr>
        <p:spPr>
          <a:xfrm>
            <a:off x="3963788" y="1972387"/>
            <a:ext cx="1980900" cy="19809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2"/>
          <p:cNvSpPr/>
          <p:nvPr/>
        </p:nvSpPr>
        <p:spPr>
          <a:xfrm rot="5400000">
            <a:off x="4106573" y="1972387"/>
            <a:ext cx="1980900" cy="19809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2"/>
          <p:cNvSpPr/>
          <p:nvPr/>
        </p:nvSpPr>
        <p:spPr>
          <a:xfrm rot="10800000">
            <a:off x="4106573" y="2116280"/>
            <a:ext cx="1980900" cy="19809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2"/>
          <p:cNvSpPr/>
          <p:nvPr/>
        </p:nvSpPr>
        <p:spPr>
          <a:xfrm rot="-5400000">
            <a:off x="3963788" y="2116280"/>
            <a:ext cx="1980900" cy="19809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2"/>
          <p:cNvSpPr/>
          <p:nvPr/>
        </p:nvSpPr>
        <p:spPr>
          <a:xfrm>
            <a:off x="4419834" y="2385582"/>
            <a:ext cx="263198" cy="37049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Lora"/>
              </a:rPr>
              <a:t>S</a:t>
            </a:r>
          </a:p>
        </p:txBody>
      </p:sp>
      <p:sp>
        <p:nvSpPr>
          <p:cNvPr id="565" name="Google Shape;565;p42"/>
          <p:cNvSpPr/>
          <p:nvPr/>
        </p:nvSpPr>
        <p:spPr>
          <a:xfrm>
            <a:off x="5252163" y="2391908"/>
            <a:ext cx="508175" cy="35733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Lora"/>
              </a:rPr>
              <a:t>W</a:t>
            </a:r>
          </a:p>
        </p:txBody>
      </p:sp>
      <p:sp>
        <p:nvSpPr>
          <p:cNvPr id="566" name="Google Shape;566;p42"/>
          <p:cNvSpPr/>
          <p:nvPr/>
        </p:nvSpPr>
        <p:spPr>
          <a:xfrm>
            <a:off x="4391490" y="3292282"/>
            <a:ext cx="353799" cy="37049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Lora"/>
              </a:rPr>
              <a:t>O</a:t>
            </a:r>
          </a:p>
        </p:txBody>
      </p:sp>
      <p:sp>
        <p:nvSpPr>
          <p:cNvPr id="567" name="Google Shape;567;p42"/>
          <p:cNvSpPr/>
          <p:nvPr/>
        </p:nvSpPr>
        <p:spPr>
          <a:xfrm>
            <a:off x="5345801" y="3298609"/>
            <a:ext cx="312295" cy="35429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Lora"/>
              </a:rPr>
              <a:t>T</a:t>
            </a:r>
          </a:p>
        </p:txBody>
      </p:sp>
      <p:grpSp>
        <p:nvGrpSpPr>
          <p:cNvPr id="568" name="Google Shape;568;p4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569" name="Google Shape;569;p42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2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2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2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3"/>
          <p:cNvSpPr txBox="1">
            <a:spLocks noGrp="1"/>
          </p:cNvSpPr>
          <p:nvPr>
            <p:ph type="title" idx="4294967295"/>
          </p:nvPr>
        </p:nvSpPr>
        <p:spPr>
          <a:xfrm>
            <a:off x="262200" y="0"/>
            <a:ext cx="86196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Business Model Canvas</a:t>
            </a:r>
            <a:endParaRPr sz="1200"/>
          </a:p>
        </p:txBody>
      </p:sp>
      <p:sp>
        <p:nvSpPr>
          <p:cNvPr id="578" name="Google Shape;578;p4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579" name="Google Shape;579;p43"/>
          <p:cNvSpPr txBox="1"/>
          <p:nvPr/>
        </p:nvSpPr>
        <p:spPr>
          <a:xfrm>
            <a:off x="2039325" y="512550"/>
            <a:ext cx="1688400" cy="156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Activities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800" b="1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0" name="Google Shape;580;p43"/>
          <p:cNvSpPr txBox="1"/>
          <p:nvPr/>
        </p:nvSpPr>
        <p:spPr>
          <a:xfrm>
            <a:off x="2039325" y="2074407"/>
            <a:ext cx="1688400" cy="156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Resources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3727775" y="512550"/>
            <a:ext cx="1688400" cy="312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Value Propositions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5416225" y="512550"/>
            <a:ext cx="1688400" cy="156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Relationships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3" name="Google Shape;583;p43"/>
          <p:cNvSpPr txBox="1"/>
          <p:nvPr/>
        </p:nvSpPr>
        <p:spPr>
          <a:xfrm>
            <a:off x="5416225" y="2074407"/>
            <a:ext cx="1688400" cy="156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Channels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4" name="Google Shape;584;p43"/>
          <p:cNvSpPr txBox="1"/>
          <p:nvPr/>
        </p:nvSpPr>
        <p:spPr>
          <a:xfrm>
            <a:off x="7104675" y="512550"/>
            <a:ext cx="1688400" cy="312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Segments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5" name="Google Shape;585;p43"/>
          <p:cNvSpPr txBox="1"/>
          <p:nvPr/>
        </p:nvSpPr>
        <p:spPr>
          <a:xfrm>
            <a:off x="350875" y="512550"/>
            <a:ext cx="1688400" cy="312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Partners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800" b="1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6" name="Google Shape;586;p43"/>
          <p:cNvSpPr txBox="1"/>
          <p:nvPr/>
        </p:nvSpPr>
        <p:spPr>
          <a:xfrm>
            <a:off x="350875" y="3636264"/>
            <a:ext cx="4221000" cy="12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Structure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7" name="Google Shape;587;p43"/>
          <p:cNvSpPr txBox="1"/>
          <p:nvPr/>
        </p:nvSpPr>
        <p:spPr>
          <a:xfrm>
            <a:off x="4572000" y="3636264"/>
            <a:ext cx="4221000" cy="12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Streams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9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8" name="Google Shape;588;p43"/>
          <p:cNvSpPr/>
          <p:nvPr/>
        </p:nvSpPr>
        <p:spPr>
          <a:xfrm>
            <a:off x="4285413" y="3710737"/>
            <a:ext cx="211941" cy="210711"/>
          </a:xfrm>
          <a:custGeom>
            <a:avLst/>
            <a:gdLst/>
            <a:ahLst/>
            <a:cxnLst/>
            <a:rect l="l" t="t" r="r" b="b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w="121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3"/>
          <p:cNvSpPr/>
          <p:nvPr/>
        </p:nvSpPr>
        <p:spPr>
          <a:xfrm>
            <a:off x="6818693" y="587257"/>
            <a:ext cx="211332" cy="189704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121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3"/>
          <p:cNvSpPr/>
          <p:nvPr/>
        </p:nvSpPr>
        <p:spPr>
          <a:xfrm>
            <a:off x="1761279" y="587252"/>
            <a:ext cx="203302" cy="203302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3"/>
          <p:cNvSpPr/>
          <p:nvPr/>
        </p:nvSpPr>
        <p:spPr>
          <a:xfrm>
            <a:off x="8525077" y="587180"/>
            <a:ext cx="193408" cy="203911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2" name="Google Shape;592;p43"/>
          <p:cNvGrpSpPr/>
          <p:nvPr/>
        </p:nvGrpSpPr>
        <p:grpSpPr>
          <a:xfrm>
            <a:off x="8495237" y="3710595"/>
            <a:ext cx="223066" cy="161899"/>
            <a:chOff x="4604550" y="3714775"/>
            <a:chExt cx="439625" cy="319075"/>
          </a:xfrm>
        </p:grpSpPr>
        <p:sp>
          <p:nvSpPr>
            <p:cNvPr id="593" name="Google Shape;593;p43"/>
            <p:cNvSpPr/>
            <p:nvPr/>
          </p:nvSpPr>
          <p:spPr>
            <a:xfrm>
              <a:off x="4604550" y="3714775"/>
              <a:ext cx="439625" cy="319075"/>
            </a:xfrm>
            <a:custGeom>
              <a:avLst/>
              <a:gdLst/>
              <a:ahLst/>
              <a:cxnLst/>
              <a:rect l="l" t="t" r="r" b="b"/>
              <a:pathLst>
                <a:path w="17585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3"/>
            <p:cNvSpPr/>
            <p:nvPr/>
          </p:nvSpPr>
          <p:spPr>
            <a:xfrm>
              <a:off x="4647175" y="3761675"/>
              <a:ext cx="354400" cy="213725"/>
            </a:xfrm>
            <a:custGeom>
              <a:avLst/>
              <a:gdLst/>
              <a:ahLst/>
              <a:cxnLst/>
              <a:rect l="l" t="t" r="r" b="b"/>
              <a:pathLst>
                <a:path w="14176" h="8549" fill="none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5" name="Google Shape;595;p43"/>
          <p:cNvGrpSpPr/>
          <p:nvPr/>
        </p:nvGrpSpPr>
        <p:grpSpPr>
          <a:xfrm>
            <a:off x="5156730" y="586978"/>
            <a:ext cx="184770" cy="235434"/>
            <a:chOff x="1959600" y="4980625"/>
            <a:chExt cx="364150" cy="464000"/>
          </a:xfrm>
        </p:grpSpPr>
        <p:sp>
          <p:nvSpPr>
            <p:cNvPr id="596" name="Google Shape;596;p43"/>
            <p:cNvSpPr/>
            <p:nvPr/>
          </p:nvSpPr>
          <p:spPr>
            <a:xfrm>
              <a:off x="1959600" y="4980625"/>
              <a:ext cx="364150" cy="239325"/>
            </a:xfrm>
            <a:custGeom>
              <a:avLst/>
              <a:gdLst/>
              <a:ahLst/>
              <a:cxnLst/>
              <a:rect l="l" t="t" r="r" b="b"/>
              <a:pathLst>
                <a:path w="14566" h="9573" fill="none" extrusionOk="0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3"/>
            <p:cNvSpPr/>
            <p:nvPr/>
          </p:nvSpPr>
          <p:spPr>
            <a:xfrm>
              <a:off x="2053375" y="5121275"/>
              <a:ext cx="176600" cy="25"/>
            </a:xfrm>
            <a:custGeom>
              <a:avLst/>
              <a:gdLst/>
              <a:ahLst/>
              <a:cxnLst/>
              <a:rect l="l" t="t" r="r" b="b"/>
              <a:pathLst>
                <a:path w="7064" h="1" fill="none" extrusionOk="0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3"/>
            <p:cNvSpPr/>
            <p:nvPr/>
          </p:nvSpPr>
          <p:spPr>
            <a:xfrm>
              <a:off x="2104525" y="5121275"/>
              <a:ext cx="74300" cy="323350"/>
            </a:xfrm>
            <a:custGeom>
              <a:avLst/>
              <a:gdLst/>
              <a:ahLst/>
              <a:cxnLst/>
              <a:rect l="l" t="t" r="r" b="b"/>
              <a:pathLst>
                <a:path w="2972" h="12934" fill="none" extrusionOk="0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3"/>
            <p:cNvSpPr/>
            <p:nvPr/>
          </p:nvSpPr>
          <p:spPr>
            <a:xfrm>
              <a:off x="2166625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3"/>
            <p:cNvSpPr/>
            <p:nvPr/>
          </p:nvSpPr>
          <p:spPr>
            <a:xfrm>
              <a:off x="2031450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3"/>
            <p:cNvSpPr/>
            <p:nvPr/>
          </p:nvSpPr>
          <p:spPr>
            <a:xfrm>
              <a:off x="19791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3"/>
            <p:cNvSpPr/>
            <p:nvPr/>
          </p:nvSpPr>
          <p:spPr>
            <a:xfrm>
              <a:off x="21788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43"/>
          <p:cNvGrpSpPr/>
          <p:nvPr/>
        </p:nvGrpSpPr>
        <p:grpSpPr>
          <a:xfrm>
            <a:off x="6756559" y="2148684"/>
            <a:ext cx="273121" cy="261996"/>
            <a:chOff x="5233525" y="4954450"/>
            <a:chExt cx="538275" cy="516350"/>
          </a:xfrm>
        </p:grpSpPr>
        <p:sp>
          <p:nvSpPr>
            <p:cNvPr id="604" name="Google Shape;604;p43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3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3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3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3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3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3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3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3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3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3382891" y="2148686"/>
            <a:ext cx="278068" cy="252736"/>
            <a:chOff x="4556450" y="4963575"/>
            <a:chExt cx="548025" cy="498100"/>
          </a:xfrm>
        </p:grpSpPr>
        <p:sp>
          <p:nvSpPr>
            <p:cNvPr id="616" name="Google Shape;616;p43"/>
            <p:cNvSpPr/>
            <p:nvPr/>
          </p:nvSpPr>
          <p:spPr>
            <a:xfrm>
              <a:off x="4611850" y="5222350"/>
              <a:ext cx="436600" cy="239325"/>
            </a:xfrm>
            <a:custGeom>
              <a:avLst/>
              <a:gdLst/>
              <a:ahLst/>
              <a:cxnLst/>
              <a:rect l="l" t="t" r="r" b="b"/>
              <a:pathLst>
                <a:path w="17464" h="9573" fill="none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4612475" y="4963575"/>
              <a:ext cx="435975" cy="125450"/>
            </a:xfrm>
            <a:custGeom>
              <a:avLst/>
              <a:gdLst/>
              <a:ahLst/>
              <a:cxnLst/>
              <a:rect l="l" t="t" r="r" b="b"/>
              <a:pathLst>
                <a:path w="17439" h="5018" fill="none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3"/>
            <p:cNvSpPr/>
            <p:nvPr/>
          </p:nvSpPr>
          <p:spPr>
            <a:xfrm>
              <a:off x="4556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3"/>
            <p:cNvSpPr/>
            <p:nvPr/>
          </p:nvSpPr>
          <p:spPr>
            <a:xfrm>
              <a:off x="4830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3"/>
            <p:cNvSpPr/>
            <p:nvPr/>
          </p:nvSpPr>
          <p:spPr>
            <a:xfrm>
              <a:off x="4830450" y="5213225"/>
              <a:ext cx="25" cy="248450"/>
            </a:xfrm>
            <a:custGeom>
              <a:avLst/>
              <a:gdLst/>
              <a:ahLst/>
              <a:cxnLst/>
              <a:rect l="l" t="t" r="r" b="b"/>
              <a:pathLst>
                <a:path w="1" h="9938" fill="none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43"/>
          <p:cNvSpPr/>
          <p:nvPr/>
        </p:nvSpPr>
        <p:spPr>
          <a:xfrm>
            <a:off x="3430092" y="587256"/>
            <a:ext cx="223039" cy="223093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</a:t>
            </a:r>
            <a:endParaRPr/>
          </a:p>
        </p:txBody>
      </p:sp>
      <p:sp>
        <p:nvSpPr>
          <p:cNvPr id="627" name="Google Shape;627;p4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grpSp>
        <p:nvGrpSpPr>
          <p:cNvPr id="628" name="Google Shape;628;p44"/>
          <p:cNvGrpSpPr/>
          <p:nvPr/>
        </p:nvGrpSpPr>
        <p:grpSpPr>
          <a:xfrm>
            <a:off x="1381092" y="1505777"/>
            <a:ext cx="3277953" cy="2946943"/>
            <a:chOff x="3778727" y="4460423"/>
            <a:chExt cx="720160" cy="647438"/>
          </a:xfrm>
        </p:grpSpPr>
        <p:sp>
          <p:nvSpPr>
            <p:cNvPr id="629" name="Google Shape;629;p44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PURCHASE</a:t>
              </a:r>
              <a:endParaRPr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0" name="Google Shape;630;p44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LOYALTY</a:t>
              </a:r>
              <a:endParaRPr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1" name="Google Shape;631;p44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AWARENESS</a:t>
              </a:r>
              <a:endParaRPr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2" name="Google Shape;632;p44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EVALUATION</a:t>
              </a:r>
              <a:endParaRPr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3" name="Google Shape;633;p44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DISCOVERY</a:t>
              </a:r>
              <a:endParaRPr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4" name="Google Shape;634;p44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INTENT</a:t>
              </a:r>
              <a:endParaRPr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5" name="Google Shape;635;p44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636" name="Google Shape;636;p44"/>
          <p:cNvCxnSpPr/>
          <p:nvPr/>
        </p:nvCxnSpPr>
        <p:spPr>
          <a:xfrm>
            <a:off x="4586590" y="1993881"/>
            <a:ext cx="960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37" name="Google Shape;637;p44"/>
          <p:cNvSpPr txBox="1"/>
          <p:nvPr/>
        </p:nvSpPr>
        <p:spPr>
          <a:xfrm>
            <a:off x="5602722" y="1837578"/>
            <a:ext cx="25317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38" name="Google Shape;638;p44"/>
          <p:cNvCxnSpPr/>
          <p:nvPr/>
        </p:nvCxnSpPr>
        <p:spPr>
          <a:xfrm>
            <a:off x="4445163" y="2431427"/>
            <a:ext cx="1101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39" name="Google Shape;639;p44"/>
          <p:cNvSpPr txBox="1"/>
          <p:nvPr/>
        </p:nvSpPr>
        <p:spPr>
          <a:xfrm>
            <a:off x="5602722" y="2275115"/>
            <a:ext cx="25317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40" name="Google Shape;640;p44"/>
          <p:cNvCxnSpPr/>
          <p:nvPr/>
        </p:nvCxnSpPr>
        <p:spPr>
          <a:xfrm>
            <a:off x="4244185" y="2868973"/>
            <a:ext cx="13026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41" name="Google Shape;641;p44"/>
          <p:cNvSpPr txBox="1"/>
          <p:nvPr/>
        </p:nvSpPr>
        <p:spPr>
          <a:xfrm>
            <a:off x="5602722" y="2712652"/>
            <a:ext cx="25317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42" name="Google Shape;642;p44"/>
          <p:cNvCxnSpPr/>
          <p:nvPr/>
        </p:nvCxnSpPr>
        <p:spPr>
          <a:xfrm>
            <a:off x="4072983" y="3306497"/>
            <a:ext cx="1473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43" name="Google Shape;643;p44"/>
          <p:cNvSpPr txBox="1"/>
          <p:nvPr/>
        </p:nvSpPr>
        <p:spPr>
          <a:xfrm>
            <a:off x="5602722" y="3150188"/>
            <a:ext cx="25317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44" name="Google Shape;644;p44"/>
          <p:cNvCxnSpPr/>
          <p:nvPr/>
        </p:nvCxnSpPr>
        <p:spPr>
          <a:xfrm>
            <a:off x="3886882" y="3744043"/>
            <a:ext cx="16599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45" name="Google Shape;645;p44"/>
          <p:cNvSpPr txBox="1"/>
          <p:nvPr/>
        </p:nvSpPr>
        <p:spPr>
          <a:xfrm>
            <a:off x="5602722" y="3587725"/>
            <a:ext cx="25317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46" name="Google Shape;646;p44"/>
          <p:cNvCxnSpPr/>
          <p:nvPr/>
        </p:nvCxnSpPr>
        <p:spPr>
          <a:xfrm>
            <a:off x="3693353" y="4181566"/>
            <a:ext cx="1845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47" name="Google Shape;647;p44"/>
          <p:cNvSpPr txBox="1"/>
          <p:nvPr/>
        </p:nvSpPr>
        <p:spPr>
          <a:xfrm>
            <a:off x="5602722" y="4025262"/>
            <a:ext cx="25317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your content</a:t>
            </a:r>
            <a:endParaRPr sz="1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48" name="Google Shape;648;p4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649" name="Google Shape;649;p44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4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4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4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Presentation</a:t>
            </a:r>
            <a:endParaRPr/>
          </a:p>
        </p:txBody>
      </p:sp>
      <p:sp>
        <p:nvSpPr>
          <p:cNvPr id="658" name="Google Shape;658;p4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pic>
        <p:nvPicPr>
          <p:cNvPr id="659" name="Google Shape;659;p45"/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826658" y="1917500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0" name="Google Shape;660;p45"/>
          <p:cNvSpPr txBox="1"/>
          <p:nvPr/>
        </p:nvSpPr>
        <p:spPr>
          <a:xfrm>
            <a:off x="831683" y="3536525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Imani Jackson</a:t>
            </a:r>
            <a:br>
              <a:rPr lang="en"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TITLE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61" name="Google Shape;66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6383" y="1917500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2" name="Google Shape;662;p45"/>
          <p:cNvSpPr txBox="1"/>
          <p:nvPr/>
        </p:nvSpPr>
        <p:spPr>
          <a:xfrm>
            <a:off x="2811408" y="3536525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Marcos Galán</a:t>
            </a:r>
            <a:br>
              <a:rPr lang="en"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TITLE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63" name="Google Shape;663;p45"/>
          <p:cNvPicPr preferRelativeResize="0"/>
          <p:nvPr/>
        </p:nvPicPr>
        <p:blipFill rotWithShape="1">
          <a:blip r:embed="rId5">
            <a:alphaModFix/>
          </a:blip>
          <a:srcRect l="47271" t="22330" b="24940"/>
          <a:stretch/>
        </p:blipFill>
        <p:spPr>
          <a:xfrm>
            <a:off x="4786108" y="1917500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4" name="Google Shape;664;p45"/>
          <p:cNvSpPr txBox="1"/>
          <p:nvPr/>
        </p:nvSpPr>
        <p:spPr>
          <a:xfrm>
            <a:off x="4791133" y="3536525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Ixchel Valdía</a:t>
            </a:r>
            <a:br>
              <a:rPr lang="en"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TITLE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65" name="Google Shape;665;p45"/>
          <p:cNvPicPr preferRelativeResize="0"/>
          <p:nvPr/>
        </p:nvPicPr>
        <p:blipFill rotWithShape="1">
          <a:blip r:embed="rId6">
            <a:alphaModFix/>
          </a:blip>
          <a:srcRect t="3926" b="29406"/>
          <a:stretch/>
        </p:blipFill>
        <p:spPr>
          <a:xfrm>
            <a:off x="6765833" y="1917500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6" name="Google Shape;666;p45"/>
          <p:cNvSpPr txBox="1"/>
          <p:nvPr/>
        </p:nvSpPr>
        <p:spPr>
          <a:xfrm>
            <a:off x="6770858" y="3536525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Nils Årud</a:t>
            </a:r>
            <a:br>
              <a:rPr lang="en"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TITLE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 is the colour of the clear sky and the deep sea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67" name="Google Shape;667;p4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668" name="Google Shape;668;p45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5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5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6"/>
          <p:cNvSpPr txBox="1">
            <a:spLocks noGrp="1"/>
          </p:cNvSpPr>
          <p:nvPr>
            <p:ph type="title" idx="4294967295"/>
          </p:nvPr>
        </p:nvSpPr>
        <p:spPr>
          <a:xfrm>
            <a:off x="467100" y="0"/>
            <a:ext cx="82098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Competitor Matrix</a:t>
            </a:r>
            <a:endParaRPr sz="1200"/>
          </a:p>
        </p:txBody>
      </p:sp>
      <p:sp>
        <p:nvSpPr>
          <p:cNvPr id="677" name="Google Shape;677;p46"/>
          <p:cNvSpPr/>
          <p:nvPr/>
        </p:nvSpPr>
        <p:spPr>
          <a:xfrm>
            <a:off x="467100" y="467100"/>
            <a:ext cx="8209800" cy="420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46"/>
          <p:cNvGrpSpPr/>
          <p:nvPr/>
        </p:nvGrpSpPr>
        <p:grpSpPr>
          <a:xfrm>
            <a:off x="638150" y="467111"/>
            <a:ext cx="7867750" cy="4209098"/>
            <a:chOff x="638138" y="467100"/>
            <a:chExt cx="7867750" cy="4194000"/>
          </a:xfrm>
        </p:grpSpPr>
        <p:cxnSp>
          <p:nvCxnSpPr>
            <p:cNvPr id="679" name="Google Shape;679;p46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46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1" name="Google Shape;681;p46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2" name="Google Shape;682;p46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3" name="Google Shape;683;p46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46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5" name="Google Shape;685;p46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6" name="Google Shape;686;p46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7" name="Google Shape;687;p46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46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46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46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46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46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46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46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46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6" name="Google Shape;696;p46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46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46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46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46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46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46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46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46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46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46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46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46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46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0" name="Google Shape;710;p46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46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2" name="Google Shape;712;p46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3" name="Google Shape;713;p46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4" name="Google Shape;714;p46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5" name="Google Shape;715;p46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6" name="Google Shape;716;p46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7" name="Google Shape;717;p46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8" name="Google Shape;718;p46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9" name="Google Shape;719;p46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0" name="Google Shape;720;p46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1" name="Google Shape;721;p46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2" name="Google Shape;722;p46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3" name="Google Shape;723;p46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4" name="Google Shape;724;p46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25" name="Google Shape;725;p4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grpSp>
        <p:nvGrpSpPr>
          <p:cNvPr id="726" name="Google Shape;726;p46"/>
          <p:cNvGrpSpPr/>
          <p:nvPr/>
        </p:nvGrpSpPr>
        <p:grpSpPr>
          <a:xfrm>
            <a:off x="467107" y="642473"/>
            <a:ext cx="8209755" cy="3858239"/>
            <a:chOff x="467088" y="642474"/>
            <a:chExt cx="4194000" cy="3858239"/>
          </a:xfrm>
        </p:grpSpPr>
        <p:cxnSp>
          <p:nvCxnSpPr>
            <p:cNvPr id="727" name="Google Shape;727;p46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46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9" name="Google Shape;729;p46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" name="Google Shape;730;p46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46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2" name="Google Shape;732;p46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46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4" name="Google Shape;734;p46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5" name="Google Shape;735;p46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46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" name="Google Shape;737;p46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" name="Google Shape;738;p46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9" name="Google Shape;739;p46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46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46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46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46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46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46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46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46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" name="Google Shape;748;p46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749" name="Google Shape;749;p46"/>
          <p:cNvCxnSpPr/>
          <p:nvPr/>
        </p:nvCxnSpPr>
        <p:spPr>
          <a:xfrm>
            <a:off x="4572000" y="467100"/>
            <a:ext cx="0" cy="420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750" name="Google Shape;750;p46"/>
          <p:cNvCxnSpPr/>
          <p:nvPr/>
        </p:nvCxnSpPr>
        <p:spPr>
          <a:xfrm>
            <a:off x="467100" y="2571600"/>
            <a:ext cx="8209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751" name="Google Shape;751;p46"/>
          <p:cNvSpPr txBox="1"/>
          <p:nvPr/>
        </p:nvSpPr>
        <p:spPr>
          <a:xfrm rot="-5400000">
            <a:off x="-258750" y="248893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VALUE 1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2" name="Google Shape;752;p46"/>
          <p:cNvSpPr txBox="1"/>
          <p:nvPr/>
        </p:nvSpPr>
        <p:spPr>
          <a:xfrm rot="5400000">
            <a:off x="8116400" y="2488925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VALUE 1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3" name="Google Shape;753;p46"/>
          <p:cNvSpPr txBox="1"/>
          <p:nvPr/>
        </p:nvSpPr>
        <p:spPr>
          <a:xfrm>
            <a:off x="3928825" y="4676063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VALUE 2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4" name="Google Shape;754;p46"/>
          <p:cNvSpPr txBox="1"/>
          <p:nvPr/>
        </p:nvSpPr>
        <p:spPr>
          <a:xfrm>
            <a:off x="3928775" y="30178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VALUE 2</a:t>
            </a:r>
            <a:endParaRPr sz="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5" name="Google Shape;755;p46"/>
          <p:cNvSpPr/>
          <p:nvPr/>
        </p:nvSpPr>
        <p:spPr>
          <a:xfrm>
            <a:off x="7012800" y="826250"/>
            <a:ext cx="1000200" cy="100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company</a:t>
            </a:r>
            <a:endParaRPr sz="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6" name="Google Shape;756;p46"/>
          <p:cNvSpPr/>
          <p:nvPr/>
        </p:nvSpPr>
        <p:spPr>
          <a:xfrm>
            <a:off x="3130425" y="1295125"/>
            <a:ext cx="876000" cy="87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Competitor</a:t>
            </a:r>
            <a:endParaRPr sz="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7" name="Google Shape;757;p46"/>
          <p:cNvSpPr/>
          <p:nvPr/>
        </p:nvSpPr>
        <p:spPr>
          <a:xfrm>
            <a:off x="1382875" y="3471600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Competitor</a:t>
            </a:r>
            <a:endParaRPr sz="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8" name="Google Shape;758;p46"/>
          <p:cNvSpPr/>
          <p:nvPr/>
        </p:nvSpPr>
        <p:spPr>
          <a:xfrm>
            <a:off x="5626925" y="2948000"/>
            <a:ext cx="730500" cy="730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Competitor</a:t>
            </a:r>
            <a:endParaRPr sz="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9" name="Google Shape;759;p46"/>
          <p:cNvSpPr/>
          <p:nvPr/>
        </p:nvSpPr>
        <p:spPr>
          <a:xfrm>
            <a:off x="6527700" y="3398850"/>
            <a:ext cx="876000" cy="87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Competitor</a:t>
            </a:r>
            <a:endParaRPr sz="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0" name="Google Shape;760;p46"/>
          <p:cNvSpPr/>
          <p:nvPr/>
        </p:nvSpPr>
        <p:spPr>
          <a:xfrm>
            <a:off x="4768850" y="564625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Competitor</a:t>
            </a:r>
            <a:endParaRPr sz="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1" name="Google Shape;761;p46"/>
          <p:cNvSpPr/>
          <p:nvPr/>
        </p:nvSpPr>
        <p:spPr>
          <a:xfrm>
            <a:off x="1114225" y="947475"/>
            <a:ext cx="467100" cy="46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Competitor</a:t>
            </a:r>
            <a:endParaRPr sz="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Planner</a:t>
            </a:r>
            <a:endParaRPr/>
          </a:p>
        </p:txBody>
      </p:sp>
      <p:sp>
        <p:nvSpPr>
          <p:cNvPr id="767" name="Google Shape;767;p4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graphicFrame>
        <p:nvGraphicFramePr>
          <p:cNvPr id="768" name="Google Shape;768;p47"/>
          <p:cNvGraphicFramePr/>
          <p:nvPr/>
        </p:nvGraphicFramePr>
        <p:xfrm>
          <a:off x="1453225" y="1535625"/>
          <a:ext cx="6932675" cy="3025795"/>
        </p:xfrm>
        <a:graphic>
          <a:graphicData uri="http://schemas.openxmlformats.org/drawingml/2006/table">
            <a:tbl>
              <a:tblPr>
                <a:noFill/>
                <a:tableStyleId>{FD83C8C0-4F54-423C-8FE9-BE38F65F2308}</a:tableStyleId>
              </a:tblPr>
              <a:tblGrid>
                <a:gridCol w="7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41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SUNDAY</a:t>
                      </a:r>
                      <a:endParaRPr sz="7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MONDAY</a:t>
                      </a:r>
                      <a:endParaRPr sz="7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TUESDAY</a:t>
                      </a:r>
                      <a:endParaRPr sz="7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WEDNESDAY</a:t>
                      </a:r>
                      <a:endParaRPr sz="7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THURSDAY</a:t>
                      </a:r>
                      <a:endParaRPr sz="7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FRIDAY</a:t>
                      </a:r>
                      <a:endParaRPr sz="7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SATURDAY</a:t>
                      </a:r>
                      <a:endParaRPr sz="70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9:00 - 9:45</a:t>
                      </a: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10:00 - 10:45</a:t>
                      </a: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11:00 - 11:45</a:t>
                      </a: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12:00 - 13:15</a:t>
                      </a: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13:30 - 14:15</a:t>
                      </a: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14:30 - 15:15</a:t>
                      </a: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15:30 - 16:15</a:t>
                      </a:r>
                      <a:endParaRPr sz="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69" name="Google Shape;769;p4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770" name="Google Shape;770;p4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8"/>
          <p:cNvSpPr txBox="1"/>
          <p:nvPr/>
        </p:nvSpPr>
        <p:spPr>
          <a:xfrm>
            <a:off x="6248575" y="3120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SlidesCarnival icons are </a:t>
            </a:r>
            <a:r>
              <a:rPr lang="en" sz="900" b="1">
                <a:solidFill>
                  <a:schemeClr val="dk1"/>
                </a:solidFill>
                <a:highlight>
                  <a:schemeClr val="accent1"/>
                </a:highlight>
                <a:latin typeface="Lora"/>
                <a:ea typeface="Lora"/>
                <a:cs typeface="Lora"/>
                <a:sym typeface="Lora"/>
              </a:rPr>
              <a:t>editable shapes</a:t>
            </a:r>
            <a:r>
              <a:rPr lang="en" sz="9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 </a:t>
            </a:r>
            <a:endParaRPr sz="900"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means that you can: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●"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Resize them without losing quality.</a:t>
            </a:r>
            <a:endParaRPr sz="9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Quattrocento Sans"/>
              <a:buChar char="●"/>
            </a:pPr>
            <a:r>
              <a:rPr lang="en" sz="9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Change line color, width and style</a:t>
            </a: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Isn’t that nice? :)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Examples: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779" name="Google Shape;779;p48"/>
          <p:cNvGrpSpPr/>
          <p:nvPr/>
        </p:nvGrpSpPr>
        <p:grpSpPr>
          <a:xfrm>
            <a:off x="348747" y="333019"/>
            <a:ext cx="342903" cy="447293"/>
            <a:chOff x="590250" y="244200"/>
            <a:chExt cx="407975" cy="532175"/>
          </a:xfrm>
        </p:grpSpPr>
        <p:sp>
          <p:nvSpPr>
            <p:cNvPr id="780" name="Google Shape;780;p48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8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8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8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8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48"/>
          <p:cNvGrpSpPr/>
          <p:nvPr/>
        </p:nvGrpSpPr>
        <p:grpSpPr>
          <a:xfrm>
            <a:off x="901439" y="399041"/>
            <a:ext cx="372594" cy="310144"/>
            <a:chOff x="1247825" y="322750"/>
            <a:chExt cx="443300" cy="369000"/>
          </a:xfrm>
        </p:grpSpPr>
        <p:sp>
          <p:nvSpPr>
            <p:cNvPr id="795" name="Google Shape;795;p48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8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8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8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8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48"/>
          <p:cNvGrpSpPr/>
          <p:nvPr/>
        </p:nvGrpSpPr>
        <p:grpSpPr>
          <a:xfrm>
            <a:off x="1474618" y="397507"/>
            <a:ext cx="356204" cy="313212"/>
            <a:chOff x="1929775" y="320925"/>
            <a:chExt cx="423800" cy="372650"/>
          </a:xfrm>
        </p:grpSpPr>
        <p:sp>
          <p:nvSpPr>
            <p:cNvPr id="801" name="Google Shape;801;p48"/>
            <p:cNvSpPr/>
            <p:nvPr/>
          </p:nvSpPr>
          <p:spPr>
            <a:xfrm>
              <a:off x="1929775" y="320925"/>
              <a:ext cx="423800" cy="372650"/>
            </a:xfrm>
            <a:custGeom>
              <a:avLst/>
              <a:gdLst/>
              <a:ahLst/>
              <a:cxnLst/>
              <a:rect l="l" t="t" r="r" b="b"/>
              <a:pathLst>
                <a:path w="16952" h="14906" fill="none" extrusionOk="0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8"/>
            <p:cNvSpPr/>
            <p:nvPr/>
          </p:nvSpPr>
          <p:spPr>
            <a:xfrm>
              <a:off x="1954125" y="345275"/>
              <a:ext cx="375100" cy="323950"/>
            </a:xfrm>
            <a:custGeom>
              <a:avLst/>
              <a:gdLst/>
              <a:ahLst/>
              <a:cxnLst/>
              <a:rect l="l" t="t" r="r" b="b"/>
              <a:pathLst>
                <a:path w="15004" h="12958" fill="none" extrusionOk="0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8"/>
            <p:cNvSpPr/>
            <p:nvPr/>
          </p:nvSpPr>
          <p:spPr>
            <a:xfrm>
              <a:off x="2162375" y="534625"/>
              <a:ext cx="146750" cy="113275"/>
            </a:xfrm>
            <a:custGeom>
              <a:avLst/>
              <a:gdLst/>
              <a:ahLst/>
              <a:cxnLst/>
              <a:rect l="l" t="t" r="r" b="b"/>
              <a:pathLst>
                <a:path w="5870" h="4531" fill="none" extrusionOk="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8"/>
            <p:cNvSpPr/>
            <p:nvPr/>
          </p:nvSpPr>
          <p:spPr>
            <a:xfrm>
              <a:off x="1974225" y="468875"/>
              <a:ext cx="232600" cy="179025"/>
            </a:xfrm>
            <a:custGeom>
              <a:avLst/>
              <a:gdLst/>
              <a:ahLst/>
              <a:cxnLst/>
              <a:rect l="l" t="t" r="r" b="b"/>
              <a:pathLst>
                <a:path w="9304" h="7161" fill="none" extrusionOk="0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8"/>
            <p:cNvSpPr/>
            <p:nvPr/>
          </p:nvSpPr>
          <p:spPr>
            <a:xfrm>
              <a:off x="2169675" y="396425"/>
              <a:ext cx="97450" cy="97450"/>
            </a:xfrm>
            <a:custGeom>
              <a:avLst/>
              <a:gdLst/>
              <a:ahLst/>
              <a:cxnLst/>
              <a:rect l="l" t="t" r="r" b="b"/>
              <a:pathLst>
                <a:path w="3898" h="3898" fill="none" extrusionOk="0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6" name="Google Shape;806;p48"/>
          <p:cNvSpPr/>
          <p:nvPr/>
        </p:nvSpPr>
        <p:spPr>
          <a:xfrm>
            <a:off x="2071920" y="386254"/>
            <a:ext cx="291717" cy="335738"/>
          </a:xfrm>
          <a:custGeom>
            <a:avLst/>
            <a:gdLst/>
            <a:ahLst/>
            <a:cxnLst/>
            <a:rect l="l" t="t" r="r" b="b"/>
            <a:pathLst>
              <a:path w="13883" h="15978" fill="none" extrusionOk="0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8"/>
          <p:cNvSpPr/>
          <p:nvPr/>
        </p:nvSpPr>
        <p:spPr>
          <a:xfrm>
            <a:off x="2656888" y="387284"/>
            <a:ext cx="251793" cy="333678"/>
          </a:xfrm>
          <a:custGeom>
            <a:avLst/>
            <a:gdLst/>
            <a:ahLst/>
            <a:cxnLst/>
            <a:rect l="l" t="t" r="r" b="b"/>
            <a:pathLst>
              <a:path w="11983" h="15880" fill="none" extrusionOk="0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8" name="Google Shape;808;p48"/>
          <p:cNvGrpSpPr/>
          <p:nvPr/>
        </p:nvGrpSpPr>
        <p:grpSpPr>
          <a:xfrm>
            <a:off x="3744262" y="362185"/>
            <a:ext cx="336767" cy="383835"/>
            <a:chOff x="4630125" y="278900"/>
            <a:chExt cx="400675" cy="456675"/>
          </a:xfrm>
        </p:grpSpPr>
        <p:sp>
          <p:nvSpPr>
            <p:cNvPr id="809" name="Google Shape;809;p48"/>
            <p:cNvSpPr/>
            <p:nvPr/>
          </p:nvSpPr>
          <p:spPr>
            <a:xfrm>
              <a:off x="4659350" y="3288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8"/>
            <p:cNvSpPr/>
            <p:nvPr/>
          </p:nvSpPr>
          <p:spPr>
            <a:xfrm>
              <a:off x="4630125" y="4524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8"/>
            <p:cNvSpPr/>
            <p:nvPr/>
          </p:nvSpPr>
          <p:spPr>
            <a:xfrm>
              <a:off x="4808525" y="278900"/>
              <a:ext cx="43875" cy="49950"/>
            </a:xfrm>
            <a:custGeom>
              <a:avLst/>
              <a:gdLst/>
              <a:ahLst/>
              <a:cxnLst/>
              <a:rect l="l" t="t" r="r" b="b"/>
              <a:pathLst>
                <a:path w="1755" h="1998" fill="none" extrusionOk="0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8"/>
            <p:cNvSpPr/>
            <p:nvPr/>
          </p:nvSpPr>
          <p:spPr>
            <a:xfrm>
              <a:off x="4808525" y="549250"/>
              <a:ext cx="43875" cy="186325"/>
            </a:xfrm>
            <a:custGeom>
              <a:avLst/>
              <a:gdLst/>
              <a:ahLst/>
              <a:cxnLst/>
              <a:rect l="l" t="t" r="r" b="b"/>
              <a:pathLst>
                <a:path w="1755" h="7453" fill="none" extrusionOk="0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3" name="Google Shape;813;p48"/>
          <p:cNvSpPr/>
          <p:nvPr/>
        </p:nvSpPr>
        <p:spPr>
          <a:xfrm>
            <a:off x="4284851" y="385750"/>
            <a:ext cx="385895" cy="336746"/>
          </a:xfrm>
          <a:custGeom>
            <a:avLst/>
            <a:gdLst/>
            <a:ahLst/>
            <a:cxnLst/>
            <a:rect l="l" t="t" r="r" b="b"/>
            <a:pathLst>
              <a:path w="18365" h="16026" fill="none" extrusionOk="0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4" name="Google Shape;814;p48"/>
          <p:cNvGrpSpPr/>
          <p:nvPr/>
        </p:nvGrpSpPr>
        <p:grpSpPr>
          <a:xfrm>
            <a:off x="353874" y="908741"/>
            <a:ext cx="342882" cy="418128"/>
            <a:chOff x="596350" y="929175"/>
            <a:chExt cx="407950" cy="497475"/>
          </a:xfrm>
        </p:grpSpPr>
        <p:sp>
          <p:nvSpPr>
            <p:cNvPr id="815" name="Google Shape;815;p4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48"/>
          <p:cNvGrpSpPr/>
          <p:nvPr/>
        </p:nvGrpSpPr>
        <p:grpSpPr>
          <a:xfrm>
            <a:off x="1478190" y="969656"/>
            <a:ext cx="349060" cy="298882"/>
            <a:chOff x="1934025" y="1001650"/>
            <a:chExt cx="415300" cy="355600"/>
          </a:xfrm>
        </p:grpSpPr>
        <p:sp>
          <p:nvSpPr>
            <p:cNvPr id="823" name="Google Shape;823;p48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l" t="t" r="r" b="b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8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l" t="t" r="r" b="b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8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l" t="t" r="r" b="b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8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l" t="t" r="r" b="b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7" name="Google Shape;827;p48"/>
          <p:cNvSpPr/>
          <p:nvPr/>
        </p:nvSpPr>
        <p:spPr>
          <a:xfrm>
            <a:off x="2042249" y="944598"/>
            <a:ext cx="351077" cy="349039"/>
          </a:xfrm>
          <a:custGeom>
            <a:avLst/>
            <a:gdLst/>
            <a:ahLst/>
            <a:cxnLst/>
            <a:rect l="l" t="t" r="r" b="b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48"/>
          <p:cNvSpPr/>
          <p:nvPr/>
        </p:nvSpPr>
        <p:spPr>
          <a:xfrm>
            <a:off x="2607759" y="961997"/>
            <a:ext cx="350068" cy="314242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48"/>
          <p:cNvSpPr/>
          <p:nvPr/>
        </p:nvSpPr>
        <p:spPr>
          <a:xfrm>
            <a:off x="3177871" y="964561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48"/>
          <p:cNvSpPr/>
          <p:nvPr/>
        </p:nvSpPr>
        <p:spPr>
          <a:xfrm>
            <a:off x="3754139" y="967629"/>
            <a:ext cx="317310" cy="30297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1" name="Google Shape;831;p48"/>
          <p:cNvGrpSpPr/>
          <p:nvPr/>
        </p:nvGrpSpPr>
        <p:grpSpPr>
          <a:xfrm>
            <a:off x="4302585" y="947131"/>
            <a:ext cx="350068" cy="350573"/>
            <a:chOff x="5294400" y="974850"/>
            <a:chExt cx="416500" cy="417100"/>
          </a:xfrm>
        </p:grpSpPr>
        <p:sp>
          <p:nvSpPr>
            <p:cNvPr id="832" name="Google Shape;832;p48"/>
            <p:cNvSpPr/>
            <p:nvPr/>
          </p:nvSpPr>
          <p:spPr>
            <a:xfrm>
              <a:off x="5325450" y="997975"/>
              <a:ext cx="151650" cy="154700"/>
            </a:xfrm>
            <a:custGeom>
              <a:avLst/>
              <a:gdLst/>
              <a:ahLst/>
              <a:cxnLst/>
              <a:rect l="l" t="t" r="r" b="b"/>
              <a:pathLst>
                <a:path w="6066" h="6188" fill="none" extrusionOk="0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8"/>
            <p:cNvSpPr/>
            <p:nvPr/>
          </p:nvSpPr>
          <p:spPr>
            <a:xfrm>
              <a:off x="5294400" y="974850"/>
              <a:ext cx="416500" cy="417100"/>
            </a:xfrm>
            <a:custGeom>
              <a:avLst/>
              <a:gdLst/>
              <a:ahLst/>
              <a:cxnLst/>
              <a:rect l="l" t="t" r="r" b="b"/>
              <a:pathLst>
                <a:path w="16660" h="16684" fill="none" extrusionOk="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48"/>
          <p:cNvGrpSpPr/>
          <p:nvPr/>
        </p:nvGrpSpPr>
        <p:grpSpPr>
          <a:xfrm>
            <a:off x="4825607" y="907732"/>
            <a:ext cx="433992" cy="422729"/>
            <a:chOff x="5916675" y="927975"/>
            <a:chExt cx="516350" cy="502950"/>
          </a:xfrm>
        </p:grpSpPr>
        <p:sp>
          <p:nvSpPr>
            <p:cNvPr id="835" name="Google Shape;835;p48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8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7" name="Google Shape;837;p48"/>
          <p:cNvGrpSpPr/>
          <p:nvPr/>
        </p:nvGrpSpPr>
        <p:grpSpPr>
          <a:xfrm>
            <a:off x="327251" y="1557145"/>
            <a:ext cx="391001" cy="264085"/>
            <a:chOff x="564675" y="1700625"/>
            <a:chExt cx="465200" cy="314200"/>
          </a:xfrm>
        </p:grpSpPr>
        <p:sp>
          <p:nvSpPr>
            <p:cNvPr id="838" name="Google Shape;838;p48"/>
            <p:cNvSpPr/>
            <p:nvPr/>
          </p:nvSpPr>
          <p:spPr>
            <a:xfrm>
              <a:off x="564675" y="1700625"/>
              <a:ext cx="465200" cy="29250"/>
            </a:xfrm>
            <a:custGeom>
              <a:avLst/>
              <a:gdLst/>
              <a:ahLst/>
              <a:cxnLst/>
              <a:rect l="l" t="t" r="r" b="b"/>
              <a:pathLst>
                <a:path w="18608" h="1170" fill="none" extrusionOk="0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8"/>
            <p:cNvSpPr/>
            <p:nvPr/>
          </p:nvSpPr>
          <p:spPr>
            <a:xfrm>
              <a:off x="564675" y="1732300"/>
              <a:ext cx="465200" cy="272175"/>
            </a:xfrm>
            <a:custGeom>
              <a:avLst/>
              <a:gdLst/>
              <a:ahLst/>
              <a:cxnLst/>
              <a:rect l="l" t="t" r="r" b="b"/>
              <a:pathLst>
                <a:path w="18608" h="10887" fill="none" extrusionOk="0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8"/>
            <p:cNvSpPr/>
            <p:nvPr/>
          </p:nvSpPr>
          <p:spPr>
            <a:xfrm>
              <a:off x="572600" y="201420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1" name="Google Shape;841;p48"/>
          <p:cNvGrpSpPr/>
          <p:nvPr/>
        </p:nvGrpSpPr>
        <p:grpSpPr>
          <a:xfrm>
            <a:off x="892235" y="1492657"/>
            <a:ext cx="391001" cy="382827"/>
            <a:chOff x="1236875" y="1623900"/>
            <a:chExt cx="465200" cy="455475"/>
          </a:xfrm>
        </p:grpSpPr>
        <p:sp>
          <p:nvSpPr>
            <p:cNvPr id="842" name="Google Shape;842;p48"/>
            <p:cNvSpPr/>
            <p:nvPr/>
          </p:nvSpPr>
          <p:spPr>
            <a:xfrm>
              <a:off x="1236875" y="1623900"/>
              <a:ext cx="465200" cy="445125"/>
            </a:xfrm>
            <a:custGeom>
              <a:avLst/>
              <a:gdLst/>
              <a:ahLst/>
              <a:cxnLst/>
              <a:rect l="l" t="t" r="r" b="b"/>
              <a:pathLst>
                <a:path w="18608" h="17805" fill="none" extrusionOk="0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8"/>
            <p:cNvSpPr/>
            <p:nvPr/>
          </p:nvSpPr>
          <p:spPr>
            <a:xfrm>
              <a:off x="1244800" y="207875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8"/>
            <p:cNvSpPr/>
            <p:nvPr/>
          </p:nvSpPr>
          <p:spPr>
            <a:xfrm>
              <a:off x="1236875" y="1791950"/>
              <a:ext cx="465200" cy="171725"/>
            </a:xfrm>
            <a:custGeom>
              <a:avLst/>
              <a:gdLst/>
              <a:ahLst/>
              <a:cxnLst/>
              <a:rect l="l" t="t" r="r" b="b"/>
              <a:pathLst>
                <a:path w="18608" h="6869" fill="none" extrusionOk="0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8"/>
            <p:cNvSpPr/>
            <p:nvPr/>
          </p:nvSpPr>
          <p:spPr>
            <a:xfrm>
              <a:off x="1330025" y="1750550"/>
              <a:ext cx="278900" cy="110850"/>
            </a:xfrm>
            <a:custGeom>
              <a:avLst/>
              <a:gdLst/>
              <a:ahLst/>
              <a:cxnLst/>
              <a:rect l="l" t="t" r="r" b="b"/>
              <a:pathLst>
                <a:path w="11156" h="4434" fill="none" extrusionOk="0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8"/>
            <p:cNvSpPr/>
            <p:nvPr/>
          </p:nvSpPr>
          <p:spPr>
            <a:xfrm>
              <a:off x="1402500" y="18102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8"/>
            <p:cNvSpPr/>
            <p:nvPr/>
          </p:nvSpPr>
          <p:spPr>
            <a:xfrm>
              <a:off x="1402500" y="18443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8"/>
            <p:cNvSpPr/>
            <p:nvPr/>
          </p:nvSpPr>
          <p:spPr>
            <a:xfrm>
              <a:off x="1402500" y="1878425"/>
              <a:ext cx="85250" cy="25"/>
            </a:xfrm>
            <a:custGeom>
              <a:avLst/>
              <a:gdLst/>
              <a:ahLst/>
              <a:cxnLst/>
              <a:rect l="l" t="t" r="r" b="b"/>
              <a:pathLst>
                <a:path w="3410" h="1" fill="none" extrusionOk="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48"/>
          <p:cNvGrpSpPr/>
          <p:nvPr/>
        </p:nvGrpSpPr>
        <p:grpSpPr>
          <a:xfrm>
            <a:off x="1469490" y="1500852"/>
            <a:ext cx="366458" cy="366437"/>
            <a:chOff x="1923675" y="1633650"/>
            <a:chExt cx="436000" cy="435975"/>
          </a:xfrm>
        </p:grpSpPr>
        <p:sp>
          <p:nvSpPr>
            <p:cNvPr id="850" name="Google Shape;850;p48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8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8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8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8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8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" name="Google Shape;856;p48"/>
          <p:cNvGrpSpPr/>
          <p:nvPr/>
        </p:nvGrpSpPr>
        <p:grpSpPr>
          <a:xfrm>
            <a:off x="2032941" y="1499318"/>
            <a:ext cx="369505" cy="369505"/>
            <a:chOff x="2594050" y="1631825"/>
            <a:chExt cx="439625" cy="439625"/>
          </a:xfrm>
        </p:grpSpPr>
        <p:sp>
          <p:nvSpPr>
            <p:cNvPr id="857" name="Google Shape;857;p48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8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8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2614399" y="1515740"/>
            <a:ext cx="336767" cy="336767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2" name="Google Shape;862;p48"/>
          <p:cNvGrpSpPr/>
          <p:nvPr/>
        </p:nvGrpSpPr>
        <p:grpSpPr>
          <a:xfrm>
            <a:off x="3197706" y="1471687"/>
            <a:ext cx="299911" cy="424768"/>
            <a:chOff x="3979850" y="1598950"/>
            <a:chExt cx="356825" cy="505375"/>
          </a:xfrm>
        </p:grpSpPr>
        <p:sp>
          <p:nvSpPr>
            <p:cNvPr id="863" name="Google Shape;863;p48"/>
            <p:cNvSpPr/>
            <p:nvPr/>
          </p:nvSpPr>
          <p:spPr>
            <a:xfrm>
              <a:off x="3979850" y="1602600"/>
              <a:ext cx="44475" cy="501725"/>
            </a:xfrm>
            <a:custGeom>
              <a:avLst/>
              <a:gdLst/>
              <a:ahLst/>
              <a:cxnLst/>
              <a:rect l="l" t="t" r="r" b="b"/>
              <a:pathLst>
                <a:path w="1779" h="20069" fill="none" extrusionOk="0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8"/>
            <p:cNvSpPr/>
            <p:nvPr/>
          </p:nvSpPr>
          <p:spPr>
            <a:xfrm>
              <a:off x="4037075" y="1598950"/>
              <a:ext cx="299600" cy="228950"/>
            </a:xfrm>
            <a:custGeom>
              <a:avLst/>
              <a:gdLst/>
              <a:ahLst/>
              <a:cxnLst/>
              <a:rect l="l" t="t" r="r" b="b"/>
              <a:pathLst>
                <a:path w="11984" h="9158" fill="none" extrusionOk="0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" name="Google Shape;865;p48"/>
          <p:cNvGrpSpPr/>
          <p:nvPr/>
        </p:nvGrpSpPr>
        <p:grpSpPr>
          <a:xfrm>
            <a:off x="3715096" y="1562776"/>
            <a:ext cx="395098" cy="242589"/>
            <a:chOff x="4595425" y="1707325"/>
            <a:chExt cx="470075" cy="288625"/>
          </a:xfrm>
        </p:grpSpPr>
        <p:sp>
          <p:nvSpPr>
            <p:cNvPr id="866" name="Google Shape;866;p48"/>
            <p:cNvSpPr/>
            <p:nvPr/>
          </p:nvSpPr>
          <p:spPr>
            <a:xfrm>
              <a:off x="4809750" y="17073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502407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4628900" y="1760300"/>
              <a:ext cx="403100" cy="177825"/>
            </a:xfrm>
            <a:custGeom>
              <a:avLst/>
              <a:gdLst/>
              <a:ahLst/>
              <a:cxnLst/>
              <a:rect l="l" t="t" r="r" b="b"/>
              <a:pathLst>
                <a:path w="16124" h="7113" fill="none" extrusionOk="0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459542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4667275" y="1951475"/>
              <a:ext cx="326375" cy="44475"/>
            </a:xfrm>
            <a:custGeom>
              <a:avLst/>
              <a:gdLst/>
              <a:ahLst/>
              <a:cxnLst/>
              <a:rect l="l" t="t" r="r" b="b"/>
              <a:pathLst>
                <a:path w="13055" h="1779" fill="none" extrusionOk="0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1" name="Google Shape;871;p48"/>
          <p:cNvGrpSpPr/>
          <p:nvPr/>
        </p:nvGrpSpPr>
        <p:grpSpPr>
          <a:xfrm>
            <a:off x="4299013" y="1503416"/>
            <a:ext cx="357234" cy="361310"/>
            <a:chOff x="5290150" y="1636700"/>
            <a:chExt cx="425025" cy="429875"/>
          </a:xfrm>
        </p:grpSpPr>
        <p:sp>
          <p:nvSpPr>
            <p:cNvPr id="872" name="Google Shape;872;p48"/>
            <p:cNvSpPr/>
            <p:nvPr/>
          </p:nvSpPr>
          <p:spPr>
            <a:xfrm>
              <a:off x="5396700" y="1939925"/>
              <a:ext cx="211900" cy="126650"/>
            </a:xfrm>
            <a:custGeom>
              <a:avLst/>
              <a:gdLst/>
              <a:ahLst/>
              <a:cxnLst/>
              <a:rect l="l" t="t" r="r" b="b"/>
              <a:pathLst>
                <a:path w="8476" h="5066" fill="none" extrusionOk="0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5290150" y="1636700"/>
              <a:ext cx="425025" cy="294100"/>
            </a:xfrm>
            <a:custGeom>
              <a:avLst/>
              <a:gdLst/>
              <a:ahLst/>
              <a:cxnLst/>
              <a:rect l="l" t="t" r="r" b="b"/>
              <a:pathLst>
                <a:path w="17001" h="11764" fill="none" extrusionOk="0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4" name="Google Shape;874;p48"/>
          <p:cNvGrpSpPr/>
          <p:nvPr/>
        </p:nvGrpSpPr>
        <p:grpSpPr>
          <a:xfrm>
            <a:off x="4862967" y="1492657"/>
            <a:ext cx="359272" cy="376691"/>
            <a:chOff x="5961125" y="1623900"/>
            <a:chExt cx="427450" cy="448175"/>
          </a:xfrm>
        </p:grpSpPr>
        <p:sp>
          <p:nvSpPr>
            <p:cNvPr id="875" name="Google Shape;875;p48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8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8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882;p48"/>
          <p:cNvGrpSpPr/>
          <p:nvPr/>
        </p:nvGrpSpPr>
        <p:grpSpPr>
          <a:xfrm>
            <a:off x="5415659" y="1502386"/>
            <a:ext cx="383835" cy="363369"/>
            <a:chOff x="6618700" y="1635475"/>
            <a:chExt cx="456675" cy="432325"/>
          </a:xfrm>
        </p:grpSpPr>
        <p:sp>
          <p:nvSpPr>
            <p:cNvPr id="883" name="Google Shape;883;p48"/>
            <p:cNvSpPr/>
            <p:nvPr/>
          </p:nvSpPr>
          <p:spPr>
            <a:xfrm>
              <a:off x="6663775" y="1904000"/>
              <a:ext cx="117525" cy="163800"/>
            </a:xfrm>
            <a:custGeom>
              <a:avLst/>
              <a:gdLst/>
              <a:ahLst/>
              <a:cxnLst/>
              <a:rect l="l" t="t" r="r" b="b"/>
              <a:pathLst>
                <a:path w="4701" h="6552" fill="none" extrusionOk="0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8"/>
            <p:cNvSpPr/>
            <p:nvPr/>
          </p:nvSpPr>
          <p:spPr>
            <a:xfrm>
              <a:off x="7046125" y="1775525"/>
              <a:ext cx="29250" cy="99275"/>
            </a:xfrm>
            <a:custGeom>
              <a:avLst/>
              <a:gdLst/>
              <a:ahLst/>
              <a:cxnLst/>
              <a:rect l="l" t="t" r="r" b="b"/>
              <a:pathLst>
                <a:path w="1170" h="3971" fill="none" extrusionOk="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8"/>
            <p:cNvSpPr/>
            <p:nvPr/>
          </p:nvSpPr>
          <p:spPr>
            <a:xfrm>
              <a:off x="6618700" y="1751775"/>
              <a:ext cx="96850" cy="146750"/>
            </a:xfrm>
            <a:custGeom>
              <a:avLst/>
              <a:gdLst/>
              <a:ahLst/>
              <a:cxnLst/>
              <a:rect l="l" t="t" r="r" b="b"/>
              <a:pathLst>
                <a:path w="3874" h="5870" fill="none" extrusionOk="0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8"/>
            <p:cNvSpPr/>
            <p:nvPr/>
          </p:nvSpPr>
          <p:spPr>
            <a:xfrm>
              <a:off x="6721600" y="1660450"/>
              <a:ext cx="278900" cy="329425"/>
            </a:xfrm>
            <a:custGeom>
              <a:avLst/>
              <a:gdLst/>
              <a:ahLst/>
              <a:cxnLst/>
              <a:rect l="l" t="t" r="r" b="b"/>
              <a:pathLst>
                <a:path w="11156" h="13177" fill="none" extrusionOk="0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8"/>
            <p:cNvSpPr/>
            <p:nvPr/>
          </p:nvSpPr>
          <p:spPr>
            <a:xfrm>
              <a:off x="7006550" y="1635475"/>
              <a:ext cx="34750" cy="378750"/>
            </a:xfrm>
            <a:custGeom>
              <a:avLst/>
              <a:gdLst/>
              <a:ahLst/>
              <a:cxnLst/>
              <a:rect l="l" t="t" r="r" b="b"/>
              <a:pathLst>
                <a:path w="1390" h="15150" fill="none" extrusionOk="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8" name="Google Shape;888;p48"/>
          <p:cNvGrpSpPr/>
          <p:nvPr/>
        </p:nvGrpSpPr>
        <p:grpSpPr>
          <a:xfrm>
            <a:off x="370747" y="2085798"/>
            <a:ext cx="304009" cy="326513"/>
            <a:chOff x="616425" y="2329600"/>
            <a:chExt cx="361700" cy="388475"/>
          </a:xfrm>
        </p:grpSpPr>
        <p:sp>
          <p:nvSpPr>
            <p:cNvPr id="889" name="Google Shape;889;p48"/>
            <p:cNvSpPr/>
            <p:nvPr/>
          </p:nvSpPr>
          <p:spPr>
            <a:xfrm>
              <a:off x="616425" y="2329600"/>
              <a:ext cx="361700" cy="388475"/>
            </a:xfrm>
            <a:custGeom>
              <a:avLst/>
              <a:gdLst/>
              <a:ahLst/>
              <a:cxnLst/>
              <a:rect l="l" t="t" r="r" b="b"/>
              <a:pathLst>
                <a:path w="14468" h="15539" fill="none" extrusionOk="0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8"/>
            <p:cNvSpPr/>
            <p:nvPr/>
          </p:nvSpPr>
          <p:spPr>
            <a:xfrm>
              <a:off x="704725" y="2545750"/>
              <a:ext cx="185125" cy="25"/>
            </a:xfrm>
            <a:custGeom>
              <a:avLst/>
              <a:gdLst/>
              <a:ahLst/>
              <a:cxnLst/>
              <a:rect l="l" t="t" r="r" b="b"/>
              <a:pathLst>
                <a:path w="7405" h="1" fill="none" extrusionOk="0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811875" y="2626125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751000" y="2568275"/>
              <a:ext cx="54200" cy="53600"/>
            </a:xfrm>
            <a:custGeom>
              <a:avLst/>
              <a:gdLst/>
              <a:ahLst/>
              <a:cxnLst/>
              <a:rect l="l" t="t" r="r" b="b"/>
              <a:pathLst>
                <a:path w="2168" h="2144" fill="none" extrusionOk="0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8"/>
            <p:cNvSpPr/>
            <p:nvPr/>
          </p:nvSpPr>
          <p:spPr>
            <a:xfrm>
              <a:off x="769875" y="2662650"/>
              <a:ext cx="23775" cy="23775"/>
            </a:xfrm>
            <a:custGeom>
              <a:avLst/>
              <a:gdLst/>
              <a:ahLst/>
              <a:cxnLst/>
              <a:rect l="l" t="t" r="r" b="b"/>
              <a:pathLst>
                <a:path w="951" h="951" fill="none" extrusionOk="0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8"/>
            <p:cNvSpPr/>
            <p:nvPr/>
          </p:nvSpPr>
          <p:spPr>
            <a:xfrm>
              <a:off x="799700" y="2503125"/>
              <a:ext cx="24375" cy="23775"/>
            </a:xfrm>
            <a:custGeom>
              <a:avLst/>
              <a:gdLst/>
              <a:ahLst/>
              <a:cxnLst/>
              <a:rect l="l" t="t" r="r" b="b"/>
              <a:pathLst>
                <a:path w="975" h="951" fill="none" extrusionOk="0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766825" y="2388050"/>
              <a:ext cx="60925" cy="25"/>
            </a:xfrm>
            <a:custGeom>
              <a:avLst/>
              <a:gdLst/>
              <a:ahLst/>
              <a:cxnLst/>
              <a:rect l="l" t="t" r="r" b="b"/>
              <a:pathLst>
                <a:path w="2437" h="1" fill="none" extrusionOk="0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769875" y="2456250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" name="Google Shape;897;p48"/>
          <p:cNvGrpSpPr/>
          <p:nvPr/>
        </p:nvGrpSpPr>
        <p:grpSpPr>
          <a:xfrm>
            <a:off x="927557" y="2088866"/>
            <a:ext cx="320378" cy="320378"/>
            <a:chOff x="1278900" y="2333250"/>
            <a:chExt cx="381175" cy="381175"/>
          </a:xfrm>
        </p:grpSpPr>
        <p:sp>
          <p:nvSpPr>
            <p:cNvPr id="898" name="Google Shape;898;p48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8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8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8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2" name="Google Shape;902;p48"/>
          <p:cNvGrpSpPr/>
          <p:nvPr/>
        </p:nvGrpSpPr>
        <p:grpSpPr>
          <a:xfrm>
            <a:off x="1492520" y="2088866"/>
            <a:ext cx="320399" cy="320378"/>
            <a:chOff x="1951075" y="2333250"/>
            <a:chExt cx="381200" cy="381175"/>
          </a:xfrm>
        </p:grpSpPr>
        <p:sp>
          <p:nvSpPr>
            <p:cNvPr id="903" name="Google Shape;903;p48"/>
            <p:cNvSpPr/>
            <p:nvPr/>
          </p:nvSpPr>
          <p:spPr>
            <a:xfrm>
              <a:off x="1951075" y="2333250"/>
              <a:ext cx="381200" cy="381175"/>
            </a:xfrm>
            <a:custGeom>
              <a:avLst/>
              <a:gdLst/>
              <a:ahLst/>
              <a:cxnLst/>
              <a:rect l="l" t="t" r="r" b="b"/>
              <a:pathLst>
                <a:path w="15248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8"/>
            <p:cNvSpPr/>
            <p:nvPr/>
          </p:nvSpPr>
          <p:spPr>
            <a:xfrm>
              <a:off x="21976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8"/>
            <p:cNvSpPr/>
            <p:nvPr/>
          </p:nvSpPr>
          <p:spPr>
            <a:xfrm>
              <a:off x="20418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8"/>
            <p:cNvSpPr/>
            <p:nvPr/>
          </p:nvSpPr>
          <p:spPr>
            <a:xfrm>
              <a:off x="2041800" y="2584100"/>
              <a:ext cx="199750" cy="41425"/>
            </a:xfrm>
            <a:custGeom>
              <a:avLst/>
              <a:gdLst/>
              <a:ahLst/>
              <a:cxnLst/>
              <a:rect l="l" t="t" r="r" b="b"/>
              <a:pathLst>
                <a:path w="7990" h="1657" fill="none" extrusionOk="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48"/>
          <p:cNvGrpSpPr/>
          <p:nvPr/>
        </p:nvGrpSpPr>
        <p:grpSpPr>
          <a:xfrm>
            <a:off x="2057504" y="2088866"/>
            <a:ext cx="320378" cy="320378"/>
            <a:chOff x="2623275" y="2333250"/>
            <a:chExt cx="381175" cy="381175"/>
          </a:xfrm>
        </p:grpSpPr>
        <p:sp>
          <p:nvSpPr>
            <p:cNvPr id="908" name="Google Shape;908;p48"/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8"/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8"/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8"/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l" t="t" r="r" b="b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2" name="Google Shape;912;p48"/>
          <p:cNvGrpSpPr/>
          <p:nvPr/>
        </p:nvGrpSpPr>
        <p:grpSpPr>
          <a:xfrm>
            <a:off x="2697209" y="2033603"/>
            <a:ext cx="170937" cy="426827"/>
            <a:chOff x="3384375" y="2267500"/>
            <a:chExt cx="203375" cy="507825"/>
          </a:xfrm>
        </p:grpSpPr>
        <p:sp>
          <p:nvSpPr>
            <p:cNvPr id="913" name="Google Shape;913;p48"/>
            <p:cNvSpPr/>
            <p:nvPr/>
          </p:nvSpPr>
          <p:spPr>
            <a:xfrm>
              <a:off x="3384375" y="2373425"/>
              <a:ext cx="203375" cy="401900"/>
            </a:xfrm>
            <a:custGeom>
              <a:avLst/>
              <a:gdLst/>
              <a:ahLst/>
              <a:cxnLst/>
              <a:rect l="l" t="t" r="r" b="b"/>
              <a:pathLst>
                <a:path w="8135" h="16076" fill="none" extrusionOk="0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8"/>
            <p:cNvSpPr/>
            <p:nvPr/>
          </p:nvSpPr>
          <p:spPr>
            <a:xfrm>
              <a:off x="3443425" y="2267500"/>
              <a:ext cx="85275" cy="93775"/>
            </a:xfrm>
            <a:custGeom>
              <a:avLst/>
              <a:gdLst/>
              <a:ahLst/>
              <a:cxnLst/>
              <a:rect l="l" t="t" r="r" b="b"/>
              <a:pathLst>
                <a:path w="3411" h="3751" fill="none" extrusionOk="0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" name="Google Shape;915;p48"/>
          <p:cNvGrpSpPr/>
          <p:nvPr/>
        </p:nvGrpSpPr>
        <p:grpSpPr>
          <a:xfrm>
            <a:off x="3842516" y="2087836"/>
            <a:ext cx="140237" cy="318339"/>
            <a:chOff x="4747025" y="2332025"/>
            <a:chExt cx="166850" cy="378750"/>
          </a:xfrm>
        </p:grpSpPr>
        <p:sp>
          <p:nvSpPr>
            <p:cNvPr id="916" name="Google Shape;916;p48"/>
            <p:cNvSpPr/>
            <p:nvPr/>
          </p:nvSpPr>
          <p:spPr>
            <a:xfrm>
              <a:off x="4747025" y="2427025"/>
              <a:ext cx="166850" cy="283750"/>
            </a:xfrm>
            <a:custGeom>
              <a:avLst/>
              <a:gdLst/>
              <a:ahLst/>
              <a:cxnLst/>
              <a:rect l="l" t="t" r="r" b="b"/>
              <a:pathLst>
                <a:path w="6674" h="11350" fill="none" extrusionOk="0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8"/>
            <p:cNvSpPr/>
            <p:nvPr/>
          </p:nvSpPr>
          <p:spPr>
            <a:xfrm>
              <a:off x="4792100" y="2332025"/>
              <a:ext cx="76725" cy="84050"/>
            </a:xfrm>
            <a:custGeom>
              <a:avLst/>
              <a:gdLst/>
              <a:ahLst/>
              <a:cxnLst/>
              <a:rect l="l" t="t" r="r" b="b"/>
              <a:pathLst>
                <a:path w="3069" h="3362" fill="none" extrusionOk="0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" name="Google Shape;918;p48"/>
          <p:cNvGrpSpPr/>
          <p:nvPr/>
        </p:nvGrpSpPr>
        <p:grpSpPr>
          <a:xfrm>
            <a:off x="3274990" y="2035641"/>
            <a:ext cx="145343" cy="422729"/>
            <a:chOff x="4071800" y="2269925"/>
            <a:chExt cx="172925" cy="502950"/>
          </a:xfrm>
        </p:grpSpPr>
        <p:sp>
          <p:nvSpPr>
            <p:cNvPr id="919" name="Google Shape;919;p48"/>
            <p:cNvSpPr/>
            <p:nvPr/>
          </p:nvSpPr>
          <p:spPr>
            <a:xfrm>
              <a:off x="4118075" y="2269925"/>
              <a:ext cx="80375" cy="91350"/>
            </a:xfrm>
            <a:custGeom>
              <a:avLst/>
              <a:gdLst/>
              <a:ahLst/>
              <a:cxnLst/>
              <a:rect l="l" t="t" r="r" b="b"/>
              <a:pathLst>
                <a:path w="3215" h="3654" fill="none" extrusionOk="0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8"/>
            <p:cNvSpPr/>
            <p:nvPr/>
          </p:nvSpPr>
          <p:spPr>
            <a:xfrm>
              <a:off x="4071800" y="2372825"/>
              <a:ext cx="172925" cy="400050"/>
            </a:xfrm>
            <a:custGeom>
              <a:avLst/>
              <a:gdLst/>
              <a:ahLst/>
              <a:cxnLst/>
              <a:rect l="l" t="t" r="r" b="b"/>
              <a:pathLst>
                <a:path w="6917" h="16002" fill="none" extrusionOk="0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Google Shape;921;p48"/>
          <p:cNvSpPr/>
          <p:nvPr/>
        </p:nvSpPr>
        <p:spPr>
          <a:xfrm>
            <a:off x="4317611" y="2080241"/>
            <a:ext cx="320378" cy="337776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2" name="Google Shape;922;p48"/>
          <p:cNvGrpSpPr/>
          <p:nvPr/>
        </p:nvGrpSpPr>
        <p:grpSpPr>
          <a:xfrm>
            <a:off x="4872696" y="2086302"/>
            <a:ext cx="345971" cy="325505"/>
            <a:chOff x="5972700" y="2330200"/>
            <a:chExt cx="411625" cy="387275"/>
          </a:xfrm>
        </p:grpSpPr>
        <p:sp>
          <p:nvSpPr>
            <p:cNvPr id="923" name="Google Shape;923;p48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8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48"/>
          <p:cNvGrpSpPr/>
          <p:nvPr/>
        </p:nvGrpSpPr>
        <p:grpSpPr>
          <a:xfrm>
            <a:off x="467993" y="2614431"/>
            <a:ext cx="109538" cy="399195"/>
            <a:chOff x="732125" y="2958550"/>
            <a:chExt cx="130325" cy="474950"/>
          </a:xfrm>
        </p:grpSpPr>
        <p:sp>
          <p:nvSpPr>
            <p:cNvPr id="926" name="Google Shape;926;p48"/>
            <p:cNvSpPr/>
            <p:nvPr/>
          </p:nvSpPr>
          <p:spPr>
            <a:xfrm>
              <a:off x="732125" y="2958550"/>
              <a:ext cx="130325" cy="474950"/>
            </a:xfrm>
            <a:custGeom>
              <a:avLst/>
              <a:gdLst/>
              <a:ahLst/>
              <a:cxnLst/>
              <a:rect l="l" t="t" r="r" b="b"/>
              <a:pathLst>
                <a:path w="5213" h="18998" fill="none" extrusionOk="0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8"/>
            <p:cNvSpPr/>
            <p:nvPr/>
          </p:nvSpPr>
          <p:spPr>
            <a:xfrm>
              <a:off x="756475" y="3090675"/>
              <a:ext cx="81625" cy="318475"/>
            </a:xfrm>
            <a:custGeom>
              <a:avLst/>
              <a:gdLst/>
              <a:ahLst/>
              <a:cxnLst/>
              <a:rect l="l" t="t" r="r" b="b"/>
              <a:pathLst>
                <a:path w="3265" h="12739" fill="none" extrusionOk="0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8"/>
            <p:cNvSpPr/>
            <p:nvPr/>
          </p:nvSpPr>
          <p:spPr>
            <a:xfrm>
              <a:off x="802750" y="312905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8"/>
            <p:cNvSpPr/>
            <p:nvPr/>
          </p:nvSpPr>
          <p:spPr>
            <a:xfrm>
              <a:off x="802750" y="31625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8"/>
            <p:cNvSpPr/>
            <p:nvPr/>
          </p:nvSpPr>
          <p:spPr>
            <a:xfrm>
              <a:off x="802750" y="31960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8"/>
            <p:cNvSpPr/>
            <p:nvPr/>
          </p:nvSpPr>
          <p:spPr>
            <a:xfrm>
              <a:off x="802750" y="32295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8"/>
            <p:cNvSpPr/>
            <p:nvPr/>
          </p:nvSpPr>
          <p:spPr>
            <a:xfrm>
              <a:off x="802750" y="32630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8"/>
            <p:cNvSpPr/>
            <p:nvPr/>
          </p:nvSpPr>
          <p:spPr>
            <a:xfrm>
              <a:off x="802750" y="329647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48"/>
          <p:cNvSpPr/>
          <p:nvPr/>
        </p:nvSpPr>
        <p:spPr>
          <a:xfrm>
            <a:off x="1484913" y="2598660"/>
            <a:ext cx="335738" cy="430924"/>
          </a:xfrm>
          <a:custGeom>
            <a:avLst/>
            <a:gdLst/>
            <a:ahLst/>
            <a:cxnLst/>
            <a:rect l="l" t="t" r="r" b="b"/>
            <a:pathLst>
              <a:path w="15978" h="20508" fill="none" extrusionOk="0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48"/>
          <p:cNvSpPr/>
          <p:nvPr/>
        </p:nvSpPr>
        <p:spPr>
          <a:xfrm>
            <a:off x="963405" y="2598660"/>
            <a:ext cx="248746" cy="430924"/>
          </a:xfrm>
          <a:custGeom>
            <a:avLst/>
            <a:gdLst/>
            <a:ahLst/>
            <a:cxnLst/>
            <a:rect l="l" t="t" r="r" b="b"/>
            <a:pathLst>
              <a:path w="11838" h="20508" fill="none" extrusionOk="0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6" name="Google Shape;936;p48"/>
          <p:cNvGrpSpPr/>
          <p:nvPr/>
        </p:nvGrpSpPr>
        <p:grpSpPr>
          <a:xfrm>
            <a:off x="2023737" y="2627227"/>
            <a:ext cx="387933" cy="367467"/>
            <a:chOff x="2583100" y="2973775"/>
            <a:chExt cx="461550" cy="437200"/>
          </a:xfrm>
        </p:grpSpPr>
        <p:sp>
          <p:nvSpPr>
            <p:cNvPr id="937" name="Google Shape;937;p48"/>
            <p:cNvSpPr/>
            <p:nvPr/>
          </p:nvSpPr>
          <p:spPr>
            <a:xfrm>
              <a:off x="2701225" y="3315975"/>
              <a:ext cx="225300" cy="95000"/>
            </a:xfrm>
            <a:custGeom>
              <a:avLst/>
              <a:gdLst/>
              <a:ahLst/>
              <a:cxnLst/>
              <a:rect l="l" t="t" r="r" b="b"/>
              <a:pathLst>
                <a:path w="9012" h="3800" fill="none" extrusionOk="0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2583100" y="2973775"/>
              <a:ext cx="461550" cy="336125"/>
            </a:xfrm>
            <a:custGeom>
              <a:avLst/>
              <a:gdLst/>
              <a:ahLst/>
              <a:cxnLst/>
              <a:rect l="l" t="t" r="r" b="b"/>
              <a:pathLst>
                <a:path w="18462" h="13445" fill="none" extrusionOk="0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Google Shape;939;p48"/>
          <p:cNvSpPr/>
          <p:nvPr/>
        </p:nvSpPr>
        <p:spPr>
          <a:xfrm>
            <a:off x="3734681" y="2636022"/>
            <a:ext cx="356204" cy="356204"/>
          </a:xfrm>
          <a:custGeom>
            <a:avLst/>
            <a:gdLst/>
            <a:ahLst/>
            <a:cxnLst/>
            <a:rect l="l" t="t" r="r" b="b"/>
            <a:pathLst>
              <a:path w="16952" h="16952" fill="none" extrusionOk="0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0" name="Google Shape;940;p48"/>
          <p:cNvGrpSpPr/>
          <p:nvPr/>
        </p:nvGrpSpPr>
        <p:grpSpPr>
          <a:xfrm>
            <a:off x="4263186" y="2655384"/>
            <a:ext cx="435022" cy="323445"/>
            <a:chOff x="5247525" y="3007275"/>
            <a:chExt cx="517575" cy="384825"/>
          </a:xfrm>
        </p:grpSpPr>
        <p:sp>
          <p:nvSpPr>
            <p:cNvPr id="941" name="Google Shape;941;p48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8"/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48"/>
          <p:cNvGrpSpPr/>
          <p:nvPr/>
        </p:nvGrpSpPr>
        <p:grpSpPr>
          <a:xfrm>
            <a:off x="3174172" y="2636956"/>
            <a:ext cx="342882" cy="350068"/>
            <a:chOff x="3951850" y="2985350"/>
            <a:chExt cx="407950" cy="416500"/>
          </a:xfrm>
        </p:grpSpPr>
        <p:sp>
          <p:nvSpPr>
            <p:cNvPr id="944" name="Google Shape;944;p4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8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8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8" name="Google Shape;948;p48"/>
          <p:cNvGrpSpPr/>
          <p:nvPr/>
        </p:nvGrpSpPr>
        <p:grpSpPr>
          <a:xfrm>
            <a:off x="330844" y="3226504"/>
            <a:ext cx="397136" cy="305017"/>
            <a:chOff x="568950" y="3686775"/>
            <a:chExt cx="472500" cy="362900"/>
          </a:xfrm>
        </p:grpSpPr>
        <p:sp>
          <p:nvSpPr>
            <p:cNvPr id="949" name="Google Shape;949;p48"/>
            <p:cNvSpPr/>
            <p:nvPr/>
          </p:nvSpPr>
          <p:spPr>
            <a:xfrm>
              <a:off x="568950" y="3686775"/>
              <a:ext cx="472500" cy="362900"/>
            </a:xfrm>
            <a:custGeom>
              <a:avLst/>
              <a:gdLst/>
              <a:ahLst/>
              <a:cxnLst/>
              <a:rect l="l" t="t" r="r" b="b"/>
              <a:pathLst>
                <a:path w="18900" h="14516" fill="none" extrusionOk="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8"/>
            <p:cNvSpPr/>
            <p:nvPr/>
          </p:nvSpPr>
          <p:spPr>
            <a:xfrm>
              <a:off x="645650" y="3820725"/>
              <a:ext cx="34125" cy="34125"/>
            </a:xfrm>
            <a:custGeom>
              <a:avLst/>
              <a:gdLst/>
              <a:ahLst/>
              <a:cxnLst/>
              <a:rect l="l" t="t" r="r" b="b"/>
              <a:pathLst>
                <a:path w="1365" h="1365" fill="none" extrusionOk="0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747950" y="3753750"/>
              <a:ext cx="85275" cy="12200"/>
            </a:xfrm>
            <a:custGeom>
              <a:avLst/>
              <a:gdLst/>
              <a:ahLst/>
              <a:cxnLst/>
              <a:rect l="l" t="t" r="r" b="b"/>
              <a:pathLst>
                <a:path w="3411" h="488" fill="none" extrusionOk="0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2" name="Google Shape;952;p48"/>
          <p:cNvSpPr/>
          <p:nvPr/>
        </p:nvSpPr>
        <p:spPr>
          <a:xfrm>
            <a:off x="4907686" y="2619652"/>
            <a:ext cx="270221" cy="388962"/>
          </a:xfrm>
          <a:custGeom>
            <a:avLst/>
            <a:gdLst/>
            <a:ahLst/>
            <a:cxnLst/>
            <a:rect l="l" t="t" r="r" b="b"/>
            <a:pathLst>
              <a:path w="12860" h="18511" fill="none" extrusionOk="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3" name="Google Shape;953;p48"/>
          <p:cNvGrpSpPr/>
          <p:nvPr/>
        </p:nvGrpSpPr>
        <p:grpSpPr>
          <a:xfrm>
            <a:off x="898896" y="3252097"/>
            <a:ext cx="377700" cy="253852"/>
            <a:chOff x="1244800" y="3717225"/>
            <a:chExt cx="449375" cy="302025"/>
          </a:xfrm>
        </p:grpSpPr>
        <p:sp>
          <p:nvSpPr>
            <p:cNvPr id="954" name="Google Shape;954;p48"/>
            <p:cNvSpPr/>
            <p:nvPr/>
          </p:nvSpPr>
          <p:spPr>
            <a:xfrm>
              <a:off x="1244800" y="3717225"/>
              <a:ext cx="449375" cy="302025"/>
            </a:xfrm>
            <a:custGeom>
              <a:avLst/>
              <a:gdLst/>
              <a:ahLst/>
              <a:cxnLst/>
              <a:rect l="l" t="t" r="r" b="b"/>
              <a:pathLst>
                <a:path w="17975" h="12081" fill="none" extrusionOk="0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8"/>
            <p:cNvSpPr/>
            <p:nvPr/>
          </p:nvSpPr>
          <p:spPr>
            <a:xfrm>
              <a:off x="1244800" y="379515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1244800" y="385300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1302625" y="3893800"/>
              <a:ext cx="161375" cy="25"/>
            </a:xfrm>
            <a:custGeom>
              <a:avLst/>
              <a:gdLst/>
              <a:ahLst/>
              <a:cxnLst/>
              <a:rect l="l" t="t" r="r" b="b"/>
              <a:pathLst>
                <a:path w="6455" h="1" fill="none" extrusionOk="0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8"/>
            <p:cNvSpPr/>
            <p:nvPr/>
          </p:nvSpPr>
          <p:spPr>
            <a:xfrm>
              <a:off x="1302625" y="3933975"/>
              <a:ext cx="110250" cy="25"/>
            </a:xfrm>
            <a:custGeom>
              <a:avLst/>
              <a:gdLst/>
              <a:ahLst/>
              <a:cxnLst/>
              <a:rect l="l" t="t" r="r" b="b"/>
              <a:pathLst>
                <a:path w="4410" h="1" fill="none" extrusionOk="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8"/>
            <p:cNvSpPr/>
            <p:nvPr/>
          </p:nvSpPr>
          <p:spPr>
            <a:xfrm>
              <a:off x="1572975" y="3899875"/>
              <a:ext cx="62125" cy="40225"/>
            </a:xfrm>
            <a:custGeom>
              <a:avLst/>
              <a:gdLst/>
              <a:ahLst/>
              <a:cxnLst/>
              <a:rect l="l" t="t" r="r" b="b"/>
              <a:pathLst>
                <a:path w="2485" h="1609" fill="none" extrusionOk="0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48"/>
          <p:cNvGrpSpPr/>
          <p:nvPr/>
        </p:nvGrpSpPr>
        <p:grpSpPr>
          <a:xfrm>
            <a:off x="1468986" y="3232639"/>
            <a:ext cx="367467" cy="287115"/>
            <a:chOff x="1923075" y="3694075"/>
            <a:chExt cx="437200" cy="341600"/>
          </a:xfrm>
        </p:grpSpPr>
        <p:sp>
          <p:nvSpPr>
            <p:cNvPr id="961" name="Google Shape;961;p48"/>
            <p:cNvSpPr/>
            <p:nvPr/>
          </p:nvSpPr>
          <p:spPr>
            <a:xfrm>
              <a:off x="22476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8"/>
            <p:cNvSpPr/>
            <p:nvPr/>
          </p:nvSpPr>
          <p:spPr>
            <a:xfrm>
              <a:off x="20351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8"/>
            <p:cNvSpPr/>
            <p:nvPr/>
          </p:nvSpPr>
          <p:spPr>
            <a:xfrm>
              <a:off x="1923075" y="3694075"/>
              <a:ext cx="437200" cy="280100"/>
            </a:xfrm>
            <a:custGeom>
              <a:avLst/>
              <a:gdLst/>
              <a:ahLst/>
              <a:cxnLst/>
              <a:rect l="l" t="t" r="r" b="b"/>
              <a:pathLst>
                <a:path w="17488" h="11204" fill="none" extrusionOk="0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8"/>
            <p:cNvSpPr/>
            <p:nvPr/>
          </p:nvSpPr>
          <p:spPr>
            <a:xfrm>
              <a:off x="2261000" y="3781750"/>
              <a:ext cx="48725" cy="108400"/>
            </a:xfrm>
            <a:custGeom>
              <a:avLst/>
              <a:gdLst/>
              <a:ahLst/>
              <a:cxnLst/>
              <a:rect l="l" t="t" r="r" b="b"/>
              <a:pathLst>
                <a:path w="1949" h="4336" fill="none" extrusionOk="0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8"/>
            <p:cNvSpPr/>
            <p:nvPr/>
          </p:nvSpPr>
          <p:spPr>
            <a:xfrm>
              <a:off x="2225675" y="3780550"/>
              <a:ext cx="32300" cy="113875"/>
            </a:xfrm>
            <a:custGeom>
              <a:avLst/>
              <a:gdLst/>
              <a:ahLst/>
              <a:cxnLst/>
              <a:rect l="l" t="t" r="r" b="b"/>
              <a:pathLst>
                <a:path w="1292" h="4555" fill="none" extrusionOk="0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8"/>
            <p:cNvSpPr/>
            <p:nvPr/>
          </p:nvSpPr>
          <p:spPr>
            <a:xfrm>
              <a:off x="2190375" y="3779325"/>
              <a:ext cx="15850" cy="119350"/>
            </a:xfrm>
            <a:custGeom>
              <a:avLst/>
              <a:gdLst/>
              <a:ahLst/>
              <a:cxnLst/>
              <a:rect l="l" t="t" r="r" b="b"/>
              <a:pathLst>
                <a:path w="634" h="4774" fill="none" extrusionOk="0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8"/>
            <p:cNvSpPr/>
            <p:nvPr/>
          </p:nvSpPr>
          <p:spPr>
            <a:xfrm>
              <a:off x="2154450" y="3777500"/>
              <a:ext cx="1250" cy="126050"/>
            </a:xfrm>
            <a:custGeom>
              <a:avLst/>
              <a:gdLst/>
              <a:ahLst/>
              <a:cxnLst/>
              <a:rect l="l" t="t" r="r" b="b"/>
              <a:pathLst>
                <a:path w="50" h="5042" fill="none" extrusionOk="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8"/>
            <p:cNvSpPr/>
            <p:nvPr/>
          </p:nvSpPr>
          <p:spPr>
            <a:xfrm>
              <a:off x="2103300" y="3776275"/>
              <a:ext cx="17075" cy="131550"/>
            </a:xfrm>
            <a:custGeom>
              <a:avLst/>
              <a:gdLst/>
              <a:ahLst/>
              <a:cxnLst/>
              <a:rect l="l" t="t" r="r" b="b"/>
              <a:pathLst>
                <a:path w="683" h="5262" fill="none" extrusionOk="0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8"/>
            <p:cNvSpPr/>
            <p:nvPr/>
          </p:nvSpPr>
          <p:spPr>
            <a:xfrm>
              <a:off x="2051550" y="3775050"/>
              <a:ext cx="34125" cy="137025"/>
            </a:xfrm>
            <a:custGeom>
              <a:avLst/>
              <a:gdLst/>
              <a:ahLst/>
              <a:cxnLst/>
              <a:rect l="l" t="t" r="r" b="b"/>
              <a:pathLst>
                <a:path w="1365" h="5481" fill="none" extrusionOk="0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0" name="Google Shape;970;p48"/>
          <p:cNvGrpSpPr/>
          <p:nvPr/>
        </p:nvGrpSpPr>
        <p:grpSpPr>
          <a:xfrm>
            <a:off x="2037542" y="3228038"/>
            <a:ext cx="360301" cy="295814"/>
            <a:chOff x="2599525" y="3688600"/>
            <a:chExt cx="428675" cy="351950"/>
          </a:xfrm>
        </p:grpSpPr>
        <p:sp>
          <p:nvSpPr>
            <p:cNvPr id="971" name="Google Shape;971;p48"/>
            <p:cNvSpPr/>
            <p:nvPr/>
          </p:nvSpPr>
          <p:spPr>
            <a:xfrm>
              <a:off x="2599525" y="3688600"/>
              <a:ext cx="428675" cy="168675"/>
            </a:xfrm>
            <a:custGeom>
              <a:avLst/>
              <a:gdLst/>
              <a:ahLst/>
              <a:cxnLst/>
              <a:rect l="l" t="t" r="r" b="b"/>
              <a:pathLst>
                <a:path w="17147" h="6747" fill="none" extrusionOk="0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8"/>
            <p:cNvSpPr/>
            <p:nvPr/>
          </p:nvSpPr>
          <p:spPr>
            <a:xfrm>
              <a:off x="2792550" y="3862125"/>
              <a:ext cx="42650" cy="23775"/>
            </a:xfrm>
            <a:custGeom>
              <a:avLst/>
              <a:gdLst/>
              <a:ahLst/>
              <a:cxnLst/>
              <a:rect l="l" t="t" r="r" b="b"/>
              <a:pathLst>
                <a:path w="1706" h="951" fill="none" extrusionOk="0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8"/>
            <p:cNvSpPr/>
            <p:nvPr/>
          </p:nvSpPr>
          <p:spPr>
            <a:xfrm>
              <a:off x="2599525" y="3852375"/>
              <a:ext cx="428675" cy="188175"/>
            </a:xfrm>
            <a:custGeom>
              <a:avLst/>
              <a:gdLst/>
              <a:ahLst/>
              <a:cxnLst/>
              <a:rect l="l" t="t" r="r" b="b"/>
              <a:pathLst>
                <a:path w="17147" h="7527" fill="none" extrusionOk="0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4" name="Google Shape;974;p48"/>
          <p:cNvGrpSpPr/>
          <p:nvPr/>
        </p:nvGrpSpPr>
        <p:grpSpPr>
          <a:xfrm>
            <a:off x="2619925" y="3207571"/>
            <a:ext cx="333700" cy="329077"/>
            <a:chOff x="3292425" y="3664250"/>
            <a:chExt cx="397025" cy="391525"/>
          </a:xfrm>
        </p:grpSpPr>
        <p:sp>
          <p:nvSpPr>
            <p:cNvPr id="975" name="Google Shape;975;p48"/>
            <p:cNvSpPr/>
            <p:nvPr/>
          </p:nvSpPr>
          <p:spPr>
            <a:xfrm>
              <a:off x="3292425" y="3680675"/>
              <a:ext cx="375100" cy="375100"/>
            </a:xfrm>
            <a:custGeom>
              <a:avLst/>
              <a:gdLst/>
              <a:ahLst/>
              <a:cxnLst/>
              <a:rect l="l" t="t" r="r" b="b"/>
              <a:pathLst>
                <a:path w="15004" h="15004" fill="none" extrusionOk="0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8"/>
            <p:cNvSpPr/>
            <p:nvPr/>
          </p:nvSpPr>
          <p:spPr>
            <a:xfrm>
              <a:off x="3504325" y="3664250"/>
              <a:ext cx="131525" cy="153450"/>
            </a:xfrm>
            <a:custGeom>
              <a:avLst/>
              <a:gdLst/>
              <a:ahLst/>
              <a:cxnLst/>
              <a:rect l="l" t="t" r="r" b="b"/>
              <a:pathLst>
                <a:path w="5261" h="613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8"/>
            <p:cNvSpPr/>
            <p:nvPr/>
          </p:nvSpPr>
          <p:spPr>
            <a:xfrm>
              <a:off x="3501875" y="3749500"/>
              <a:ext cx="187575" cy="96825"/>
            </a:xfrm>
            <a:custGeom>
              <a:avLst/>
              <a:gdLst/>
              <a:ahLst/>
              <a:cxnLst/>
              <a:rect l="l" t="t" r="r" b="b"/>
              <a:pathLst>
                <a:path w="7503" h="3873" fill="none" extrusionOk="0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8" name="Google Shape;978;p48"/>
          <p:cNvGrpSpPr/>
          <p:nvPr/>
        </p:nvGrpSpPr>
        <p:grpSpPr>
          <a:xfrm>
            <a:off x="3157782" y="3250038"/>
            <a:ext cx="369526" cy="268183"/>
            <a:chOff x="3932350" y="3714775"/>
            <a:chExt cx="439650" cy="319075"/>
          </a:xfrm>
        </p:grpSpPr>
        <p:sp>
          <p:nvSpPr>
            <p:cNvPr id="979" name="Google Shape;979;p48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8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8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8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8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48"/>
          <p:cNvGrpSpPr/>
          <p:nvPr/>
        </p:nvGrpSpPr>
        <p:grpSpPr>
          <a:xfrm>
            <a:off x="3722766" y="3250038"/>
            <a:ext cx="369505" cy="268183"/>
            <a:chOff x="4604550" y="3714775"/>
            <a:chExt cx="439625" cy="319075"/>
          </a:xfrm>
        </p:grpSpPr>
        <p:sp>
          <p:nvSpPr>
            <p:cNvPr id="985" name="Google Shape;985;p48"/>
            <p:cNvSpPr/>
            <p:nvPr/>
          </p:nvSpPr>
          <p:spPr>
            <a:xfrm>
              <a:off x="4604550" y="3714775"/>
              <a:ext cx="439625" cy="319075"/>
            </a:xfrm>
            <a:custGeom>
              <a:avLst/>
              <a:gdLst/>
              <a:ahLst/>
              <a:cxnLst/>
              <a:rect l="l" t="t" r="r" b="b"/>
              <a:pathLst>
                <a:path w="17585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8"/>
            <p:cNvSpPr/>
            <p:nvPr/>
          </p:nvSpPr>
          <p:spPr>
            <a:xfrm>
              <a:off x="4647175" y="3761675"/>
              <a:ext cx="354400" cy="213725"/>
            </a:xfrm>
            <a:custGeom>
              <a:avLst/>
              <a:gdLst/>
              <a:ahLst/>
              <a:cxnLst/>
              <a:rect l="l" t="t" r="r" b="b"/>
              <a:pathLst>
                <a:path w="14176" h="8549" fill="none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7" name="Google Shape;987;p48"/>
          <p:cNvGrpSpPr/>
          <p:nvPr/>
        </p:nvGrpSpPr>
        <p:grpSpPr>
          <a:xfrm>
            <a:off x="4301051" y="3222406"/>
            <a:ext cx="353136" cy="313738"/>
            <a:chOff x="5292575" y="3681900"/>
            <a:chExt cx="420150" cy="373275"/>
          </a:xfrm>
        </p:grpSpPr>
        <p:sp>
          <p:nvSpPr>
            <p:cNvPr id="988" name="Google Shape;988;p48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l" t="t" r="r" b="b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8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l" t="t" r="r" b="b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8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l" t="t" r="r" b="b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8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l" t="t" r="r" b="b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8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l" t="t" r="r" b="b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8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l" t="t" r="r" b="b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8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48"/>
          <p:cNvGrpSpPr/>
          <p:nvPr/>
        </p:nvGrpSpPr>
        <p:grpSpPr>
          <a:xfrm>
            <a:off x="4846073" y="3182482"/>
            <a:ext cx="393060" cy="393060"/>
            <a:chOff x="5941025" y="3634400"/>
            <a:chExt cx="467650" cy="467650"/>
          </a:xfrm>
        </p:grpSpPr>
        <p:sp>
          <p:nvSpPr>
            <p:cNvPr id="996" name="Google Shape;996;p48"/>
            <p:cNvSpPr/>
            <p:nvPr/>
          </p:nvSpPr>
          <p:spPr>
            <a:xfrm>
              <a:off x="5941025" y="3634400"/>
              <a:ext cx="467650" cy="467650"/>
            </a:xfrm>
            <a:custGeom>
              <a:avLst/>
              <a:gdLst/>
              <a:ahLst/>
              <a:cxnLst/>
              <a:rect l="l" t="t" r="r" b="b"/>
              <a:pathLst>
                <a:path w="18706" h="18706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8"/>
            <p:cNvSpPr/>
            <p:nvPr/>
          </p:nvSpPr>
          <p:spPr>
            <a:xfrm>
              <a:off x="6211975" y="3753150"/>
              <a:ext cx="19525" cy="18900"/>
            </a:xfrm>
            <a:custGeom>
              <a:avLst/>
              <a:gdLst/>
              <a:ahLst/>
              <a:cxnLst/>
              <a:rect l="l" t="t" r="r" b="b"/>
              <a:pathLst>
                <a:path w="781" h="756" fill="none" extrusionOk="0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8"/>
            <p:cNvSpPr/>
            <p:nvPr/>
          </p:nvSpPr>
          <p:spPr>
            <a:xfrm>
              <a:off x="5943475" y="3695900"/>
              <a:ext cx="177800" cy="351350"/>
            </a:xfrm>
            <a:custGeom>
              <a:avLst/>
              <a:gdLst/>
              <a:ahLst/>
              <a:cxnLst/>
              <a:rect l="l" t="t" r="r" b="b"/>
              <a:pathLst>
                <a:path w="7112" h="14054" fill="none" extrusionOk="0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8"/>
            <p:cNvSpPr/>
            <p:nvPr/>
          </p:nvSpPr>
          <p:spPr>
            <a:xfrm>
              <a:off x="6128575" y="3695900"/>
              <a:ext cx="86475" cy="47525"/>
            </a:xfrm>
            <a:custGeom>
              <a:avLst/>
              <a:gdLst/>
              <a:ahLst/>
              <a:cxnLst/>
              <a:rect l="l" t="t" r="r" b="b"/>
              <a:pathLst>
                <a:path w="3459" h="1901" fill="none" extrusionOk="0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8"/>
            <p:cNvSpPr/>
            <p:nvPr/>
          </p:nvSpPr>
          <p:spPr>
            <a:xfrm>
              <a:off x="6357500" y="3940075"/>
              <a:ext cx="18900" cy="34725"/>
            </a:xfrm>
            <a:custGeom>
              <a:avLst/>
              <a:gdLst/>
              <a:ahLst/>
              <a:cxnLst/>
              <a:rect l="l" t="t" r="r" b="b"/>
              <a:pathLst>
                <a:path w="756" h="1389" fill="none" extrusionOk="0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8"/>
            <p:cNvSpPr/>
            <p:nvPr/>
          </p:nvSpPr>
          <p:spPr>
            <a:xfrm>
              <a:off x="6202850" y="3720875"/>
              <a:ext cx="204000" cy="278875"/>
            </a:xfrm>
            <a:custGeom>
              <a:avLst/>
              <a:gdLst/>
              <a:ahLst/>
              <a:cxnLst/>
              <a:rect l="l" t="t" r="r" b="b"/>
              <a:pathLst>
                <a:path w="8160" h="11155" fill="none" extrusionOk="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48"/>
          <p:cNvGrpSpPr/>
          <p:nvPr/>
        </p:nvGrpSpPr>
        <p:grpSpPr>
          <a:xfrm>
            <a:off x="5436146" y="3207571"/>
            <a:ext cx="342882" cy="342903"/>
            <a:chOff x="6643075" y="3664250"/>
            <a:chExt cx="407950" cy="407975"/>
          </a:xfrm>
        </p:grpSpPr>
        <p:sp>
          <p:nvSpPr>
            <p:cNvPr id="1003" name="Google Shape;1003;p48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8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48"/>
          <p:cNvGrpSpPr/>
          <p:nvPr/>
        </p:nvGrpSpPr>
        <p:grpSpPr>
          <a:xfrm>
            <a:off x="336980" y="3758225"/>
            <a:ext cx="371564" cy="371543"/>
            <a:chOff x="576250" y="4319400"/>
            <a:chExt cx="442075" cy="442050"/>
          </a:xfrm>
        </p:grpSpPr>
        <p:sp>
          <p:nvSpPr>
            <p:cNvPr id="1006" name="Google Shape;1006;p48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8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8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0" name="Google Shape;1010;p48"/>
          <p:cNvSpPr/>
          <p:nvPr/>
        </p:nvSpPr>
        <p:spPr>
          <a:xfrm>
            <a:off x="886643" y="3830523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48"/>
          <p:cNvSpPr/>
          <p:nvPr/>
        </p:nvSpPr>
        <p:spPr>
          <a:xfrm>
            <a:off x="3177366" y="3773703"/>
            <a:ext cx="340844" cy="340865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48"/>
          <p:cNvSpPr/>
          <p:nvPr/>
        </p:nvSpPr>
        <p:spPr>
          <a:xfrm>
            <a:off x="2612361" y="3795199"/>
            <a:ext cx="340844" cy="297873"/>
          </a:xfrm>
          <a:custGeom>
            <a:avLst/>
            <a:gdLst/>
            <a:ahLst/>
            <a:cxnLst/>
            <a:rect l="l" t="t" r="r" b="b"/>
            <a:pathLst>
              <a:path w="16221" h="14176" fill="none" extrusionOk="0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48"/>
          <p:cNvSpPr/>
          <p:nvPr/>
        </p:nvSpPr>
        <p:spPr>
          <a:xfrm>
            <a:off x="3740838" y="3772169"/>
            <a:ext cx="343912" cy="343933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4" name="Google Shape;1014;p48"/>
          <p:cNvGrpSpPr/>
          <p:nvPr/>
        </p:nvGrpSpPr>
        <p:grpSpPr>
          <a:xfrm>
            <a:off x="4280585" y="3777157"/>
            <a:ext cx="394068" cy="325505"/>
            <a:chOff x="5268225" y="4341925"/>
            <a:chExt cx="468850" cy="387275"/>
          </a:xfrm>
        </p:grpSpPr>
        <p:sp>
          <p:nvSpPr>
            <p:cNvPr id="1015" name="Google Shape;1015;p48"/>
            <p:cNvSpPr/>
            <p:nvPr/>
          </p:nvSpPr>
          <p:spPr>
            <a:xfrm>
              <a:off x="5652425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8"/>
            <p:cNvSpPr/>
            <p:nvPr/>
          </p:nvSpPr>
          <p:spPr>
            <a:xfrm>
              <a:off x="5287100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8"/>
            <p:cNvSpPr/>
            <p:nvPr/>
          </p:nvSpPr>
          <p:spPr>
            <a:xfrm>
              <a:off x="5268225" y="4341925"/>
              <a:ext cx="468850" cy="333075"/>
            </a:xfrm>
            <a:custGeom>
              <a:avLst/>
              <a:gdLst/>
              <a:ahLst/>
              <a:cxnLst/>
              <a:rect l="l" t="t" r="r" b="b"/>
              <a:pathLst>
                <a:path w="18754" h="13323" fill="none" extrusionOk="0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8"/>
            <p:cNvSpPr/>
            <p:nvPr/>
          </p:nvSpPr>
          <p:spPr>
            <a:xfrm>
              <a:off x="5351025" y="4375400"/>
              <a:ext cx="303250" cy="149825"/>
            </a:xfrm>
            <a:custGeom>
              <a:avLst/>
              <a:gdLst/>
              <a:ahLst/>
              <a:cxnLst/>
              <a:rect l="l" t="t" r="r" b="b"/>
              <a:pathLst>
                <a:path w="12130" h="5993" fill="none" extrusionOk="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8"/>
            <p:cNvSpPr/>
            <p:nvPr/>
          </p:nvSpPr>
          <p:spPr>
            <a:xfrm>
              <a:off x="532667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8"/>
            <p:cNvSpPr/>
            <p:nvPr/>
          </p:nvSpPr>
          <p:spPr>
            <a:xfrm>
              <a:off x="5447225" y="4615925"/>
              <a:ext cx="110850" cy="25"/>
            </a:xfrm>
            <a:custGeom>
              <a:avLst/>
              <a:gdLst/>
              <a:ahLst/>
              <a:cxnLst/>
              <a:rect l="l" t="t" r="r" b="b"/>
              <a:pathLst>
                <a:path w="4434" h="1" fill="none" extrusionOk="0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8"/>
            <p:cNvSpPr/>
            <p:nvPr/>
          </p:nvSpPr>
          <p:spPr>
            <a:xfrm>
              <a:off x="5439925" y="4589125"/>
              <a:ext cx="125450" cy="25"/>
            </a:xfrm>
            <a:custGeom>
              <a:avLst/>
              <a:gdLst/>
              <a:ahLst/>
              <a:cxnLst/>
              <a:rect l="l" t="t" r="r" b="b"/>
              <a:pathLst>
                <a:path w="5018" h="1" fill="none" extrusionOk="0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8"/>
            <p:cNvSpPr/>
            <p:nvPr/>
          </p:nvSpPr>
          <p:spPr>
            <a:xfrm>
              <a:off x="559762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48"/>
          <p:cNvGrpSpPr/>
          <p:nvPr/>
        </p:nvGrpSpPr>
        <p:grpSpPr>
          <a:xfrm>
            <a:off x="4865531" y="3766924"/>
            <a:ext cx="354145" cy="354145"/>
            <a:chOff x="5964175" y="4329750"/>
            <a:chExt cx="421350" cy="421350"/>
          </a:xfrm>
        </p:grpSpPr>
        <p:sp>
          <p:nvSpPr>
            <p:cNvPr id="1024" name="Google Shape;1024;p48"/>
            <p:cNvSpPr/>
            <p:nvPr/>
          </p:nvSpPr>
          <p:spPr>
            <a:xfrm>
              <a:off x="5964175" y="4329750"/>
              <a:ext cx="421350" cy="421350"/>
            </a:xfrm>
            <a:custGeom>
              <a:avLst/>
              <a:gdLst/>
              <a:ahLst/>
              <a:cxnLst/>
              <a:rect l="l" t="t" r="r" b="b"/>
              <a:pathLst>
                <a:path w="16854" h="16854" fill="none" extrusionOk="0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8"/>
            <p:cNvSpPr/>
            <p:nvPr/>
          </p:nvSpPr>
          <p:spPr>
            <a:xfrm>
              <a:off x="6322800" y="4360800"/>
              <a:ext cx="31675" cy="30475"/>
            </a:xfrm>
            <a:custGeom>
              <a:avLst/>
              <a:gdLst/>
              <a:ahLst/>
              <a:cxnLst/>
              <a:rect l="l" t="t" r="r" b="b"/>
              <a:pathLst>
                <a:path w="1267" h="1219" fill="none" extrusionOk="0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48"/>
          <p:cNvGrpSpPr/>
          <p:nvPr/>
        </p:nvGrpSpPr>
        <p:grpSpPr>
          <a:xfrm>
            <a:off x="901439" y="4331908"/>
            <a:ext cx="372594" cy="360301"/>
            <a:chOff x="1247825" y="5001950"/>
            <a:chExt cx="443300" cy="428675"/>
          </a:xfrm>
        </p:grpSpPr>
        <p:sp>
          <p:nvSpPr>
            <p:cNvPr id="1027" name="Google Shape;1027;p48"/>
            <p:cNvSpPr/>
            <p:nvPr/>
          </p:nvSpPr>
          <p:spPr>
            <a:xfrm>
              <a:off x="1247825" y="5168175"/>
              <a:ext cx="373875" cy="221650"/>
            </a:xfrm>
            <a:custGeom>
              <a:avLst/>
              <a:gdLst/>
              <a:ahLst/>
              <a:cxnLst/>
              <a:rect l="l" t="t" r="r" b="b"/>
              <a:pathLst>
                <a:path w="14955" h="8866" fill="none" extrusionOk="0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8"/>
            <p:cNvSpPr/>
            <p:nvPr/>
          </p:nvSpPr>
          <p:spPr>
            <a:xfrm>
              <a:off x="1275850" y="5209575"/>
              <a:ext cx="60900" cy="87075"/>
            </a:xfrm>
            <a:custGeom>
              <a:avLst/>
              <a:gdLst/>
              <a:ahLst/>
              <a:cxnLst/>
              <a:rect l="l" t="t" r="r" b="b"/>
              <a:pathLst>
                <a:path w="2436" h="3483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8"/>
            <p:cNvSpPr/>
            <p:nvPr/>
          </p:nvSpPr>
          <p:spPr>
            <a:xfrm>
              <a:off x="1247825" y="5391625"/>
              <a:ext cx="443300" cy="39000"/>
            </a:xfrm>
            <a:custGeom>
              <a:avLst/>
              <a:gdLst/>
              <a:ahLst/>
              <a:cxnLst/>
              <a:rect l="l" t="t" r="r" b="b"/>
              <a:pathLst>
                <a:path w="17732" h="1560" fill="none" extrusionOk="0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8"/>
            <p:cNvSpPr/>
            <p:nvPr/>
          </p:nvSpPr>
          <p:spPr>
            <a:xfrm>
              <a:off x="14548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8"/>
            <p:cNvSpPr/>
            <p:nvPr/>
          </p:nvSpPr>
          <p:spPr>
            <a:xfrm>
              <a:off x="1411025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8"/>
            <p:cNvSpPr/>
            <p:nvPr/>
          </p:nvSpPr>
          <p:spPr>
            <a:xfrm>
              <a:off x="1498700" y="5001950"/>
              <a:ext cx="16450" cy="114475"/>
            </a:xfrm>
            <a:custGeom>
              <a:avLst/>
              <a:gdLst/>
              <a:ahLst/>
              <a:cxnLst/>
              <a:rect l="l" t="t" r="r" b="b"/>
              <a:pathLst>
                <a:path w="658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48"/>
          <p:cNvGrpSpPr/>
          <p:nvPr/>
        </p:nvGrpSpPr>
        <p:grpSpPr>
          <a:xfrm>
            <a:off x="1499685" y="4313985"/>
            <a:ext cx="306068" cy="389992"/>
            <a:chOff x="1959600" y="4980625"/>
            <a:chExt cx="364150" cy="464000"/>
          </a:xfrm>
        </p:grpSpPr>
        <p:sp>
          <p:nvSpPr>
            <p:cNvPr id="1034" name="Google Shape;1034;p48"/>
            <p:cNvSpPr/>
            <p:nvPr/>
          </p:nvSpPr>
          <p:spPr>
            <a:xfrm>
              <a:off x="1959600" y="4980625"/>
              <a:ext cx="364150" cy="239325"/>
            </a:xfrm>
            <a:custGeom>
              <a:avLst/>
              <a:gdLst/>
              <a:ahLst/>
              <a:cxnLst/>
              <a:rect l="l" t="t" r="r" b="b"/>
              <a:pathLst>
                <a:path w="14566" h="9573" fill="none" extrusionOk="0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8"/>
            <p:cNvSpPr/>
            <p:nvPr/>
          </p:nvSpPr>
          <p:spPr>
            <a:xfrm>
              <a:off x="2053375" y="5121275"/>
              <a:ext cx="176600" cy="25"/>
            </a:xfrm>
            <a:custGeom>
              <a:avLst/>
              <a:gdLst/>
              <a:ahLst/>
              <a:cxnLst/>
              <a:rect l="l" t="t" r="r" b="b"/>
              <a:pathLst>
                <a:path w="7064" h="1" fill="none" extrusionOk="0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8"/>
            <p:cNvSpPr/>
            <p:nvPr/>
          </p:nvSpPr>
          <p:spPr>
            <a:xfrm>
              <a:off x="2104525" y="5121275"/>
              <a:ext cx="74300" cy="323350"/>
            </a:xfrm>
            <a:custGeom>
              <a:avLst/>
              <a:gdLst/>
              <a:ahLst/>
              <a:cxnLst/>
              <a:rect l="l" t="t" r="r" b="b"/>
              <a:pathLst>
                <a:path w="2972" h="12934" fill="none" extrusionOk="0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8"/>
            <p:cNvSpPr/>
            <p:nvPr/>
          </p:nvSpPr>
          <p:spPr>
            <a:xfrm>
              <a:off x="2166625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8"/>
            <p:cNvSpPr/>
            <p:nvPr/>
          </p:nvSpPr>
          <p:spPr>
            <a:xfrm>
              <a:off x="2031450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8"/>
            <p:cNvSpPr/>
            <p:nvPr/>
          </p:nvSpPr>
          <p:spPr>
            <a:xfrm>
              <a:off x="19791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8"/>
            <p:cNvSpPr/>
            <p:nvPr/>
          </p:nvSpPr>
          <p:spPr>
            <a:xfrm>
              <a:off x="21788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1" name="Google Shape;1041;p48"/>
          <p:cNvGrpSpPr/>
          <p:nvPr/>
        </p:nvGrpSpPr>
        <p:grpSpPr>
          <a:xfrm>
            <a:off x="2042165" y="4328840"/>
            <a:ext cx="351077" cy="360806"/>
            <a:chOff x="2605025" y="4998300"/>
            <a:chExt cx="417700" cy="429275"/>
          </a:xfrm>
        </p:grpSpPr>
        <p:sp>
          <p:nvSpPr>
            <p:cNvPr id="1042" name="Google Shape;1042;p48"/>
            <p:cNvSpPr/>
            <p:nvPr/>
          </p:nvSpPr>
          <p:spPr>
            <a:xfrm>
              <a:off x="2819350" y="5216875"/>
              <a:ext cx="202150" cy="210700"/>
            </a:xfrm>
            <a:custGeom>
              <a:avLst/>
              <a:gdLst/>
              <a:ahLst/>
              <a:cxnLst/>
              <a:rect l="l" t="t" r="r" b="b"/>
              <a:pathLst>
                <a:path w="8086" h="8428" fill="none" extrusionOk="0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8"/>
            <p:cNvSpPr/>
            <p:nvPr/>
          </p:nvSpPr>
          <p:spPr>
            <a:xfrm>
              <a:off x="2606225" y="4998300"/>
              <a:ext cx="203400" cy="207650"/>
            </a:xfrm>
            <a:custGeom>
              <a:avLst/>
              <a:gdLst/>
              <a:ahLst/>
              <a:cxnLst/>
              <a:rect l="l" t="t" r="r" b="b"/>
              <a:pathLst>
                <a:path w="8136" h="8306" fill="none" extrusionOk="0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8"/>
            <p:cNvSpPr/>
            <p:nvPr/>
          </p:nvSpPr>
          <p:spPr>
            <a:xfrm>
              <a:off x="2605025" y="5003775"/>
              <a:ext cx="417700" cy="417700"/>
            </a:xfrm>
            <a:custGeom>
              <a:avLst/>
              <a:gdLst/>
              <a:ahLst/>
              <a:cxnLst/>
              <a:rect l="l" t="t" r="r" b="b"/>
              <a:pathLst>
                <a:path w="16708" h="16708" fill="none" extrusionOk="0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5" name="Google Shape;1045;p48"/>
          <p:cNvGrpSpPr/>
          <p:nvPr/>
        </p:nvGrpSpPr>
        <p:grpSpPr>
          <a:xfrm>
            <a:off x="2572857" y="4331908"/>
            <a:ext cx="419662" cy="349543"/>
            <a:chOff x="3236425" y="5001950"/>
            <a:chExt cx="499300" cy="415875"/>
          </a:xfrm>
        </p:grpSpPr>
        <p:sp>
          <p:nvSpPr>
            <p:cNvPr id="1046" name="Google Shape;1046;p48"/>
            <p:cNvSpPr/>
            <p:nvPr/>
          </p:nvSpPr>
          <p:spPr>
            <a:xfrm>
              <a:off x="3236425" y="5309425"/>
              <a:ext cx="499300" cy="108400"/>
            </a:xfrm>
            <a:custGeom>
              <a:avLst/>
              <a:gdLst/>
              <a:ahLst/>
              <a:cxnLst/>
              <a:rect l="l" t="t" r="r" b="b"/>
              <a:pathLst>
                <a:path w="19972" h="4336" fill="none" extrusionOk="0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8"/>
            <p:cNvSpPr/>
            <p:nvPr/>
          </p:nvSpPr>
          <p:spPr>
            <a:xfrm>
              <a:off x="3294875" y="5330725"/>
              <a:ext cx="382400" cy="25"/>
            </a:xfrm>
            <a:custGeom>
              <a:avLst/>
              <a:gdLst/>
              <a:ahLst/>
              <a:cxnLst/>
              <a:rect l="l" t="t" r="r" b="b"/>
              <a:pathLst>
                <a:path w="15296" h="1" fill="none" extrusionOk="0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8"/>
            <p:cNvSpPr/>
            <p:nvPr/>
          </p:nvSpPr>
          <p:spPr>
            <a:xfrm>
              <a:off x="3280250" y="5162675"/>
              <a:ext cx="411625" cy="140075"/>
            </a:xfrm>
            <a:custGeom>
              <a:avLst/>
              <a:gdLst/>
              <a:ahLst/>
              <a:cxnLst/>
              <a:rect l="l" t="t" r="r" b="b"/>
              <a:pathLst>
                <a:path w="16465" h="5603" fill="none" extrusionOk="0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8"/>
            <p:cNvSpPr/>
            <p:nvPr/>
          </p:nvSpPr>
          <p:spPr>
            <a:xfrm>
              <a:off x="34714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342760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3515275" y="5001950"/>
              <a:ext cx="16475" cy="114475"/>
            </a:xfrm>
            <a:custGeom>
              <a:avLst/>
              <a:gdLst/>
              <a:ahLst/>
              <a:cxnLst/>
              <a:rect l="l" t="t" r="r" b="b"/>
              <a:pathLst>
                <a:path w="659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48"/>
          <p:cNvGrpSpPr/>
          <p:nvPr/>
        </p:nvGrpSpPr>
        <p:grpSpPr>
          <a:xfrm>
            <a:off x="3187977" y="4313985"/>
            <a:ext cx="319369" cy="380263"/>
            <a:chOff x="3968275" y="4980625"/>
            <a:chExt cx="379975" cy="452425"/>
          </a:xfrm>
        </p:grpSpPr>
        <p:sp>
          <p:nvSpPr>
            <p:cNvPr id="1053" name="Google Shape;1053;p48"/>
            <p:cNvSpPr/>
            <p:nvPr/>
          </p:nvSpPr>
          <p:spPr>
            <a:xfrm>
              <a:off x="4168000" y="4980625"/>
              <a:ext cx="85875" cy="102325"/>
            </a:xfrm>
            <a:custGeom>
              <a:avLst/>
              <a:gdLst/>
              <a:ahLst/>
              <a:cxnLst/>
              <a:rect l="l" t="t" r="r" b="b"/>
              <a:pathLst>
                <a:path w="3435" h="4093" fill="none" extrusionOk="0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3968275" y="5043350"/>
              <a:ext cx="379975" cy="389700"/>
            </a:xfrm>
            <a:custGeom>
              <a:avLst/>
              <a:gdLst/>
              <a:ahLst/>
              <a:cxnLst/>
              <a:rect l="l" t="t" r="r" b="b"/>
              <a:pathLst>
                <a:path w="15199" h="15588" fill="none" extrusionOk="0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4031000" y="5150500"/>
              <a:ext cx="54200" cy="61525"/>
            </a:xfrm>
            <a:custGeom>
              <a:avLst/>
              <a:gdLst/>
              <a:ahLst/>
              <a:cxnLst/>
              <a:rect l="l" t="t" r="r" b="b"/>
              <a:pathLst>
                <a:path w="2168" h="2461" fill="none" extrusionOk="0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48"/>
          <p:cNvGrpSpPr/>
          <p:nvPr/>
        </p:nvGrpSpPr>
        <p:grpSpPr>
          <a:xfrm>
            <a:off x="4843510" y="4398938"/>
            <a:ext cx="404323" cy="220085"/>
            <a:chOff x="5937975" y="5081700"/>
            <a:chExt cx="481050" cy="261850"/>
          </a:xfrm>
        </p:grpSpPr>
        <p:sp>
          <p:nvSpPr>
            <p:cNvPr id="1057" name="Google Shape;1057;p48"/>
            <p:cNvSpPr/>
            <p:nvPr/>
          </p:nvSpPr>
          <p:spPr>
            <a:xfrm>
              <a:off x="6104200" y="5081700"/>
              <a:ext cx="314825" cy="215575"/>
            </a:xfrm>
            <a:custGeom>
              <a:avLst/>
              <a:gdLst/>
              <a:ahLst/>
              <a:cxnLst/>
              <a:rect l="l" t="t" r="r" b="b"/>
              <a:pathLst>
                <a:path w="12593" h="8623" fill="none" extrusionOk="0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5937975" y="5210175"/>
              <a:ext cx="333700" cy="133375"/>
            </a:xfrm>
            <a:custGeom>
              <a:avLst/>
              <a:gdLst/>
              <a:ahLst/>
              <a:cxnLst/>
              <a:rect l="l" t="t" r="r" b="b"/>
              <a:pathLst>
                <a:path w="13348" h="5335" fill="none" extrusionOk="0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8"/>
            <p:cNvSpPr/>
            <p:nvPr/>
          </p:nvSpPr>
          <p:spPr>
            <a:xfrm>
              <a:off x="6352025" y="5109100"/>
              <a:ext cx="19500" cy="18900"/>
            </a:xfrm>
            <a:custGeom>
              <a:avLst/>
              <a:gdLst/>
              <a:ahLst/>
              <a:cxnLst/>
              <a:rect l="l" t="t" r="r" b="b"/>
              <a:pathLst>
                <a:path w="780" h="756" extrusionOk="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48"/>
          <p:cNvGrpSpPr/>
          <p:nvPr/>
        </p:nvGrpSpPr>
        <p:grpSpPr>
          <a:xfrm>
            <a:off x="5461718" y="4356472"/>
            <a:ext cx="290183" cy="333678"/>
            <a:chOff x="6673500" y="5031175"/>
            <a:chExt cx="345250" cy="397000"/>
          </a:xfrm>
        </p:grpSpPr>
        <p:sp>
          <p:nvSpPr>
            <p:cNvPr id="1061" name="Google Shape;1061;p48"/>
            <p:cNvSpPr/>
            <p:nvPr/>
          </p:nvSpPr>
          <p:spPr>
            <a:xfrm>
              <a:off x="6731950" y="5031175"/>
              <a:ext cx="105375" cy="147375"/>
            </a:xfrm>
            <a:custGeom>
              <a:avLst/>
              <a:gdLst/>
              <a:ahLst/>
              <a:cxnLst/>
              <a:rect l="l" t="t" r="r" b="b"/>
              <a:pathLst>
                <a:path w="4215" h="5895" fill="none" extrusionOk="0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8"/>
            <p:cNvSpPr/>
            <p:nvPr/>
          </p:nvSpPr>
          <p:spPr>
            <a:xfrm>
              <a:off x="6673500" y="5146850"/>
              <a:ext cx="84050" cy="116925"/>
            </a:xfrm>
            <a:custGeom>
              <a:avLst/>
              <a:gdLst/>
              <a:ahLst/>
              <a:cxnLst/>
              <a:rect l="l" t="t" r="r" b="b"/>
              <a:pathLst>
                <a:path w="3362" h="4677" fill="none" extrusionOk="0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8"/>
            <p:cNvSpPr/>
            <p:nvPr/>
          </p:nvSpPr>
          <p:spPr>
            <a:xfrm>
              <a:off x="6859225" y="5033600"/>
              <a:ext cx="105350" cy="144950"/>
            </a:xfrm>
            <a:custGeom>
              <a:avLst/>
              <a:gdLst/>
              <a:ahLst/>
              <a:cxnLst/>
              <a:rect l="l" t="t" r="r" b="b"/>
              <a:pathLst>
                <a:path w="4214" h="5798" fill="none" extrusionOk="0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8"/>
            <p:cNvSpPr/>
            <p:nvPr/>
          </p:nvSpPr>
          <p:spPr>
            <a:xfrm>
              <a:off x="6931675" y="5150500"/>
              <a:ext cx="87075" cy="115725"/>
            </a:xfrm>
            <a:custGeom>
              <a:avLst/>
              <a:gdLst/>
              <a:ahLst/>
              <a:cxnLst/>
              <a:rect l="l" t="t" r="r" b="b"/>
              <a:pathLst>
                <a:path w="3483" h="4629" fill="none" extrusionOk="0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8"/>
            <p:cNvSpPr/>
            <p:nvPr/>
          </p:nvSpPr>
          <p:spPr>
            <a:xfrm>
              <a:off x="6715525" y="5180350"/>
              <a:ext cx="263050" cy="247825"/>
            </a:xfrm>
            <a:custGeom>
              <a:avLst/>
              <a:gdLst/>
              <a:ahLst/>
              <a:cxnLst/>
              <a:rect l="l" t="t" r="r" b="b"/>
              <a:pathLst>
                <a:path w="10522" h="9913" fill="none" extrusionOk="0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6" name="Google Shape;1066;p48"/>
          <p:cNvGrpSpPr/>
          <p:nvPr/>
        </p:nvGrpSpPr>
        <p:grpSpPr>
          <a:xfrm>
            <a:off x="3153705" y="381117"/>
            <a:ext cx="387933" cy="345971"/>
            <a:chOff x="3927500" y="301425"/>
            <a:chExt cx="461550" cy="411625"/>
          </a:xfrm>
        </p:grpSpPr>
        <p:sp>
          <p:nvSpPr>
            <p:cNvPr id="1067" name="Google Shape;1067;p48"/>
            <p:cNvSpPr/>
            <p:nvPr/>
          </p:nvSpPr>
          <p:spPr>
            <a:xfrm>
              <a:off x="4080925" y="302050"/>
              <a:ext cx="154075" cy="411000"/>
            </a:xfrm>
            <a:custGeom>
              <a:avLst/>
              <a:gdLst/>
              <a:ahLst/>
              <a:cxnLst/>
              <a:rect l="l" t="t" r="r" b="b"/>
              <a:pathLst>
                <a:path w="6163" h="16440" fill="none" extrusionOk="0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8"/>
            <p:cNvSpPr/>
            <p:nvPr/>
          </p:nvSpPr>
          <p:spPr>
            <a:xfrm>
              <a:off x="3927500" y="301425"/>
              <a:ext cx="153450" cy="406150"/>
            </a:xfrm>
            <a:custGeom>
              <a:avLst/>
              <a:gdLst/>
              <a:ahLst/>
              <a:cxnLst/>
              <a:rect l="l" t="t" r="r" b="b"/>
              <a:pathLst>
                <a:path w="6138" h="16246" fill="none" extrusionOk="0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8"/>
            <p:cNvSpPr/>
            <p:nvPr/>
          </p:nvSpPr>
          <p:spPr>
            <a:xfrm>
              <a:off x="4234975" y="306925"/>
              <a:ext cx="154075" cy="405525"/>
            </a:xfrm>
            <a:custGeom>
              <a:avLst/>
              <a:gdLst/>
              <a:ahLst/>
              <a:cxnLst/>
              <a:rect l="l" t="t" r="r" b="b"/>
              <a:pathLst>
                <a:path w="6163" h="16221" fill="none" extrusionOk="0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8"/>
            <p:cNvSpPr/>
            <p:nvPr/>
          </p:nvSpPr>
          <p:spPr>
            <a:xfrm>
              <a:off x="4295850" y="442075"/>
              <a:ext cx="46300" cy="26225"/>
            </a:xfrm>
            <a:custGeom>
              <a:avLst/>
              <a:gdLst/>
              <a:ahLst/>
              <a:cxnLst/>
              <a:rect l="l" t="t" r="r" b="b"/>
              <a:pathLst>
                <a:path w="1852" h="1049" fill="none" extrusionOk="0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8"/>
            <p:cNvSpPr/>
            <p:nvPr/>
          </p:nvSpPr>
          <p:spPr>
            <a:xfrm>
              <a:off x="4296475" y="415900"/>
              <a:ext cx="45075" cy="78575"/>
            </a:xfrm>
            <a:custGeom>
              <a:avLst/>
              <a:gdLst/>
              <a:ahLst/>
              <a:cxnLst/>
              <a:rect l="l" t="t" r="r" b="b"/>
              <a:pathLst>
                <a:path w="1803" h="3143" fill="none" extrusionOk="0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8"/>
            <p:cNvSpPr/>
            <p:nvPr/>
          </p:nvSpPr>
          <p:spPr>
            <a:xfrm>
              <a:off x="3968275" y="590050"/>
              <a:ext cx="25" cy="6100"/>
            </a:xfrm>
            <a:custGeom>
              <a:avLst/>
              <a:gdLst/>
              <a:ahLst/>
              <a:cxnLst/>
              <a:rect l="l" t="t" r="r" b="b"/>
              <a:pathLst>
                <a:path w="1" h="244" fill="none" extrusionOk="0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8"/>
            <p:cNvSpPr/>
            <p:nvPr/>
          </p:nvSpPr>
          <p:spPr>
            <a:xfrm>
              <a:off x="3970725" y="558375"/>
              <a:ext cx="1850" cy="12200"/>
            </a:xfrm>
            <a:custGeom>
              <a:avLst/>
              <a:gdLst/>
              <a:ahLst/>
              <a:cxnLst/>
              <a:rect l="l" t="t" r="r" b="b"/>
              <a:pathLst>
                <a:path w="74" h="488" fill="none" extrusionOk="0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8"/>
            <p:cNvSpPr/>
            <p:nvPr/>
          </p:nvSpPr>
          <p:spPr>
            <a:xfrm>
              <a:off x="3976200" y="527325"/>
              <a:ext cx="3675" cy="12200"/>
            </a:xfrm>
            <a:custGeom>
              <a:avLst/>
              <a:gdLst/>
              <a:ahLst/>
              <a:cxnLst/>
              <a:rect l="l" t="t" r="r" b="b"/>
              <a:pathLst>
                <a:path w="147" h="488" fill="none" extrusionOk="0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8"/>
            <p:cNvSpPr/>
            <p:nvPr/>
          </p:nvSpPr>
          <p:spPr>
            <a:xfrm>
              <a:off x="3985950" y="498100"/>
              <a:ext cx="4875" cy="10975"/>
            </a:xfrm>
            <a:custGeom>
              <a:avLst/>
              <a:gdLst/>
              <a:ahLst/>
              <a:cxnLst/>
              <a:rect l="l" t="t" r="r" b="b"/>
              <a:pathLst>
                <a:path w="195" h="439" fill="none" extrusionOk="0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8"/>
            <p:cNvSpPr/>
            <p:nvPr/>
          </p:nvSpPr>
          <p:spPr>
            <a:xfrm>
              <a:off x="4000550" y="471300"/>
              <a:ext cx="7325" cy="9775"/>
            </a:xfrm>
            <a:custGeom>
              <a:avLst/>
              <a:gdLst/>
              <a:ahLst/>
              <a:cxnLst/>
              <a:rect l="l" t="t" r="r" b="b"/>
              <a:pathLst>
                <a:path w="293" h="391" fill="none" extrusionOk="0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8"/>
            <p:cNvSpPr/>
            <p:nvPr/>
          </p:nvSpPr>
          <p:spPr>
            <a:xfrm>
              <a:off x="4021250" y="450600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8"/>
            <p:cNvSpPr/>
            <p:nvPr/>
          </p:nvSpPr>
          <p:spPr>
            <a:xfrm>
              <a:off x="4049250" y="440250"/>
              <a:ext cx="11600" cy="2475"/>
            </a:xfrm>
            <a:custGeom>
              <a:avLst/>
              <a:gdLst/>
              <a:ahLst/>
              <a:cxnLst/>
              <a:rect l="l" t="t" r="r" b="b"/>
              <a:pathLst>
                <a:path w="464" h="99" fill="none" extrusionOk="0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8"/>
            <p:cNvSpPr/>
            <p:nvPr/>
          </p:nvSpPr>
          <p:spPr>
            <a:xfrm>
              <a:off x="4080325" y="439650"/>
              <a:ext cx="12200" cy="1850"/>
            </a:xfrm>
            <a:custGeom>
              <a:avLst/>
              <a:gdLst/>
              <a:ahLst/>
              <a:cxnLst/>
              <a:rect l="l" t="t" r="r" b="b"/>
              <a:pathLst>
                <a:path w="488" h="74" fill="none" extrusionOk="0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8"/>
            <p:cNvSpPr/>
            <p:nvPr/>
          </p:nvSpPr>
          <p:spPr>
            <a:xfrm>
              <a:off x="4110150" y="450000"/>
              <a:ext cx="9150" cy="7950"/>
            </a:xfrm>
            <a:custGeom>
              <a:avLst/>
              <a:gdLst/>
              <a:ahLst/>
              <a:cxnLst/>
              <a:rect l="l" t="t" r="r" b="b"/>
              <a:pathLst>
                <a:path w="366" h="318" fill="none" extrusionOk="0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8"/>
            <p:cNvSpPr/>
            <p:nvPr/>
          </p:nvSpPr>
          <p:spPr>
            <a:xfrm>
              <a:off x="4130250" y="473750"/>
              <a:ext cx="4900" cy="10975"/>
            </a:xfrm>
            <a:custGeom>
              <a:avLst/>
              <a:gdLst/>
              <a:ahLst/>
              <a:cxnLst/>
              <a:rect l="l" t="t" r="r" b="b"/>
              <a:pathLst>
                <a:path w="196" h="439" fill="none" extrusionOk="0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8"/>
            <p:cNvSpPr/>
            <p:nvPr/>
          </p:nvSpPr>
          <p:spPr>
            <a:xfrm>
              <a:off x="4141800" y="502975"/>
              <a:ext cx="3700" cy="11600"/>
            </a:xfrm>
            <a:custGeom>
              <a:avLst/>
              <a:gdLst/>
              <a:ahLst/>
              <a:cxnLst/>
              <a:rect l="l" t="t" r="r" b="b"/>
              <a:pathLst>
                <a:path w="148" h="464" fill="none" extrusionOk="0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8"/>
            <p:cNvSpPr/>
            <p:nvPr/>
          </p:nvSpPr>
          <p:spPr>
            <a:xfrm>
              <a:off x="4150950" y="533425"/>
              <a:ext cx="3675" cy="11575"/>
            </a:xfrm>
            <a:custGeom>
              <a:avLst/>
              <a:gdLst/>
              <a:ahLst/>
              <a:cxnLst/>
              <a:rect l="l" t="t" r="r" b="b"/>
              <a:pathLst>
                <a:path w="147" h="463" fill="none" extrusionOk="0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8"/>
            <p:cNvSpPr/>
            <p:nvPr/>
          </p:nvSpPr>
          <p:spPr>
            <a:xfrm>
              <a:off x="4160675" y="563850"/>
              <a:ext cx="4900" cy="11000"/>
            </a:xfrm>
            <a:custGeom>
              <a:avLst/>
              <a:gdLst/>
              <a:ahLst/>
              <a:cxnLst/>
              <a:rect l="l" t="t" r="r" b="b"/>
              <a:pathLst>
                <a:path w="196" h="440" fill="none" extrusionOk="0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8"/>
            <p:cNvSpPr/>
            <p:nvPr/>
          </p:nvSpPr>
          <p:spPr>
            <a:xfrm>
              <a:off x="4175300" y="591875"/>
              <a:ext cx="7325" cy="9150"/>
            </a:xfrm>
            <a:custGeom>
              <a:avLst/>
              <a:gdLst/>
              <a:ahLst/>
              <a:cxnLst/>
              <a:rect l="l" t="t" r="r" b="b"/>
              <a:pathLst>
                <a:path w="293" h="366" fill="none" extrusionOk="0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4198425" y="613175"/>
              <a:ext cx="11000" cy="4900"/>
            </a:xfrm>
            <a:custGeom>
              <a:avLst/>
              <a:gdLst/>
              <a:ahLst/>
              <a:cxnLst/>
              <a:rect l="l" t="t" r="r" b="b"/>
              <a:pathLst>
                <a:path w="440" h="196" fill="none" extrusionOk="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8"/>
            <p:cNvSpPr/>
            <p:nvPr/>
          </p:nvSpPr>
          <p:spPr>
            <a:xfrm>
              <a:off x="4228275" y="621100"/>
              <a:ext cx="12200" cy="625"/>
            </a:xfrm>
            <a:custGeom>
              <a:avLst/>
              <a:gdLst/>
              <a:ahLst/>
              <a:cxnLst/>
              <a:rect l="l" t="t" r="r" b="b"/>
              <a:pathLst>
                <a:path w="488" h="25" fill="none" extrusionOk="0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8"/>
            <p:cNvSpPr/>
            <p:nvPr/>
          </p:nvSpPr>
          <p:spPr>
            <a:xfrm>
              <a:off x="4259925" y="616225"/>
              <a:ext cx="11600" cy="3075"/>
            </a:xfrm>
            <a:custGeom>
              <a:avLst/>
              <a:gdLst/>
              <a:ahLst/>
              <a:cxnLst/>
              <a:rect l="l" t="t" r="r" b="b"/>
              <a:pathLst>
                <a:path w="464" h="123" fill="none" extrusionOk="0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8"/>
            <p:cNvSpPr/>
            <p:nvPr/>
          </p:nvSpPr>
          <p:spPr>
            <a:xfrm>
              <a:off x="4289775" y="602225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4313525" y="577875"/>
              <a:ext cx="6100" cy="10375"/>
            </a:xfrm>
            <a:custGeom>
              <a:avLst/>
              <a:gdLst/>
              <a:ahLst/>
              <a:cxnLst/>
              <a:rect l="l" t="t" r="r" b="b"/>
              <a:pathLst>
                <a:path w="244" h="415" fill="none" extrusionOk="0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8"/>
            <p:cNvSpPr/>
            <p:nvPr/>
          </p:nvSpPr>
          <p:spPr>
            <a:xfrm>
              <a:off x="4326300" y="547425"/>
              <a:ext cx="2450" cy="12200"/>
            </a:xfrm>
            <a:custGeom>
              <a:avLst/>
              <a:gdLst/>
              <a:ahLst/>
              <a:cxnLst/>
              <a:rect l="l" t="t" r="r" b="b"/>
              <a:pathLst>
                <a:path w="98" h="488" fill="none" extrusionOk="0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8"/>
            <p:cNvSpPr/>
            <p:nvPr/>
          </p:nvSpPr>
          <p:spPr>
            <a:xfrm>
              <a:off x="4329350" y="515750"/>
              <a:ext cx="625" cy="12200"/>
            </a:xfrm>
            <a:custGeom>
              <a:avLst/>
              <a:gdLst/>
              <a:ahLst/>
              <a:cxnLst/>
              <a:rect l="l" t="t" r="r" b="b"/>
              <a:pathLst>
                <a:path w="25" h="488" fill="none" extrusionOk="0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8"/>
            <p:cNvSpPr/>
            <p:nvPr/>
          </p:nvSpPr>
          <p:spPr>
            <a:xfrm>
              <a:off x="4325075" y="488975"/>
              <a:ext cx="1250" cy="6100"/>
            </a:xfrm>
            <a:custGeom>
              <a:avLst/>
              <a:gdLst/>
              <a:ahLst/>
              <a:cxnLst/>
              <a:rect l="l" t="t" r="r" b="b"/>
              <a:pathLst>
                <a:path w="50" h="244" fill="none" extrusionOk="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4" name="Google Shape;1094;p48"/>
          <p:cNvGrpSpPr/>
          <p:nvPr/>
        </p:nvGrpSpPr>
        <p:grpSpPr>
          <a:xfrm>
            <a:off x="5441252" y="387778"/>
            <a:ext cx="332670" cy="332670"/>
            <a:chOff x="6649150" y="309350"/>
            <a:chExt cx="395800" cy="395800"/>
          </a:xfrm>
        </p:grpSpPr>
        <p:sp>
          <p:nvSpPr>
            <p:cNvPr id="1095" name="Google Shape;1095;p48"/>
            <p:cNvSpPr/>
            <p:nvPr/>
          </p:nvSpPr>
          <p:spPr>
            <a:xfrm>
              <a:off x="6649150" y="309350"/>
              <a:ext cx="395800" cy="395800"/>
            </a:xfrm>
            <a:custGeom>
              <a:avLst/>
              <a:gdLst/>
              <a:ahLst/>
              <a:cxnLst/>
              <a:rect l="l" t="t" r="r" b="b"/>
              <a:pathLst>
                <a:path w="15832" h="15832" fill="none" extrusionOk="0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8"/>
            <p:cNvSpPr/>
            <p:nvPr/>
          </p:nvSpPr>
          <p:spPr>
            <a:xfrm>
              <a:off x="6673500" y="333700"/>
              <a:ext cx="347100" cy="347100"/>
            </a:xfrm>
            <a:custGeom>
              <a:avLst/>
              <a:gdLst/>
              <a:ahLst/>
              <a:cxnLst/>
              <a:rect l="l" t="t" r="r" b="b"/>
              <a:pathLst>
                <a:path w="13884" h="13884" fill="none" extrusionOk="0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6848850" y="397625"/>
              <a:ext cx="54825" cy="169300"/>
            </a:xfrm>
            <a:custGeom>
              <a:avLst/>
              <a:gdLst/>
              <a:ahLst/>
              <a:cxnLst/>
              <a:rect l="l" t="t" r="r" b="b"/>
              <a:pathLst>
                <a:path w="2193" h="6772" fill="none" extrusionOk="0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8"/>
            <p:cNvSpPr/>
            <p:nvPr/>
          </p:nvSpPr>
          <p:spPr>
            <a:xfrm>
              <a:off x="6847025" y="33370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8"/>
            <p:cNvSpPr/>
            <p:nvPr/>
          </p:nvSpPr>
          <p:spPr>
            <a:xfrm>
              <a:off x="6760575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8"/>
            <p:cNvSpPr/>
            <p:nvPr/>
          </p:nvSpPr>
          <p:spPr>
            <a:xfrm>
              <a:off x="6760575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8"/>
            <p:cNvSpPr/>
            <p:nvPr/>
          </p:nvSpPr>
          <p:spPr>
            <a:xfrm>
              <a:off x="6696650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8"/>
            <p:cNvSpPr/>
            <p:nvPr/>
          </p:nvSpPr>
          <p:spPr>
            <a:xfrm>
              <a:off x="6696650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8"/>
            <p:cNvSpPr/>
            <p:nvPr/>
          </p:nvSpPr>
          <p:spPr>
            <a:xfrm>
              <a:off x="667350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8"/>
            <p:cNvSpPr/>
            <p:nvPr/>
          </p:nvSpPr>
          <p:spPr>
            <a:xfrm>
              <a:off x="6696650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8"/>
            <p:cNvSpPr/>
            <p:nvPr/>
          </p:nvSpPr>
          <p:spPr>
            <a:xfrm>
              <a:off x="6696650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8"/>
            <p:cNvSpPr/>
            <p:nvPr/>
          </p:nvSpPr>
          <p:spPr>
            <a:xfrm>
              <a:off x="6760575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8"/>
            <p:cNvSpPr/>
            <p:nvPr/>
          </p:nvSpPr>
          <p:spPr>
            <a:xfrm>
              <a:off x="6760575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8"/>
            <p:cNvSpPr/>
            <p:nvPr/>
          </p:nvSpPr>
          <p:spPr>
            <a:xfrm>
              <a:off x="6847025" y="65155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8"/>
            <p:cNvSpPr/>
            <p:nvPr/>
          </p:nvSpPr>
          <p:spPr>
            <a:xfrm>
              <a:off x="6919500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8"/>
            <p:cNvSpPr/>
            <p:nvPr/>
          </p:nvSpPr>
          <p:spPr>
            <a:xfrm>
              <a:off x="6933500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8"/>
            <p:cNvSpPr/>
            <p:nvPr/>
          </p:nvSpPr>
          <p:spPr>
            <a:xfrm>
              <a:off x="6972475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8"/>
            <p:cNvSpPr/>
            <p:nvPr/>
          </p:nvSpPr>
          <p:spPr>
            <a:xfrm>
              <a:off x="6997425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8"/>
            <p:cNvSpPr/>
            <p:nvPr/>
          </p:nvSpPr>
          <p:spPr>
            <a:xfrm>
              <a:off x="699135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8"/>
            <p:cNvSpPr/>
            <p:nvPr/>
          </p:nvSpPr>
          <p:spPr>
            <a:xfrm>
              <a:off x="6972475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8"/>
            <p:cNvSpPr/>
            <p:nvPr/>
          </p:nvSpPr>
          <p:spPr>
            <a:xfrm>
              <a:off x="6997425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8"/>
            <p:cNvSpPr/>
            <p:nvPr/>
          </p:nvSpPr>
          <p:spPr>
            <a:xfrm>
              <a:off x="6919500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8"/>
            <p:cNvSpPr/>
            <p:nvPr/>
          </p:nvSpPr>
          <p:spPr>
            <a:xfrm>
              <a:off x="6933500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8" name="Google Shape;1118;p48"/>
          <p:cNvGrpSpPr/>
          <p:nvPr/>
        </p:nvGrpSpPr>
        <p:grpSpPr>
          <a:xfrm>
            <a:off x="4873705" y="395448"/>
            <a:ext cx="337797" cy="319873"/>
            <a:chOff x="5973900" y="318475"/>
            <a:chExt cx="401900" cy="380575"/>
          </a:xfrm>
        </p:grpSpPr>
        <p:sp>
          <p:nvSpPr>
            <p:cNvPr id="1119" name="Google Shape;1119;p48"/>
            <p:cNvSpPr/>
            <p:nvPr/>
          </p:nvSpPr>
          <p:spPr>
            <a:xfrm>
              <a:off x="5973900" y="337975"/>
              <a:ext cx="401900" cy="67000"/>
            </a:xfrm>
            <a:custGeom>
              <a:avLst/>
              <a:gdLst/>
              <a:ahLst/>
              <a:cxnLst/>
              <a:rect l="l" t="t" r="r" b="b"/>
              <a:pathLst>
                <a:path w="16076" h="2680" fill="none" extrusionOk="0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8"/>
            <p:cNvSpPr/>
            <p:nvPr/>
          </p:nvSpPr>
          <p:spPr>
            <a:xfrm>
              <a:off x="6024450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8"/>
            <p:cNvSpPr/>
            <p:nvPr/>
          </p:nvSpPr>
          <p:spPr>
            <a:xfrm>
              <a:off x="6280175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8"/>
            <p:cNvSpPr/>
            <p:nvPr/>
          </p:nvSpPr>
          <p:spPr>
            <a:xfrm>
              <a:off x="5973900" y="667375"/>
              <a:ext cx="401900" cy="31675"/>
            </a:xfrm>
            <a:custGeom>
              <a:avLst/>
              <a:gdLst/>
              <a:ahLst/>
              <a:cxnLst/>
              <a:rect l="l" t="t" r="r" b="b"/>
              <a:pathLst>
                <a:path w="16076" h="1267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8"/>
            <p:cNvSpPr/>
            <p:nvPr/>
          </p:nvSpPr>
          <p:spPr>
            <a:xfrm>
              <a:off x="6302700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8"/>
            <p:cNvSpPr/>
            <p:nvPr/>
          </p:nvSpPr>
          <p:spPr>
            <a:xfrm>
              <a:off x="6046975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8"/>
            <p:cNvSpPr/>
            <p:nvPr/>
          </p:nvSpPr>
          <p:spPr>
            <a:xfrm>
              <a:off x="5973900" y="407375"/>
              <a:ext cx="401900" cy="272200"/>
            </a:xfrm>
            <a:custGeom>
              <a:avLst/>
              <a:gdLst/>
              <a:ahLst/>
              <a:cxnLst/>
              <a:rect l="l" t="t" r="r" b="b"/>
              <a:pathLst>
                <a:path w="16076" h="10888" fill="none" extrusionOk="0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8"/>
            <p:cNvSpPr/>
            <p:nvPr/>
          </p:nvSpPr>
          <p:spPr>
            <a:xfrm>
              <a:off x="6024450" y="456100"/>
              <a:ext cx="300800" cy="175375"/>
            </a:xfrm>
            <a:custGeom>
              <a:avLst/>
              <a:gdLst/>
              <a:ahLst/>
              <a:cxnLst/>
              <a:rect l="l" t="t" r="r" b="b"/>
              <a:pathLst>
                <a:path w="12032" h="7015" fill="none" extrusionOk="0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8"/>
            <p:cNvSpPr/>
            <p:nvPr/>
          </p:nvSpPr>
          <p:spPr>
            <a:xfrm>
              <a:off x="6024450" y="57300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8"/>
            <p:cNvSpPr/>
            <p:nvPr/>
          </p:nvSpPr>
          <p:spPr>
            <a:xfrm>
              <a:off x="6024450" y="51455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8"/>
            <p:cNvSpPr/>
            <p:nvPr/>
          </p:nvSpPr>
          <p:spPr>
            <a:xfrm>
              <a:off x="626495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8"/>
            <p:cNvSpPr/>
            <p:nvPr/>
          </p:nvSpPr>
          <p:spPr>
            <a:xfrm>
              <a:off x="620467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8"/>
            <p:cNvSpPr/>
            <p:nvPr/>
          </p:nvSpPr>
          <p:spPr>
            <a:xfrm>
              <a:off x="614500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8"/>
            <p:cNvSpPr/>
            <p:nvPr/>
          </p:nvSpPr>
          <p:spPr>
            <a:xfrm>
              <a:off x="608472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48"/>
          <p:cNvGrpSpPr/>
          <p:nvPr/>
        </p:nvGrpSpPr>
        <p:grpSpPr>
          <a:xfrm>
            <a:off x="918858" y="908741"/>
            <a:ext cx="342882" cy="418128"/>
            <a:chOff x="1268550" y="929175"/>
            <a:chExt cx="407950" cy="497475"/>
          </a:xfrm>
        </p:grpSpPr>
        <p:sp>
          <p:nvSpPr>
            <p:cNvPr id="1134" name="Google Shape;1134;p48"/>
            <p:cNvSpPr/>
            <p:nvPr/>
          </p:nvSpPr>
          <p:spPr>
            <a:xfrm>
              <a:off x="12685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8"/>
            <p:cNvSpPr/>
            <p:nvPr/>
          </p:nvSpPr>
          <p:spPr>
            <a:xfrm>
              <a:off x="12989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8"/>
            <p:cNvSpPr/>
            <p:nvPr/>
          </p:nvSpPr>
          <p:spPr>
            <a:xfrm>
              <a:off x="15924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48"/>
          <p:cNvGrpSpPr/>
          <p:nvPr/>
        </p:nvGrpSpPr>
        <p:grpSpPr>
          <a:xfrm>
            <a:off x="5404922" y="924605"/>
            <a:ext cx="405331" cy="388962"/>
            <a:chOff x="6605925" y="948050"/>
            <a:chExt cx="482250" cy="462775"/>
          </a:xfrm>
        </p:grpSpPr>
        <p:sp>
          <p:nvSpPr>
            <p:cNvPr id="1138" name="Google Shape;1138;p48"/>
            <p:cNvSpPr/>
            <p:nvPr/>
          </p:nvSpPr>
          <p:spPr>
            <a:xfrm>
              <a:off x="6847025" y="1209875"/>
              <a:ext cx="60325" cy="200950"/>
            </a:xfrm>
            <a:custGeom>
              <a:avLst/>
              <a:gdLst/>
              <a:ahLst/>
              <a:cxnLst/>
              <a:rect l="l" t="t" r="r" b="b"/>
              <a:pathLst>
                <a:path w="2413" h="8038" fill="none" extrusionOk="0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8"/>
            <p:cNvSpPr/>
            <p:nvPr/>
          </p:nvSpPr>
          <p:spPr>
            <a:xfrm>
              <a:off x="6605925" y="971800"/>
              <a:ext cx="482250" cy="228350"/>
            </a:xfrm>
            <a:custGeom>
              <a:avLst/>
              <a:gdLst/>
              <a:ahLst/>
              <a:cxnLst/>
              <a:rect l="l" t="t" r="r" b="b"/>
              <a:pathLst>
                <a:path w="19290" h="9134" fill="none" extrusionOk="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8"/>
            <p:cNvSpPr/>
            <p:nvPr/>
          </p:nvSpPr>
          <p:spPr>
            <a:xfrm>
              <a:off x="6847025" y="948050"/>
              <a:ext cx="25" cy="23775"/>
            </a:xfrm>
            <a:custGeom>
              <a:avLst/>
              <a:gdLst/>
              <a:ahLst/>
              <a:cxnLst/>
              <a:rect l="l" t="t" r="r" b="b"/>
              <a:pathLst>
                <a:path w="1" h="951" fill="none" extrusionOk="0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8"/>
            <p:cNvSpPr/>
            <p:nvPr/>
          </p:nvSpPr>
          <p:spPr>
            <a:xfrm>
              <a:off x="6847025" y="1001025"/>
              <a:ext cx="25" cy="183900"/>
            </a:xfrm>
            <a:custGeom>
              <a:avLst/>
              <a:gdLst/>
              <a:ahLst/>
              <a:cxnLst/>
              <a:rect l="l" t="t" r="r" b="b"/>
              <a:pathLst>
                <a:path w="1" h="7356" fill="none" extrusionOk="0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8"/>
            <p:cNvSpPr/>
            <p:nvPr/>
          </p:nvSpPr>
          <p:spPr>
            <a:xfrm>
              <a:off x="6872000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8"/>
            <p:cNvSpPr/>
            <p:nvPr/>
          </p:nvSpPr>
          <p:spPr>
            <a:xfrm>
              <a:off x="6736825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4" name="Google Shape;1144;p48"/>
          <p:cNvGrpSpPr/>
          <p:nvPr/>
        </p:nvGrpSpPr>
        <p:grpSpPr>
          <a:xfrm>
            <a:off x="5499604" y="2076574"/>
            <a:ext cx="215966" cy="342399"/>
            <a:chOff x="6718575" y="2318625"/>
            <a:chExt cx="256950" cy="407375"/>
          </a:xfrm>
        </p:grpSpPr>
        <p:sp>
          <p:nvSpPr>
            <p:cNvPr id="1145" name="Google Shape;1145;p48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8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8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8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8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8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8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3" name="Google Shape;1153;p48"/>
          <p:cNvGrpSpPr/>
          <p:nvPr/>
        </p:nvGrpSpPr>
        <p:grpSpPr>
          <a:xfrm>
            <a:off x="2600993" y="2703482"/>
            <a:ext cx="363369" cy="221115"/>
            <a:chOff x="3269900" y="3064500"/>
            <a:chExt cx="432325" cy="263075"/>
          </a:xfrm>
        </p:grpSpPr>
        <p:sp>
          <p:nvSpPr>
            <p:cNvPr id="1154" name="Google Shape;1154;p48"/>
            <p:cNvSpPr/>
            <p:nvPr/>
          </p:nvSpPr>
          <p:spPr>
            <a:xfrm>
              <a:off x="3269900" y="3064500"/>
              <a:ext cx="432325" cy="263075"/>
            </a:xfrm>
            <a:custGeom>
              <a:avLst/>
              <a:gdLst/>
              <a:ahLst/>
              <a:cxnLst/>
              <a:rect l="l" t="t" r="r" b="b"/>
              <a:pathLst>
                <a:path w="17293" h="10523" fill="none" extrusionOk="0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8"/>
            <p:cNvSpPr/>
            <p:nvPr/>
          </p:nvSpPr>
          <p:spPr>
            <a:xfrm>
              <a:off x="3445875" y="3155825"/>
              <a:ext cx="80400" cy="80400"/>
            </a:xfrm>
            <a:custGeom>
              <a:avLst/>
              <a:gdLst/>
              <a:ahLst/>
              <a:cxnLst/>
              <a:rect l="l" t="t" r="r" b="b"/>
              <a:pathLst>
                <a:path w="3216" h="3216" fill="none" extrusionOk="0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8"/>
            <p:cNvSpPr/>
            <p:nvPr/>
          </p:nvSpPr>
          <p:spPr>
            <a:xfrm>
              <a:off x="3381925" y="3091900"/>
              <a:ext cx="208275" cy="208275"/>
            </a:xfrm>
            <a:custGeom>
              <a:avLst/>
              <a:gdLst/>
              <a:ahLst/>
              <a:cxnLst/>
              <a:rect l="l" t="t" r="r" b="b"/>
              <a:pathLst>
                <a:path w="8331" h="8331" fill="none" extrusionOk="0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7" name="Google Shape;1157;p48"/>
          <p:cNvGrpSpPr/>
          <p:nvPr/>
        </p:nvGrpSpPr>
        <p:grpSpPr>
          <a:xfrm>
            <a:off x="5475019" y="2635926"/>
            <a:ext cx="265115" cy="372594"/>
            <a:chOff x="6689325" y="2984125"/>
            <a:chExt cx="315425" cy="443300"/>
          </a:xfrm>
        </p:grpSpPr>
        <p:sp>
          <p:nvSpPr>
            <p:cNvPr id="1158" name="Google Shape;1158;p48"/>
            <p:cNvSpPr/>
            <p:nvPr/>
          </p:nvSpPr>
          <p:spPr>
            <a:xfrm>
              <a:off x="6689325" y="2984125"/>
              <a:ext cx="315425" cy="77975"/>
            </a:xfrm>
            <a:custGeom>
              <a:avLst/>
              <a:gdLst/>
              <a:ahLst/>
              <a:cxnLst/>
              <a:rect l="l" t="t" r="r" b="b"/>
              <a:pathLst>
                <a:path w="12617" h="3119" fill="none" extrusionOk="0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8"/>
            <p:cNvSpPr/>
            <p:nvPr/>
          </p:nvSpPr>
          <p:spPr>
            <a:xfrm>
              <a:off x="6702125" y="3069375"/>
              <a:ext cx="289850" cy="358050"/>
            </a:xfrm>
            <a:custGeom>
              <a:avLst/>
              <a:gdLst/>
              <a:ahLst/>
              <a:cxnLst/>
              <a:rect l="l" t="t" r="r" b="b"/>
              <a:pathLst>
                <a:path w="11594" h="14322" fill="none" extrusionOk="0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8"/>
            <p:cNvSpPr/>
            <p:nvPr/>
          </p:nvSpPr>
          <p:spPr>
            <a:xfrm>
              <a:off x="67611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8"/>
            <p:cNvSpPr/>
            <p:nvPr/>
          </p:nvSpPr>
          <p:spPr>
            <a:xfrm>
              <a:off x="684702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8"/>
            <p:cNvSpPr/>
            <p:nvPr/>
          </p:nvSpPr>
          <p:spPr>
            <a:xfrm>
              <a:off x="69328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163;p48"/>
          <p:cNvGrpSpPr/>
          <p:nvPr/>
        </p:nvGrpSpPr>
        <p:grpSpPr>
          <a:xfrm>
            <a:off x="1523745" y="3730594"/>
            <a:ext cx="256416" cy="414535"/>
            <a:chOff x="1988225" y="4286525"/>
            <a:chExt cx="305075" cy="493200"/>
          </a:xfrm>
        </p:grpSpPr>
        <p:sp>
          <p:nvSpPr>
            <p:cNvPr id="1164" name="Google Shape;1164;p48"/>
            <p:cNvSpPr/>
            <p:nvPr/>
          </p:nvSpPr>
          <p:spPr>
            <a:xfrm>
              <a:off x="2178800" y="4519725"/>
              <a:ext cx="114500" cy="114475"/>
            </a:xfrm>
            <a:custGeom>
              <a:avLst/>
              <a:gdLst/>
              <a:ahLst/>
              <a:cxnLst/>
              <a:rect l="l" t="t" r="r" b="b"/>
              <a:pathLst>
                <a:path w="4580" h="4579" fill="none" extrusionOk="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8"/>
            <p:cNvSpPr/>
            <p:nvPr/>
          </p:nvSpPr>
          <p:spPr>
            <a:xfrm>
              <a:off x="1988225" y="45392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8"/>
            <p:cNvSpPr/>
            <p:nvPr/>
          </p:nvSpPr>
          <p:spPr>
            <a:xfrm>
              <a:off x="2042425" y="4286525"/>
              <a:ext cx="239300" cy="236250"/>
            </a:xfrm>
            <a:custGeom>
              <a:avLst/>
              <a:gdLst/>
              <a:ahLst/>
              <a:cxnLst/>
              <a:rect l="l" t="t" r="r" b="b"/>
              <a:pathLst>
                <a:path w="9572" h="9450" fill="none" extrusionOk="0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8"/>
            <p:cNvSpPr/>
            <p:nvPr/>
          </p:nvSpPr>
          <p:spPr>
            <a:xfrm>
              <a:off x="2161750" y="4522750"/>
              <a:ext cx="25" cy="256975"/>
            </a:xfrm>
            <a:custGeom>
              <a:avLst/>
              <a:gdLst/>
              <a:ahLst/>
              <a:cxnLst/>
              <a:rect l="l" t="t" r="r" b="b"/>
              <a:pathLst>
                <a:path w="1" h="10279" fill="none" extrusionOk="0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8"/>
            <p:cNvSpPr/>
            <p:nvPr/>
          </p:nvSpPr>
          <p:spPr>
            <a:xfrm>
              <a:off x="2133750" y="4377850"/>
              <a:ext cx="56050" cy="56025"/>
            </a:xfrm>
            <a:custGeom>
              <a:avLst/>
              <a:gdLst/>
              <a:ahLst/>
              <a:cxnLst/>
              <a:rect l="l" t="t" r="r" b="b"/>
              <a:pathLst>
                <a:path w="2242" h="2241" fill="none" extrusionOk="0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8"/>
            <p:cNvSpPr/>
            <p:nvPr/>
          </p:nvSpPr>
          <p:spPr>
            <a:xfrm>
              <a:off x="2038150" y="45891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8"/>
            <p:cNvSpPr/>
            <p:nvPr/>
          </p:nvSpPr>
          <p:spPr>
            <a:xfrm>
              <a:off x="2194025" y="4564150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48"/>
          <p:cNvGrpSpPr/>
          <p:nvPr/>
        </p:nvGrpSpPr>
        <p:grpSpPr>
          <a:xfrm>
            <a:off x="2067737" y="3759759"/>
            <a:ext cx="309640" cy="392030"/>
            <a:chOff x="2635450" y="4321225"/>
            <a:chExt cx="368400" cy="466425"/>
          </a:xfrm>
        </p:grpSpPr>
        <p:sp>
          <p:nvSpPr>
            <p:cNvPr id="1172" name="Google Shape;1172;p48"/>
            <p:cNvSpPr/>
            <p:nvPr/>
          </p:nvSpPr>
          <p:spPr>
            <a:xfrm>
              <a:off x="2635450" y="4653050"/>
              <a:ext cx="368400" cy="134600"/>
            </a:xfrm>
            <a:custGeom>
              <a:avLst/>
              <a:gdLst/>
              <a:ahLst/>
              <a:cxnLst/>
              <a:rect l="l" t="t" r="r" b="b"/>
              <a:pathLst>
                <a:path w="14736" h="5384" fill="none" extrusionOk="0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8"/>
            <p:cNvSpPr/>
            <p:nvPr/>
          </p:nvSpPr>
          <p:spPr>
            <a:xfrm>
              <a:off x="2819350" y="4321225"/>
              <a:ext cx="25" cy="347075"/>
            </a:xfrm>
            <a:custGeom>
              <a:avLst/>
              <a:gdLst/>
              <a:ahLst/>
              <a:cxnLst/>
              <a:rect l="l" t="t" r="r" b="b"/>
              <a:pathLst>
                <a:path w="1" h="13883" fill="none" extrusionOk="0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8"/>
            <p:cNvSpPr/>
            <p:nvPr/>
          </p:nvSpPr>
          <p:spPr>
            <a:xfrm>
              <a:off x="2835175" y="4328525"/>
              <a:ext cx="114475" cy="114500"/>
            </a:xfrm>
            <a:custGeom>
              <a:avLst/>
              <a:gdLst/>
              <a:ahLst/>
              <a:cxnLst/>
              <a:rect l="l" t="t" r="r" b="b"/>
              <a:pathLst>
                <a:path w="4579" h="4580" fill="none" extrusionOk="0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8"/>
            <p:cNvSpPr/>
            <p:nvPr/>
          </p:nvSpPr>
          <p:spPr>
            <a:xfrm>
              <a:off x="2850400" y="4372975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8"/>
            <p:cNvSpPr/>
            <p:nvPr/>
          </p:nvSpPr>
          <p:spPr>
            <a:xfrm>
              <a:off x="2646425" y="44296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8"/>
            <p:cNvSpPr/>
            <p:nvPr/>
          </p:nvSpPr>
          <p:spPr>
            <a:xfrm>
              <a:off x="2696350" y="44795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8" name="Google Shape;1178;p48"/>
          <p:cNvGrpSpPr/>
          <p:nvPr/>
        </p:nvGrpSpPr>
        <p:grpSpPr>
          <a:xfrm>
            <a:off x="5436146" y="3750030"/>
            <a:ext cx="342882" cy="383835"/>
            <a:chOff x="6643075" y="4309650"/>
            <a:chExt cx="407950" cy="456675"/>
          </a:xfrm>
        </p:grpSpPr>
        <p:sp>
          <p:nvSpPr>
            <p:cNvPr id="1179" name="Google Shape;1179;p48"/>
            <p:cNvSpPr/>
            <p:nvPr/>
          </p:nvSpPr>
          <p:spPr>
            <a:xfrm>
              <a:off x="6643075" y="4698125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8"/>
            <p:cNvSpPr/>
            <p:nvPr/>
          </p:nvSpPr>
          <p:spPr>
            <a:xfrm>
              <a:off x="6643075" y="472735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8"/>
            <p:cNvSpPr/>
            <p:nvPr/>
          </p:nvSpPr>
          <p:spPr>
            <a:xfrm>
              <a:off x="6643075" y="475170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8"/>
            <p:cNvSpPr/>
            <p:nvPr/>
          </p:nvSpPr>
          <p:spPr>
            <a:xfrm>
              <a:off x="6672900" y="4309650"/>
              <a:ext cx="348900" cy="376300"/>
            </a:xfrm>
            <a:custGeom>
              <a:avLst/>
              <a:gdLst/>
              <a:ahLst/>
              <a:cxnLst/>
              <a:rect l="l" t="t" r="r" b="b"/>
              <a:pathLst>
                <a:path w="13956" h="15052" fill="none" extrusionOk="0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8"/>
            <p:cNvSpPr/>
            <p:nvPr/>
          </p:nvSpPr>
          <p:spPr>
            <a:xfrm>
              <a:off x="6805625" y="4452725"/>
              <a:ext cx="15850" cy="28050"/>
            </a:xfrm>
            <a:custGeom>
              <a:avLst/>
              <a:gdLst/>
              <a:ahLst/>
              <a:cxnLst/>
              <a:rect l="l" t="t" r="r" b="b"/>
              <a:pathLst>
                <a:path w="634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8"/>
            <p:cNvSpPr/>
            <p:nvPr/>
          </p:nvSpPr>
          <p:spPr>
            <a:xfrm>
              <a:off x="6872600" y="4452725"/>
              <a:ext cx="15875" cy="28050"/>
            </a:xfrm>
            <a:custGeom>
              <a:avLst/>
              <a:gdLst/>
              <a:ahLst/>
              <a:cxnLst/>
              <a:rect l="l" t="t" r="r" b="b"/>
              <a:pathLst>
                <a:path w="635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8"/>
            <p:cNvSpPr/>
            <p:nvPr/>
          </p:nvSpPr>
          <p:spPr>
            <a:xfrm>
              <a:off x="6709425" y="4414975"/>
              <a:ext cx="275250" cy="54825"/>
            </a:xfrm>
            <a:custGeom>
              <a:avLst/>
              <a:gdLst/>
              <a:ahLst/>
              <a:cxnLst/>
              <a:rect l="l" t="t" r="r" b="b"/>
              <a:pathLst>
                <a:path w="11010" h="2193" fill="none" extrusionOk="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8"/>
            <p:cNvSpPr/>
            <p:nvPr/>
          </p:nvSpPr>
          <p:spPr>
            <a:xfrm>
              <a:off x="6733175" y="4382725"/>
              <a:ext cx="227750" cy="37150"/>
            </a:xfrm>
            <a:custGeom>
              <a:avLst/>
              <a:gdLst/>
              <a:ahLst/>
              <a:cxnLst/>
              <a:rect l="l" t="t" r="r" b="b"/>
              <a:pathLst>
                <a:path w="9110" h="1486" fill="none" extrusionOk="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8"/>
            <p:cNvSpPr/>
            <p:nvPr/>
          </p:nvSpPr>
          <p:spPr>
            <a:xfrm>
              <a:off x="6847025" y="4414975"/>
              <a:ext cx="25" cy="145550"/>
            </a:xfrm>
            <a:custGeom>
              <a:avLst/>
              <a:gdLst/>
              <a:ahLst/>
              <a:cxnLst/>
              <a:rect l="l" t="t" r="r" b="b"/>
              <a:pathLst>
                <a:path w="1" h="5822" fill="none" extrusionOk="0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8" name="Google Shape;1188;p48"/>
          <p:cNvGrpSpPr/>
          <p:nvPr/>
        </p:nvGrpSpPr>
        <p:grpSpPr>
          <a:xfrm>
            <a:off x="4251419" y="4291984"/>
            <a:ext cx="452420" cy="433992"/>
            <a:chOff x="5233525" y="4954450"/>
            <a:chExt cx="538275" cy="516350"/>
          </a:xfrm>
        </p:grpSpPr>
        <p:sp>
          <p:nvSpPr>
            <p:cNvPr id="1189" name="Google Shape;1189;p48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8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8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8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0" name="Google Shape;1200;p48"/>
          <p:cNvGrpSpPr/>
          <p:nvPr/>
        </p:nvGrpSpPr>
        <p:grpSpPr>
          <a:xfrm>
            <a:off x="3682338" y="4299654"/>
            <a:ext cx="460615" cy="418653"/>
            <a:chOff x="4556450" y="4963575"/>
            <a:chExt cx="548025" cy="498100"/>
          </a:xfrm>
        </p:grpSpPr>
        <p:sp>
          <p:nvSpPr>
            <p:cNvPr id="1201" name="Google Shape;1201;p48"/>
            <p:cNvSpPr/>
            <p:nvPr/>
          </p:nvSpPr>
          <p:spPr>
            <a:xfrm>
              <a:off x="4611850" y="5222350"/>
              <a:ext cx="436600" cy="239325"/>
            </a:xfrm>
            <a:custGeom>
              <a:avLst/>
              <a:gdLst/>
              <a:ahLst/>
              <a:cxnLst/>
              <a:rect l="l" t="t" r="r" b="b"/>
              <a:pathLst>
                <a:path w="17464" h="9573" fill="none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4612475" y="4963575"/>
              <a:ext cx="435975" cy="125450"/>
            </a:xfrm>
            <a:custGeom>
              <a:avLst/>
              <a:gdLst/>
              <a:ahLst/>
              <a:cxnLst/>
              <a:rect l="l" t="t" r="r" b="b"/>
              <a:pathLst>
                <a:path w="17439" h="5018" fill="none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4556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4830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4830450" y="5213225"/>
              <a:ext cx="25" cy="248450"/>
            </a:xfrm>
            <a:custGeom>
              <a:avLst/>
              <a:gdLst/>
              <a:ahLst/>
              <a:cxnLst/>
              <a:rect l="l" t="t" r="r" b="b"/>
              <a:pathLst>
                <a:path w="1" h="9938" fill="none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6" name="Google Shape;1206;p48"/>
          <p:cNvGrpSpPr/>
          <p:nvPr/>
        </p:nvGrpSpPr>
        <p:grpSpPr>
          <a:xfrm>
            <a:off x="299620" y="4390239"/>
            <a:ext cx="445255" cy="246182"/>
            <a:chOff x="531800" y="5071350"/>
            <a:chExt cx="529750" cy="292900"/>
          </a:xfrm>
        </p:grpSpPr>
        <p:sp>
          <p:nvSpPr>
            <p:cNvPr id="1207" name="Google Shape;1207;p48"/>
            <p:cNvSpPr/>
            <p:nvPr/>
          </p:nvSpPr>
          <p:spPr>
            <a:xfrm>
              <a:off x="632875" y="5077450"/>
              <a:ext cx="272200" cy="185725"/>
            </a:xfrm>
            <a:custGeom>
              <a:avLst/>
              <a:gdLst/>
              <a:ahLst/>
              <a:cxnLst/>
              <a:rect l="l" t="t" r="r" b="b"/>
              <a:pathLst>
                <a:path w="10888" h="7429" fill="none" extrusionOk="0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8"/>
            <p:cNvSpPr/>
            <p:nvPr/>
          </p:nvSpPr>
          <p:spPr>
            <a:xfrm>
              <a:off x="886175" y="5071350"/>
              <a:ext cx="74300" cy="191825"/>
            </a:xfrm>
            <a:custGeom>
              <a:avLst/>
              <a:gdLst/>
              <a:ahLst/>
              <a:cxnLst/>
              <a:rect l="l" t="t" r="r" b="b"/>
              <a:pathLst>
                <a:path w="2972" h="7673" fill="none" extrusionOk="0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531800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859375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676100" y="5071350"/>
              <a:ext cx="86500" cy="7325"/>
            </a:xfrm>
            <a:custGeom>
              <a:avLst/>
              <a:gdLst/>
              <a:ahLst/>
              <a:cxnLst/>
              <a:rect l="l" t="t" r="r" b="b"/>
              <a:pathLst>
                <a:path w="3460" h="293" fill="none" extrusionOk="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941575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614600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48"/>
          <p:cNvGrpSpPr/>
          <p:nvPr/>
        </p:nvGrpSpPr>
        <p:grpSpPr>
          <a:xfrm>
            <a:off x="7243894" y="1803400"/>
            <a:ext cx="433992" cy="422729"/>
            <a:chOff x="5916675" y="927975"/>
            <a:chExt cx="516350" cy="502950"/>
          </a:xfrm>
        </p:grpSpPr>
        <p:sp>
          <p:nvSpPr>
            <p:cNvPr id="1215" name="Google Shape;1215;p48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3810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3810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7" name="Google Shape;1217;p48"/>
          <p:cNvGrpSpPr/>
          <p:nvPr/>
        </p:nvGrpSpPr>
        <p:grpSpPr>
          <a:xfrm>
            <a:off x="6359914" y="2509302"/>
            <a:ext cx="1079481" cy="1051467"/>
            <a:chOff x="5916675" y="927975"/>
            <a:chExt cx="516350" cy="502950"/>
          </a:xfrm>
        </p:grpSpPr>
        <p:sp>
          <p:nvSpPr>
            <p:cNvPr id="1218" name="Google Shape;1218;p48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48"/>
          <p:cNvGrpSpPr/>
          <p:nvPr/>
        </p:nvGrpSpPr>
        <p:grpSpPr>
          <a:xfrm>
            <a:off x="6360057" y="1803400"/>
            <a:ext cx="433992" cy="422729"/>
            <a:chOff x="5916675" y="927975"/>
            <a:chExt cx="516350" cy="502950"/>
          </a:xfrm>
        </p:grpSpPr>
        <p:sp>
          <p:nvSpPr>
            <p:cNvPr id="1221" name="Google Shape;1221;p48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3" name="Google Shape;1223;p48"/>
          <p:cNvSpPr/>
          <p:nvPr/>
        </p:nvSpPr>
        <p:spPr>
          <a:xfrm>
            <a:off x="7436055" y="2039778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38100" cap="rnd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48"/>
          <p:cNvSpPr/>
          <p:nvPr/>
        </p:nvSpPr>
        <p:spPr>
          <a:xfrm>
            <a:off x="6552218" y="2039778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12175" cap="rnd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48"/>
          <p:cNvSpPr/>
          <p:nvPr/>
        </p:nvSpPr>
        <p:spPr>
          <a:xfrm>
            <a:off x="6837753" y="3097315"/>
            <a:ext cx="1000561" cy="565194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9525" cap="rnd" cmpd="sng">
            <a:solidFill>
              <a:srgbClr val="A4C2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4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49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1232" name="Google Shape;1232;p49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4" name="Google Shape;1234;p49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5" name="Google Shape;1235;p49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6" name="Google Shape;1236;p49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7" name="Google Shape;1237;p49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38" name="Google Shape;1238;p49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1239" name="Google Shape;1239;p49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0" name="Google Shape;1240;p49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1" name="Google Shape;1241;p49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2" name="Google Shape;1242;p49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43" name="Google Shape;1243;p49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1244" name="Google Shape;1244;p49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5" name="Google Shape;1245;p49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6" name="Google Shape;1246;p49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47" name="Google Shape;1247;p49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1248" name="Google Shape;1248;p49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9" name="Google Shape;1249;p49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0" name="Google Shape;1250;p49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1" name="Google Shape;1251;p49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2" name="Google Shape;1252;p49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53" name="Google Shape;1253;p49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1254" name="Google Shape;1254;p49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5" name="Google Shape;1255;p49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6" name="Google Shape;1256;p49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57" name="Google Shape;1257;p49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1258" name="Google Shape;1258;p49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9" name="Google Shape;1259;p49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0" name="Google Shape;1260;p49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1" name="Google Shape;1261;p49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62" name="Google Shape;1262;p49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1263" name="Google Shape;1263;p49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4" name="Google Shape;1264;p49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5" name="Google Shape;1265;p49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6" name="Google Shape;1266;p49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7" name="Google Shape;1267;p49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68" name="Google Shape;1268;p49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1269" name="Google Shape;1269;p49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0" name="Google Shape;1270;p49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1" name="Google Shape;1271;p49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2" name="Google Shape;1272;p49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3" name="Google Shape;1273;p49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4" name="Google Shape;1274;p49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75" name="Google Shape;1275;p49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1276" name="Google Shape;1276;p49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7" name="Google Shape;1277;p49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78" name="Google Shape;1278;p49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1279" name="Google Shape;1279;p49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0" name="Google Shape;1280;p49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1" name="Google Shape;1281;p49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82" name="Google Shape;1282;p49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1283" name="Google Shape;1283;p49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4" name="Google Shape;1284;p49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5" name="Google Shape;1285;p49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6" name="Google Shape;1286;p49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7" name="Google Shape;1287;p49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8" name="Google Shape;1288;p49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89" name="Google Shape;1289;p49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1290" name="Google Shape;1290;p49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1" name="Google Shape;1291;p49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2" name="Google Shape;1292;p49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3" name="Google Shape;1293;p49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4" name="Google Shape;1294;p49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95" name="Google Shape;1295;p49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1296" name="Google Shape;1296;p49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7" name="Google Shape;1297;p49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8" name="Google Shape;1298;p49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99" name="Google Shape;1299;p49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1300" name="Google Shape;1300;p49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1301" name="Google Shape;1301;p49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2" name="Google Shape;1302;p49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3" name="Google Shape;1303;p49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4" name="Google Shape;1304;p49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5" name="Google Shape;1305;p49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6" name="Google Shape;1306;p49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7" name="Google Shape;1307;p49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8" name="Google Shape;1308;p49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09" name="Google Shape;1309;p49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10" name="Google Shape;1310;p49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311" name="Google Shape;1311;p49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2" name="Google Shape;1312;p49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3" name="Google Shape;1313;p49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4" name="Google Shape;1314;p49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5" name="Google Shape;1315;p49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6" name="Google Shape;1316;p49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17" name="Google Shape;1317;p49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1318" name="Google Shape;1318;p49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9" name="Google Shape;1319;p49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0" name="Google Shape;1320;p49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1" name="Google Shape;1321;p49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22" name="Google Shape;1322;p49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1323" name="Google Shape;1323;p49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4" name="Google Shape;1324;p49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5" name="Google Shape;1325;p49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6" name="Google Shape;1326;p49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7" name="Google Shape;1327;p49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28" name="Google Shape;1328;p49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1329" name="Google Shape;1329;p49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0" name="Google Shape;1330;p49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1" name="Google Shape;1331;p49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2" name="Google Shape;1332;p49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3" name="Google Shape;1333;p49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4" name="Google Shape;1334;p49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35" name="Google Shape;1335;p49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1336" name="Google Shape;1336;p49"/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7" name="Google Shape;1337;p49"/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8" name="Google Shape;1338;p49"/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9" name="Google Shape;1339;p49"/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40" name="Google Shape;1340;p49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1341" name="Google Shape;1341;p49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2" name="Google Shape;1342;p49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3" name="Google Shape;1343;p49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4" name="Google Shape;1344;p49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45" name="Google Shape;1345;p49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1346" name="Google Shape;1346;p49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7" name="Google Shape;1347;p49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8" name="Google Shape;1348;p49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9" name="Google Shape;1349;p49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50" name="Google Shape;1350;p49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1351" name="Google Shape;1351;p49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352" name="Google Shape;1352;p4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53" name="Google Shape;1353;p4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54" name="Google Shape;1354;p4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55" name="Google Shape;1355;p4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56" name="Google Shape;1356;p4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57" name="Google Shape;1357;p4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58" name="Google Shape;1358;p4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59" name="Google Shape;1359;p4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60" name="Google Shape;1360;p4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61" name="Google Shape;1361;p4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1362" name="Google Shape;1362;p49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1363" name="Google Shape;1363;p49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64" name="Google Shape;1364;p49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65" name="Google Shape;1365;p49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1366" name="Google Shape;1366;p49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367" name="Google Shape;1367;p4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68" name="Google Shape;1368;p4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69" name="Google Shape;1369;p4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70" name="Google Shape;1370;p4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71" name="Google Shape;1371;p4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72" name="Google Shape;1372;p4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73" name="Google Shape;1373;p4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74" name="Google Shape;1374;p4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75" name="Google Shape;1375;p4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76" name="Google Shape;1376;p4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1377" name="Google Shape;1377;p49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1378" name="Google Shape;1378;p49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79" name="Google Shape;1379;p49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80" name="Google Shape;1380;p49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81" name="Google Shape;1381;p49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1382" name="Google Shape;1382;p49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383" name="Google Shape;1383;p4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84" name="Google Shape;1384;p4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85" name="Google Shape;1385;p4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86" name="Google Shape;1386;p4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87" name="Google Shape;1387;p4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88" name="Google Shape;1388;p4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89" name="Google Shape;1389;p4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90" name="Google Shape;1390;p4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91" name="Google Shape;1391;p4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392" name="Google Shape;1392;p4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1393" name="Google Shape;1393;p49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1394" name="Google Shape;1394;p49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5" name="Google Shape;1395;p49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6" name="Google Shape;1396;p49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7" name="Google Shape;1397;p49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8" name="Google Shape;1398;p49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9" name="Google Shape;1399;p49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0" name="Google Shape;1400;p49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01" name="Google Shape;1401;p49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1402" name="Google Shape;1402;p49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3" name="Google Shape;1403;p49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4" name="Google Shape;1404;p49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5" name="Google Shape;1405;p49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06" name="Google Shape;1406;p49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1407" name="Google Shape;1407;p49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8" name="Google Shape;1408;p49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9" name="Google Shape;1409;p49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0" name="Google Shape;1410;p49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11" name="Google Shape;1411;p49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1412" name="Google Shape;1412;p49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3" name="Google Shape;1413;p49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4" name="Google Shape;1414;p49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5" name="Google Shape;1415;p49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6" name="Google Shape;1416;p49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17" name="Google Shape;1417;p49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1418" name="Google Shape;1418;p49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24" name="Google Shape;1424;p49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1425" name="Google Shape;1425;p49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6" name="Google Shape;1426;p49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7" name="Google Shape;1427;p49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28" name="Google Shape;1428;p49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1429" name="Google Shape;1429;p49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0" name="Google Shape;1430;p49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1" name="Google Shape;1431;p49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2" name="Google Shape;1432;p49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3" name="Google Shape;1433;p49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34" name="Google Shape;1434;p49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1435" name="Google Shape;1435;p49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6" name="Google Shape;1436;p49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7" name="Google Shape;1437;p49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8" name="Google Shape;1438;p49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41" name="Google Shape;1441;p49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442" name="Google Shape;1442;p49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45" name="Google Shape;1445;p49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446" name="Google Shape;1446;p49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7" name="Google Shape;1447;p49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8" name="Google Shape;1448;p49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9" name="Google Shape;1449;p49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50" name="Google Shape;1450;p49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451" name="Google Shape;1451;p49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3" name="Google Shape;1453;p49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4" name="Google Shape;1454;p49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5" name="Google Shape;1455;p49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6" name="Google Shape;1456;p49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57" name="Google Shape;1457;p49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458" name="Google Shape;1458;p49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9" name="Google Shape;1459;p49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0" name="Google Shape;1460;p49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1" name="Google Shape;1461;p49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2" name="Google Shape;1462;p49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3" name="Google Shape;1463;p49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4" name="Google Shape;1464;p49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65" name="Google Shape;1465;p49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466" name="Google Shape;1466;p49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7" name="Google Shape;1467;p49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8" name="Google Shape;1468;p49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9" name="Google Shape;1469;p49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70" name="Google Shape;1470;p49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471" name="Google Shape;1471;p49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72" name="Google Shape;1472;p49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73" name="Google Shape;1473;p49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74" name="Google Shape;1474;p49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475" name="Google Shape;1475;p49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76" name="Google Shape;1476;p49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77" name="Google Shape;1477;p49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78" name="Google Shape;1478;p49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479" name="Google Shape;1479;p49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0" name="Google Shape;1480;p49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1" name="Google Shape;1481;p49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2" name="Google Shape;1482;p49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83" name="Google Shape;1483;p49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484" name="Google Shape;1484;p49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5" name="Google Shape;1485;p49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6" name="Google Shape;1486;p49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88" name="Google Shape;1488;p49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489" name="Google Shape;1489;p49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1" name="Google Shape;1491;p49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2" name="Google Shape;1492;p49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3" name="Google Shape;1493;p49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94" name="Google Shape;1494;p49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495" name="Google Shape;1495;p49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6" name="Google Shape;1496;p49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7" name="Google Shape;1497;p49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8" name="Google Shape;1498;p49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9" name="Google Shape;1499;p49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0" name="Google Shape;1500;p49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01" name="Google Shape;1501;p49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502" name="Google Shape;1502;p49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3" name="Google Shape;1503;p49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4" name="Google Shape;1504;p49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5" name="Google Shape;1505;p49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6" name="Google Shape;1506;p49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7" name="Google Shape;1507;p49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8" name="Google Shape;1508;p49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09" name="Google Shape;1509;p49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510" name="Google Shape;1510;p49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1" name="Google Shape;1511;p49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2" name="Google Shape;1512;p49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3" name="Google Shape;1513;p49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4" name="Google Shape;1514;p49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5" name="Google Shape;1515;p49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6" name="Google Shape;1516;p49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7" name="Google Shape;1517;p49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8" name="Google Shape;1518;p49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9" name="Google Shape;1519;p49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0" name="Google Shape;1520;p49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1" name="Google Shape;1521;p49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22" name="Google Shape;1522;p49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523" name="Google Shape;1523;p49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4" name="Google Shape;1524;p49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5" name="Google Shape;1525;p49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6" name="Google Shape;1526;p49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27" name="Google Shape;1527;p49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528" name="Google Shape;1528;p49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9" name="Google Shape;1529;p49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0" name="Google Shape;1530;p49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31" name="Google Shape;1531;p49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532" name="Google Shape;1532;p49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3" name="Google Shape;1533;p49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4" name="Google Shape;1534;p49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5" name="Google Shape;1535;p49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6" name="Google Shape;1536;p49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7" name="Google Shape;1537;p49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38" name="Google Shape;1538;p49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539" name="Google Shape;1539;p49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0" name="Google Shape;1540;p49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1" name="Google Shape;1541;p49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2" name="Google Shape;1542;p49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3" name="Google Shape;1543;p49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4" name="Google Shape;1544;p49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5" name="Google Shape;1545;p49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6" name="Google Shape;1546;p49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47" name="Google Shape;1547;p49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548" name="Google Shape;1548;p49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9" name="Google Shape;1549;p49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0" name="Google Shape;1550;p49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1" name="Google Shape;1551;p49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2" name="Google Shape;1552;p49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3" name="Google Shape;1553;p49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4" name="Google Shape;1554;p49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5" name="Google Shape;1555;p49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6" name="Google Shape;1556;p49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7" name="Google Shape;1557;p49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8" name="Google Shape;1558;p49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9" name="Google Shape;1559;p49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60" name="Google Shape;1560;p49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561" name="Google Shape;1561;p49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2" name="Google Shape;1562;p49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3" name="Google Shape;1563;p49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4" name="Google Shape;1564;p49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5" name="Google Shape;1565;p49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6" name="Google Shape;1566;p49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7" name="Google Shape;1567;p49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8" name="Google Shape;1568;p49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9" name="Google Shape;1569;p49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0" name="Google Shape;1570;p49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1" name="Google Shape;1571;p49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2" name="Google Shape;1572;p49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73" name="Google Shape;1573;p49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574" name="Google Shape;1574;p49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5" name="Google Shape;1575;p49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6" name="Google Shape;1576;p49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7" name="Google Shape;1577;p49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8" name="Google Shape;1578;p49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9" name="Google Shape;1579;p49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0" name="Google Shape;1580;p49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1" name="Google Shape;1581;p49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2" name="Google Shape;1582;p49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3" name="Google Shape;1583;p49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4" name="Google Shape;1584;p49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5" name="Google Shape;1585;p49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86" name="Google Shape;1586;p49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587" name="Google Shape;1587;p49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8" name="Google Shape;1588;p49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9" name="Google Shape;1589;p49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0" name="Google Shape;1590;p49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1" name="Google Shape;1591;p49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2" name="Google Shape;1592;p49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93" name="Google Shape;1593;p49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594" name="Google Shape;1594;p49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5" name="Google Shape;1595;p49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6" name="Google Shape;1596;p49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7" name="Google Shape;1597;p49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8" name="Google Shape;1598;p49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9" name="Google Shape;1599;p49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0" name="Google Shape;1600;p49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1" name="Google Shape;1601;p49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2" name="Google Shape;1602;p49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3" name="Google Shape;1603;p49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4" name="Google Shape;1604;p49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5" name="Google Shape;1605;p49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6" name="Google Shape;1606;p49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7" name="Google Shape;1607;p49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8" name="Google Shape;1608;p49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09" name="Google Shape;1609;p49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610" name="Google Shape;1610;p49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11" name="Google Shape;1611;p49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12" name="Google Shape;1612;p49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13" name="Google Shape;1613;p49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14" name="Google Shape;1614;p49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615" name="Google Shape;1615;p49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616" name="Google Shape;1616;p49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17" name="Google Shape;1617;p49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18" name="Google Shape;1618;p49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619" name="Google Shape;1619;p49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620" name="Google Shape;1620;p49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21" name="Google Shape;1621;p49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22" name="Google Shape;1622;p49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623" name="Google Shape;1623;p49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624" name="Google Shape;1624;p49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25" name="Google Shape;1625;p49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26" name="Google Shape;1626;p49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627" name="Google Shape;1627;p49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628" name="Google Shape;1628;p49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29" name="Google Shape;1629;p49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30" name="Google Shape;1630;p49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1631" name="Google Shape;1631;p49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632" name="Google Shape;1632;p49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3" name="Google Shape;1633;p49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4" name="Google Shape;1634;p49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5" name="Google Shape;1635;p49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6" name="Google Shape;1636;p49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7" name="Google Shape;1637;p49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8" name="Google Shape;1638;p49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9" name="Google Shape;1639;p49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40" name="Google Shape;1640;p49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641" name="Google Shape;1641;p49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2" name="Google Shape;1642;p49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3" name="Google Shape;1643;p49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4" name="Google Shape;1644;p49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5" name="Google Shape;1645;p49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6" name="Google Shape;1646;p49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7" name="Google Shape;1647;p49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8" name="Google Shape;1648;p49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9" name="Google Shape;1649;p49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0" name="Google Shape;1650;p49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1" name="Google Shape;1651;p49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2" name="Google Shape;1652;p49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3" name="Google Shape;1653;p49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4" name="Google Shape;1654;p49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5" name="Google Shape;1655;p49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6" name="Google Shape;1656;p49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7" name="Google Shape;1657;p49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8" name="Google Shape;1658;p49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9" name="Google Shape;1659;p49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0" name="Google Shape;1660;p49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1" name="Google Shape;1661;p49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2" name="Google Shape;1662;p49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3" name="Google Shape;1663;p49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4" name="Google Shape;1664;p49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65" name="Google Shape;1665;p49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666" name="Google Shape;1666;p49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667" name="Google Shape;1667;p4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68" name="Google Shape;1668;p4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669" name="Google Shape;1669;p49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670" name="Google Shape;1670;p4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71" name="Google Shape;1671;p4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672" name="Google Shape;1672;p49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673" name="Google Shape;1673;p4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674" name="Google Shape;1674;p4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1675" name="Google Shape;1675;p49"/>
          <p:cNvSpPr txBox="1">
            <a:spLocks noGrp="1"/>
          </p:cNvSpPr>
          <p:nvPr>
            <p:ph type="title" idx="4294967295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676" name="Google Shape;1676;p49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50"/>
          <p:cNvSpPr txBox="1"/>
          <p:nvPr/>
        </p:nvSpPr>
        <p:spPr>
          <a:xfrm>
            <a:off x="731900" y="914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Now you can use any emoji as an icon!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of course it resizes without losing quality and you can change the color.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How? Follow Google instructions </a:t>
            </a:r>
            <a:r>
              <a:rPr lang="en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https://twitter.com/googledocs/status/730087240156643328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82" name="Google Shape;1682;p50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chemeClr val="dk1"/>
                </a:solidFill>
                <a:highlight>
                  <a:schemeClr val="accen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and many more...</a:t>
            </a:r>
            <a:endParaRPr sz="2400">
              <a:solidFill>
                <a:schemeClr val="dk1"/>
              </a:solidFill>
              <a:highlight>
                <a:schemeClr val="accen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83" name="Google Shape;1683;p5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8" name="Google Shape;1688;p5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51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0" name="Google Shape;1690;p51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691" name="Google Shape;1691;p51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692" name="Google Shape;1692;p51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93" name="Google Shape;1693;p51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694" name="Google Shape;1694;p51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695" name="Google Shape;1695;p51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96" name="Google Shape;1696;p51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697" name="Google Shape;1697;p51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698" name="Google Shape;1698;p51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99" name="Google Shape;1699;p51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700" name="Google Shape;1700;p51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701" name="Google Shape;1701;p51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02" name="Google Shape;1702;p51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703" name="Google Shape;1703;p5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subTitle" idx="4294967295"/>
          </p:nvPr>
        </p:nvSpPr>
        <p:spPr>
          <a:xfrm>
            <a:off x="2371500" y="2093775"/>
            <a:ext cx="502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i="1">
                <a:latin typeface="Lora"/>
                <a:ea typeface="Lora"/>
                <a:cs typeface="Lora"/>
                <a:sym typeface="Lora"/>
              </a:rPr>
              <a:t>I am </a:t>
            </a:r>
            <a:r>
              <a:rPr lang="en" sz="3600" b="1" i="1">
                <a:highlight>
                  <a:schemeClr val="accent1"/>
                </a:highlight>
                <a:latin typeface="Lora"/>
                <a:ea typeface="Lora"/>
                <a:cs typeface="Lora"/>
                <a:sym typeface="Lora"/>
              </a:rPr>
              <a:t>Jayden Smith</a:t>
            </a:r>
            <a:endParaRPr sz="3600" b="1" i="1">
              <a:highlight>
                <a:schemeClr val="accent1"/>
              </a:highlight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 am here because I love to give presentations.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You can find me at </a:t>
            </a:r>
            <a:r>
              <a:rPr lang="en" sz="1800">
                <a:solidFill>
                  <a:schemeClr val="dk1"/>
                </a:solidFill>
                <a:highlight>
                  <a:schemeClr val="accent1"/>
                </a:highlight>
              </a:rPr>
              <a:t>@username</a:t>
            </a:r>
            <a:endParaRPr sz="180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/>
          </a:p>
        </p:txBody>
      </p:sp>
      <p:cxnSp>
        <p:nvCxnSpPr>
          <p:cNvPr id="101" name="Google Shape;101;p14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l="20292" t="32967" r="20286" b="27417"/>
          <a:stretch/>
        </p:blipFill>
        <p:spPr>
          <a:xfrm>
            <a:off x="834600" y="861898"/>
            <a:ext cx="1133700" cy="1133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>
            <a:spLocks noGrp="1"/>
          </p:cNvSpPr>
          <p:nvPr>
            <p:ph type="ctrTitle" idx="4294967295"/>
          </p:nvPr>
        </p:nvSpPr>
        <p:spPr>
          <a:xfrm>
            <a:off x="2371625" y="816550"/>
            <a:ext cx="4908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Hello!</a:t>
            </a:r>
            <a:endParaRPr sz="6000"/>
          </a:p>
        </p:txBody>
      </p:sp>
      <p:cxnSp>
        <p:nvCxnSpPr>
          <p:cNvPr id="104" name="Google Shape;104;p14"/>
          <p:cNvCxnSpPr/>
          <p:nvPr/>
        </p:nvCxnSpPr>
        <p:spPr>
          <a:xfrm>
            <a:off x="4738400" y="1428750"/>
            <a:ext cx="4405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업무파일 어떻게 </a:t>
            </a:r>
            <a:r>
              <a:rPr lang="ko-KR" altLang="en-US" dirty="0">
                <a:highlight>
                  <a:srgbClr val="FFCD00"/>
                </a:highlight>
              </a:rPr>
              <a:t>작성</a:t>
            </a:r>
            <a:r>
              <a:rPr lang="ko-KR" altLang="en-US" dirty="0"/>
              <a:t>하시나요</a:t>
            </a:r>
            <a:r>
              <a:rPr lang="en-US" altLang="ko-KR" dirty="0"/>
              <a:t>?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045172" y="203130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en" dirty="0"/>
              <a:t>Here you have a list of items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en" dirty="0"/>
              <a:t>And some text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en" dirty="0"/>
              <a:t>But remember not to overload your slides with content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Your audience will listen to you or read the content, but won’t do both.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32421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파일</a:t>
            </a:r>
            <a:r>
              <a:rPr lang="ko-KR" altLang="en-US" dirty="0">
                <a:highlight>
                  <a:srgbClr val="FFCD00"/>
                </a:highlight>
              </a:rPr>
              <a:t>공유</a:t>
            </a:r>
            <a:r>
              <a:rPr lang="ko-KR" altLang="en-US" dirty="0"/>
              <a:t> 어떻게 하시나요</a:t>
            </a:r>
            <a:r>
              <a:rPr lang="en-US" altLang="ko-KR" dirty="0"/>
              <a:t>?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en" dirty="0"/>
              <a:t>Here you have a list of items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en" dirty="0"/>
              <a:t>And some text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en" dirty="0"/>
              <a:t>But remember not to overload your slides with content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Your audience will listen to you or read the content, but won’t do both. 2670000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1482</Words>
  <Application>Microsoft Office PowerPoint</Application>
  <PresentationFormat>화면 슬라이드 쇼(16:9)</PresentationFormat>
  <Paragraphs>434</Paragraphs>
  <Slides>53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0" baseType="lpstr">
      <vt:lpstr>Lora</vt:lpstr>
      <vt:lpstr>Quattrocento Sans</vt:lpstr>
      <vt:lpstr>Montserrat</vt:lpstr>
      <vt:lpstr>Calibri</vt:lpstr>
      <vt:lpstr>Arial</vt:lpstr>
      <vt:lpstr>함초롬돋움</vt:lpstr>
      <vt:lpstr>Viola template</vt:lpstr>
      <vt:lpstr>About Git? </vt:lpstr>
      <vt:lpstr>Contents</vt:lpstr>
      <vt:lpstr>Git 이란?</vt:lpstr>
      <vt:lpstr>PowerPoint 프레젠테이션</vt:lpstr>
      <vt:lpstr>업무파일 어떻게 작성하시나요?</vt:lpstr>
      <vt:lpstr>PowerPoint 프레젠테이션</vt:lpstr>
      <vt:lpstr>업무 공유 어떻게 하시나요?</vt:lpstr>
      <vt:lpstr>Big concept</vt:lpstr>
      <vt:lpstr>Version Control System (VCS)</vt:lpstr>
      <vt:lpstr>Git 왜 쓰는가?</vt:lpstr>
      <vt:lpstr>버전관리</vt:lpstr>
      <vt:lpstr>협업</vt:lpstr>
      <vt:lpstr>백업</vt:lpstr>
      <vt:lpstr>Version Control System (VCS)</vt:lpstr>
      <vt:lpstr>Git 원리 &amp; 사용방법</vt:lpstr>
      <vt:lpstr>Tablet project</vt:lpstr>
      <vt:lpstr>Desktop project</vt:lpstr>
      <vt:lpstr>Git 전망</vt:lpstr>
      <vt:lpstr>Git 전망</vt:lpstr>
      <vt:lpstr>PowerPoint 프레젠테이션</vt:lpstr>
      <vt:lpstr>Want big impact? Use big image.</vt:lpstr>
      <vt:lpstr>Use charts to explain your ideas</vt:lpstr>
      <vt:lpstr>Or use diagrams to explain complex ideas</vt:lpstr>
      <vt:lpstr>And tables to compare data</vt:lpstr>
      <vt:lpstr>Maps</vt:lpstr>
      <vt:lpstr>89,526,124</vt:lpstr>
      <vt:lpstr>89,526,124$</vt:lpstr>
      <vt:lpstr>Our process is easy</vt:lpstr>
      <vt:lpstr>Thanks!</vt:lpstr>
      <vt:lpstr>Let’s review some concepts</vt:lpstr>
      <vt:lpstr>PowerPoint 프레젠테이션</vt:lpstr>
      <vt:lpstr>Mobile project</vt:lpstr>
      <vt:lpstr>Tablet project</vt:lpstr>
      <vt:lpstr>Desktop project</vt:lpstr>
      <vt:lpstr>Credits</vt:lpstr>
      <vt:lpstr>Presentation design</vt:lpstr>
      <vt:lpstr> Extra Resources</vt:lpstr>
      <vt:lpstr>Timeline</vt:lpstr>
      <vt:lpstr>Roadmap</vt:lpstr>
      <vt:lpstr>Gantt chart</vt:lpstr>
      <vt:lpstr>SWOT Analysis</vt:lpstr>
      <vt:lpstr>Business Model Canvas</vt:lpstr>
      <vt:lpstr>Funnel</vt:lpstr>
      <vt:lpstr>Team Presentation</vt:lpstr>
      <vt:lpstr>Competitor Matrix</vt:lpstr>
      <vt:lpstr>Weekly Planner</vt:lpstr>
      <vt:lpstr>PowerPoint 프레젠테이션</vt:lpstr>
      <vt:lpstr>Diagrams and infographics</vt:lpstr>
      <vt:lpstr>PowerPoint 프레젠테이션</vt:lpstr>
      <vt:lpstr>PowerPoint 프레젠테이션</vt:lpstr>
      <vt:lpstr>Hello!</vt:lpstr>
      <vt:lpstr>업무파일 어떻게 작성하시나요?</vt:lpstr>
      <vt:lpstr>파일공유 어떻게 하시나요?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</dc:title>
  <dc:creator>a</dc:creator>
  <cp:lastModifiedBy>채원 정</cp:lastModifiedBy>
  <cp:revision>39</cp:revision>
  <dcterms:modified xsi:type="dcterms:W3CDTF">2023-07-18T04:10:41Z</dcterms:modified>
</cp:coreProperties>
</file>