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8" r:id="rId1"/>
  </p:sldMasterIdLst>
  <p:notesMasterIdLst>
    <p:notesMasterId r:id="rId30"/>
  </p:notesMasterIdLst>
  <p:sldIdLst>
    <p:sldId id="256" r:id="rId2"/>
    <p:sldId id="257" r:id="rId3"/>
    <p:sldId id="259" r:id="rId4"/>
    <p:sldId id="260" r:id="rId5"/>
    <p:sldId id="297" r:id="rId6"/>
    <p:sldId id="296" r:id="rId7"/>
    <p:sldId id="299" r:id="rId8"/>
    <p:sldId id="262" r:id="rId9"/>
    <p:sldId id="264" r:id="rId10"/>
    <p:sldId id="311" r:id="rId11"/>
    <p:sldId id="305" r:id="rId12"/>
    <p:sldId id="314" r:id="rId13"/>
    <p:sldId id="313" r:id="rId14"/>
    <p:sldId id="310" r:id="rId15"/>
    <p:sldId id="301" r:id="rId16"/>
    <p:sldId id="317" r:id="rId17"/>
    <p:sldId id="316" r:id="rId18"/>
    <p:sldId id="318" r:id="rId19"/>
    <p:sldId id="306" r:id="rId20"/>
    <p:sldId id="319" r:id="rId21"/>
    <p:sldId id="315" r:id="rId22"/>
    <p:sldId id="303" r:id="rId23"/>
    <p:sldId id="320" r:id="rId24"/>
    <p:sldId id="308" r:id="rId25"/>
    <p:sldId id="321" r:id="rId26"/>
    <p:sldId id="322" r:id="rId27"/>
    <p:sldId id="270" r:id="rId28"/>
    <p:sldId id="274" r:id="rId29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31"/>
      <p:bold r:id="rId32"/>
      <p:italic r:id="rId33"/>
      <p:boldItalic r:id="rId34"/>
    </p:embeddedFont>
    <p:embeddedFont>
      <p:font typeface="Lora" pitchFamily="2" charset="0"/>
      <p:regular r:id="rId35"/>
      <p:bold r:id="rId36"/>
      <p:italic r:id="rId37"/>
      <p:boldItalic r:id="rId38"/>
    </p:embeddedFont>
    <p:embeddedFont>
      <p:font typeface="Quattrocento Sans" panose="020B0600000101010101" charset="0"/>
      <p:regular r:id="rId39"/>
      <p:bold r:id="rId40"/>
      <p:italic r:id="rId41"/>
      <p:boldItalic r:id="rId42"/>
    </p:embeddedFont>
    <p:embeddedFont>
      <p:font typeface="맑은 고딕" panose="020B0503020000020004" pitchFamily="50" charset="-127"/>
      <p:regular r:id="rId43"/>
      <p:bold r:id="rId44"/>
    </p:embeddedFont>
    <p:embeddedFont>
      <p:font typeface="함초롬돋움" panose="020B0604000101010101" pitchFamily="50" charset="-127"/>
      <p:regular r:id="rId45"/>
      <p:bold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0EEE9"/>
    <a:srgbClr val="F6921D"/>
    <a:srgbClr val="A7693A"/>
    <a:srgbClr val="FFC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5B2040-0373-4AB5-8C16-54180E59C3D7}">
  <a:tblStyle styleId="{DA5B2040-0373-4AB5-8C16-54180E59C3D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D83C8C0-4F54-423C-8FE9-BE38F65F230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font" Target="fonts/font12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font" Target="fonts/font1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font" Target="fonts/font13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font" Target="fonts/font16.fntdata"/><Relationship Id="rId20" Type="http://schemas.openxmlformats.org/officeDocument/2006/relationships/slide" Target="slides/slide19.xml"/><Relationship Id="rId41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 시작하겠습니다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오늘 저는 깃을 주제로 준비한 내용을 발표하려고 합니다</a:t>
            </a:r>
            <a:r>
              <a:rPr lang="en-US" altLang="ko-KR" dirty="0"/>
              <a:t>. </a:t>
            </a:r>
            <a:r>
              <a:rPr lang="ko-KR" altLang="en-US" dirty="0"/>
              <a:t>깃은 현재 개발자들 사이에서 매우 인기있고 많이 쓰고</a:t>
            </a:r>
            <a:r>
              <a:rPr lang="en-US" altLang="ko-KR" dirty="0"/>
              <a:t>, </a:t>
            </a:r>
            <a:r>
              <a:rPr lang="ko-KR" altLang="en-US" dirty="0"/>
              <a:t>거의 대부분의 업체에서도 도입해서 사용하는 소프트웨어인데요</a:t>
            </a:r>
            <a:r>
              <a:rPr lang="en-US" altLang="ko-KR" dirty="0"/>
              <a:t>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저희는 깃에 대해 모든 것을 알 필요까지는 없지만</a:t>
            </a:r>
            <a:r>
              <a:rPr lang="en-US" altLang="ko-KR" dirty="0"/>
              <a:t>, </a:t>
            </a:r>
            <a:r>
              <a:rPr lang="ko-KR" altLang="en-US" dirty="0"/>
              <a:t>저희가 만드는 교육과정에 대부분 포함이 되어있는 만큼</a:t>
            </a:r>
            <a:r>
              <a:rPr lang="en-US" altLang="ko-KR" dirty="0"/>
              <a:t>, </a:t>
            </a:r>
            <a:r>
              <a:rPr lang="ko-KR" altLang="en-US" dirty="0"/>
              <a:t>깃이 무엇인지 왜 쓰는지</a:t>
            </a:r>
            <a:r>
              <a:rPr lang="en-US" altLang="ko-KR" dirty="0"/>
              <a:t> </a:t>
            </a:r>
            <a:r>
              <a:rPr lang="ko-KR" altLang="en-US" dirty="0"/>
              <a:t>파악할 필요는 있다고 생각하기 때문에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오늘 제 발표를 통해서 많이 </a:t>
            </a:r>
            <a:r>
              <a:rPr lang="ko-KR" altLang="en-US" dirty="0" err="1"/>
              <a:t>알아가셨으면</a:t>
            </a:r>
            <a:r>
              <a:rPr lang="ko-KR" altLang="en-US" dirty="0"/>
              <a:t> 좋겠습니다</a:t>
            </a:r>
            <a:r>
              <a:rPr lang="en-US" altLang="ko-KR" dirty="0"/>
              <a:t>.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606f1c2d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606f1c2d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 목차입니다</a:t>
            </a:r>
            <a:r>
              <a:rPr lang="en-US" altLang="ko-KR" dirty="0"/>
              <a:t>. git </a:t>
            </a:r>
            <a:r>
              <a:rPr lang="ko-KR" altLang="en-US" dirty="0"/>
              <a:t>이란 </a:t>
            </a:r>
            <a:r>
              <a:rPr lang="ko-KR" altLang="en-US" dirty="0" err="1"/>
              <a:t>뭔지</a:t>
            </a:r>
            <a:r>
              <a:rPr lang="en-US" altLang="ko-KR" dirty="0"/>
              <a:t>, git</a:t>
            </a:r>
            <a:r>
              <a:rPr lang="ko-KR" altLang="en-US" dirty="0"/>
              <a:t>을 왜 쓰는지</a:t>
            </a:r>
            <a:r>
              <a:rPr lang="en-US" altLang="ko-KR" dirty="0"/>
              <a:t>, git </a:t>
            </a:r>
            <a:r>
              <a:rPr lang="ko-KR" altLang="en-US" dirty="0"/>
              <a:t>의 원리와 사용방법</a:t>
            </a:r>
            <a:r>
              <a:rPr lang="en-US" altLang="ko-KR" dirty="0"/>
              <a:t>, git</a:t>
            </a:r>
            <a:r>
              <a:rPr lang="ko-KR" altLang="en-US" dirty="0"/>
              <a:t>의 전망 그리고 교육 과정에서의 </a:t>
            </a:r>
            <a:r>
              <a:rPr lang="en-US" altLang="ko-KR" dirty="0"/>
              <a:t>git </a:t>
            </a:r>
            <a:r>
              <a:rPr lang="ko-KR" altLang="en-US" dirty="0"/>
              <a:t>필요성에 대해 살펴보겠습니다</a:t>
            </a:r>
            <a:r>
              <a:rPr lang="en-US" altLang="ko-KR" dirty="0"/>
              <a:t>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첫번째로</a:t>
            </a:r>
            <a:r>
              <a:rPr lang="en-US" altLang="ko-KR" dirty="0"/>
              <a:t>, Git </a:t>
            </a:r>
            <a:r>
              <a:rPr lang="ko-KR" altLang="en-US" dirty="0"/>
              <a:t>이란</a:t>
            </a:r>
            <a:r>
              <a:rPr lang="en-US" altLang="ko-KR" dirty="0"/>
              <a:t> </a:t>
            </a:r>
            <a:r>
              <a:rPr lang="ko-KR" altLang="en-US" dirty="0"/>
              <a:t>대체 무엇인가를 보겠습니다</a:t>
            </a:r>
            <a:r>
              <a:rPr lang="en-US" altLang="ko-KR" dirty="0"/>
              <a:t>. 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우리가 업무를 하면서 필요한 서류들이 굉장히 많은데 그 서류들 작성할 때</a:t>
            </a:r>
            <a:r>
              <a:rPr lang="en-US" altLang="ko-KR" dirty="0"/>
              <a:t>, </a:t>
            </a:r>
            <a:r>
              <a:rPr lang="ko-KR" altLang="en-US" dirty="0"/>
              <a:t>혹은 프로젝트 할 때나 대학생들 </a:t>
            </a:r>
            <a:r>
              <a:rPr lang="ko-KR" altLang="en-US" dirty="0" err="1"/>
              <a:t>레포트</a:t>
            </a:r>
            <a:r>
              <a:rPr lang="ko-KR" altLang="en-US" dirty="0"/>
              <a:t> 작성할 때 </a:t>
            </a:r>
            <a:r>
              <a:rPr lang="en-US" altLang="ko-KR" dirty="0"/>
              <a:t> </a:t>
            </a:r>
            <a:r>
              <a:rPr lang="ko-KR" altLang="en-US" dirty="0" err="1"/>
              <a:t>어떻게들</a:t>
            </a:r>
            <a:r>
              <a:rPr lang="ko-KR" altLang="en-US" dirty="0"/>
              <a:t> 하시나요</a:t>
            </a:r>
            <a:r>
              <a:rPr lang="en-US" altLang="ko-KR" dirty="0"/>
              <a:t>?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</a:t>
            </a:r>
            <a:r>
              <a:rPr lang="en-US" altLang="ko-KR" dirty="0"/>
              <a:t>. </a:t>
            </a:r>
            <a:r>
              <a:rPr lang="ko-KR" altLang="en-US" dirty="0"/>
              <a:t>컴퓨터로 문서를 만들죠</a:t>
            </a:r>
            <a:r>
              <a:rPr lang="en-US" altLang="ko-KR" dirty="0"/>
              <a:t>!? </a:t>
            </a:r>
            <a:r>
              <a:rPr lang="ko-KR" altLang="en-US" dirty="0"/>
              <a:t>파워포인트</a:t>
            </a:r>
            <a:r>
              <a:rPr lang="en-US" altLang="ko-KR" dirty="0"/>
              <a:t>, </a:t>
            </a:r>
            <a:r>
              <a:rPr lang="ko-KR" altLang="en-US" dirty="0"/>
              <a:t>워드</a:t>
            </a:r>
            <a:r>
              <a:rPr lang="en-US" altLang="ko-KR" dirty="0"/>
              <a:t>, </a:t>
            </a:r>
            <a:r>
              <a:rPr lang="ko-KR" altLang="en-US" dirty="0"/>
              <a:t>한글 혹은 </a:t>
            </a:r>
            <a:r>
              <a:rPr lang="ko-KR" altLang="en-US" dirty="0" err="1"/>
              <a:t>엑셀같은</a:t>
            </a:r>
            <a:r>
              <a:rPr lang="ko-KR" altLang="en-US" dirty="0"/>
              <a:t> 프로그램을 이용해서 파일을 생성하고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 만든 파일들로 수정하고 업데이트하고 관리를 하게 됩니다</a:t>
            </a:r>
            <a:r>
              <a:rPr lang="en-US" altLang="ko-KR" dirty="0"/>
              <a:t>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967663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그렇다면 그 만들어진 것들을 서로 공유해야 할 때는 어떻게 하시나요</a:t>
            </a:r>
            <a:r>
              <a:rPr lang="en-US" altLang="ko-KR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9431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네 제일 단순하고 쉬운 방법들이죠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카카오톡으로 보내거나 메일로 주고 받거나</a:t>
            </a:r>
            <a:r>
              <a:rPr lang="en-US" altLang="ko-KR" dirty="0"/>
              <a:t>, </a:t>
            </a:r>
            <a:r>
              <a:rPr lang="ko-KR" altLang="en-US" dirty="0"/>
              <a:t>아니면 구글 드라이브나 네이버 클라우드 같은 웹디스크</a:t>
            </a:r>
            <a:r>
              <a:rPr lang="en-US" altLang="ko-KR" dirty="0"/>
              <a:t>, </a:t>
            </a:r>
            <a:r>
              <a:rPr lang="ko-KR" altLang="en-US" dirty="0"/>
              <a:t>온라인 스토리지 서비스를 통해 공유합니다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그런데 이런 기존 방법들을 이용하면 생기는 </a:t>
            </a:r>
            <a:r>
              <a:rPr lang="ko-KR" altLang="en-US" dirty="0" err="1"/>
              <a:t>불편함들이</a:t>
            </a:r>
            <a:r>
              <a:rPr lang="ko-KR" altLang="en-US" dirty="0"/>
              <a:t>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같은 내용인데 파일 명이 여러 개가 되면서 헷갈릴 수 있게 되고</a:t>
            </a:r>
            <a:r>
              <a:rPr lang="en-US" altLang="ko-KR" dirty="0"/>
              <a:t>, </a:t>
            </a:r>
            <a:r>
              <a:rPr lang="ko-KR" altLang="en-US" dirty="0"/>
              <a:t>파일을 전송하면 또 새로 </a:t>
            </a:r>
            <a:r>
              <a:rPr lang="ko-KR" altLang="en-US" dirty="0" err="1"/>
              <a:t>저장해야되고</a:t>
            </a:r>
            <a:r>
              <a:rPr lang="en-US" altLang="ko-KR" dirty="0"/>
              <a:t>, </a:t>
            </a:r>
            <a:r>
              <a:rPr lang="ko-KR" altLang="en-US" dirty="0"/>
              <a:t>그렇게 파일이 많아지고 또 많아지다 보면 누가 만든 파일인지 출처가 불분명하게 될 수도 있습니다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그럼 도대체 </a:t>
            </a:r>
            <a:r>
              <a:rPr lang="en-US" dirty="0"/>
              <a:t>Git </a:t>
            </a:r>
            <a:r>
              <a:rPr lang="ko-KR" altLang="en-US" dirty="0"/>
              <a:t>이 뭐냐</a:t>
            </a:r>
            <a:r>
              <a:rPr lang="en-US" altLang="ko-KR" dirty="0"/>
              <a:t>! Git</a:t>
            </a:r>
            <a:r>
              <a:rPr lang="en-US" dirty="0"/>
              <a:t> </a:t>
            </a:r>
            <a:r>
              <a:rPr lang="ko-KR" altLang="en-US" dirty="0"/>
              <a:t>은 이러한 문제들을 해결해주는 소프트웨어다 라고 생각하시면 됩니다</a:t>
            </a:r>
            <a:r>
              <a:rPr lang="en-US" altLang="ko-KR" dirty="0"/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6406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자</a:t>
            </a:r>
            <a:r>
              <a:rPr lang="en-US" altLang="ko-KR" dirty="0"/>
              <a:t>, </a:t>
            </a:r>
            <a:r>
              <a:rPr lang="ko-KR" altLang="en-US" dirty="0"/>
              <a:t>우선 </a:t>
            </a:r>
            <a:r>
              <a:rPr lang="en-US" altLang="ko-KR" dirty="0"/>
              <a:t>Git</a:t>
            </a:r>
            <a:r>
              <a:rPr lang="ko-KR" altLang="en-US" dirty="0"/>
              <a:t>은 </a:t>
            </a:r>
            <a:r>
              <a:rPr lang="ko-KR" altLang="en-US" dirty="0" err="1"/>
              <a:t>리누스</a:t>
            </a:r>
            <a:r>
              <a:rPr lang="ko-KR" altLang="en-US" dirty="0"/>
              <a:t> </a:t>
            </a:r>
            <a:r>
              <a:rPr lang="ko-KR" altLang="en-US" dirty="0" err="1"/>
              <a:t>토발즈라는</a:t>
            </a:r>
            <a:r>
              <a:rPr lang="ko-KR" altLang="en-US" dirty="0"/>
              <a:t> 사람이 개발한 오픈 소스 소프트웨어입니다</a:t>
            </a:r>
            <a:r>
              <a:rPr lang="en-US" altLang="ko-KR" dirty="0"/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리눅스라고 </a:t>
            </a:r>
            <a:r>
              <a:rPr lang="ko-KR" altLang="en-US" dirty="0" err="1"/>
              <a:t>들어보셨을텐데</a:t>
            </a:r>
            <a:r>
              <a:rPr lang="en-US" altLang="ko-KR" dirty="0"/>
              <a:t>, pc</a:t>
            </a:r>
            <a:r>
              <a:rPr lang="ko-KR" altLang="en-US" dirty="0"/>
              <a:t>에서의 윈도우</a:t>
            </a:r>
            <a:r>
              <a:rPr lang="en-US" altLang="ko-KR" dirty="0"/>
              <a:t>/</a:t>
            </a:r>
            <a:r>
              <a:rPr lang="ko-KR" altLang="en-US" dirty="0"/>
              <a:t>맥</a:t>
            </a:r>
            <a:r>
              <a:rPr lang="en-US" altLang="ko-KR" dirty="0" err="1"/>
              <a:t>os</a:t>
            </a:r>
            <a:r>
              <a:rPr lang="en-US" altLang="ko-KR" dirty="0"/>
              <a:t>, </a:t>
            </a:r>
            <a:r>
              <a:rPr lang="ko-KR" altLang="en-US" dirty="0"/>
              <a:t>모바일에서의 </a:t>
            </a:r>
            <a:r>
              <a:rPr lang="en-US" altLang="ko-KR" dirty="0" err="1"/>
              <a:t>ios</a:t>
            </a:r>
            <a:r>
              <a:rPr lang="en-US" altLang="ko-KR" dirty="0"/>
              <a:t>/</a:t>
            </a:r>
            <a:r>
              <a:rPr lang="ko-KR" altLang="en-US" dirty="0"/>
              <a:t>안드로이드 와 같은 운영체제 중 하나로</a:t>
            </a:r>
            <a:r>
              <a:rPr lang="en-US" altLang="ko-KR" dirty="0"/>
              <a:t>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바로 이  리눅스를 만든 사람입니다</a:t>
            </a:r>
            <a:r>
              <a:rPr lang="en-US" altLang="ko-K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리누스가</a:t>
            </a:r>
            <a:r>
              <a:rPr lang="ko-KR" altLang="en-US" dirty="0"/>
              <a:t> 리눅스에서 핵심인 커널이라는 것의 소스코드를 관리하다가 관리가 너무 안돼서 </a:t>
            </a:r>
            <a:endParaRPr lang="en-US" altLang="ko-KR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5f391192_0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5f391192_0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더 정확하게는 분산 버전 관리 시스템</a:t>
            </a:r>
            <a:endParaRPr lang="en-US" altLang="ko-K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/>
              <a:t>리누스가</a:t>
            </a:r>
            <a:r>
              <a:rPr lang="ko-KR" altLang="en-US" dirty="0"/>
              <a:t> 리눅스 커널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2584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3605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개발자들이 작성하는 코드는 몇 </a:t>
            </a:r>
            <a:r>
              <a:rPr lang="ko-KR" altLang="en-US" dirty="0" err="1"/>
              <a:t>만줄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7129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12401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ed75ccf_0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ed75ccf_0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39764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20968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32007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30372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6881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99109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659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80251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85335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d5a3b4cb58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d5a3b4cb58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51181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20083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32209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719952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5ed75ccf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5ed75ccf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5ed75ccf_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5ed75ccf_0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96630" y="2003888"/>
            <a:ext cx="4523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6025" y="3676512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12;p2"/>
          <p:cNvSpPr/>
          <p:nvPr/>
        </p:nvSpPr>
        <p:spPr>
          <a:xfrm>
            <a:off x="1117950" y="3393000"/>
            <a:ext cx="567000" cy="567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highlight>
                  <a:schemeClr val="accent1"/>
                </a:highlight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cxnSp>
        <p:nvCxnSpPr>
          <p:cNvPr id="15" name="Google Shape;15;p3"/>
          <p:cNvCxnSpPr/>
          <p:nvPr/>
        </p:nvCxnSpPr>
        <p:spPr>
          <a:xfrm>
            <a:off x="-6025" y="2571762"/>
            <a:ext cx="1984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Google Shape;16;p3"/>
          <p:cNvSpPr/>
          <p:nvPr/>
        </p:nvSpPr>
        <p:spPr>
          <a:xfrm>
            <a:off x="1117950" y="2288250"/>
            <a:ext cx="567000" cy="567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5898975" y="2571750"/>
            <a:ext cx="32511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381000" algn="ctr" rtl="0">
              <a:spcBef>
                <a:spcPts val="600"/>
              </a:spcBef>
              <a:spcAft>
                <a:spcPts val="0"/>
              </a:spcAft>
              <a:buSzPts val="2400"/>
              <a:buFont typeface="Lora"/>
              <a:buChar char="◉"/>
              <a:defRPr sz="2400" i="1">
                <a:latin typeface="Lora"/>
                <a:ea typeface="Lora"/>
                <a:cs typeface="Lora"/>
                <a:sym typeface="Lora"/>
              </a:defRPr>
            </a:lvl1pPr>
            <a:lvl2pPr marL="914400" lvl="1" indent="-355600" algn="ctr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Char char="○"/>
              <a:defRPr i="1">
                <a:latin typeface="Lora"/>
                <a:ea typeface="Lora"/>
                <a:cs typeface="Lora"/>
                <a:sym typeface="Lora"/>
              </a:defRPr>
            </a:lvl2pPr>
            <a:lvl3pPr marL="1371600" lvl="2" indent="-355600" algn="ctr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Char char="■"/>
              <a:defRPr i="1">
                <a:latin typeface="Lora"/>
                <a:ea typeface="Lora"/>
                <a:cs typeface="Lora"/>
                <a:sym typeface="Lora"/>
              </a:defRPr>
            </a:lvl3pPr>
            <a:lvl4pPr marL="1828800" lvl="3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●"/>
              <a:defRPr sz="2400" i="1">
                <a:latin typeface="Lora"/>
                <a:ea typeface="Lora"/>
                <a:cs typeface="Lora"/>
                <a:sym typeface="Lora"/>
              </a:defRPr>
            </a:lvl4pPr>
            <a:lvl5pPr marL="2286000" lvl="4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○"/>
              <a:defRPr sz="2400" i="1">
                <a:latin typeface="Lora"/>
                <a:ea typeface="Lora"/>
                <a:cs typeface="Lora"/>
                <a:sym typeface="Lora"/>
              </a:defRPr>
            </a:lvl5pPr>
            <a:lvl6pPr marL="2743200" lvl="5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■"/>
              <a:defRPr sz="2400" i="1">
                <a:latin typeface="Lora"/>
                <a:ea typeface="Lora"/>
                <a:cs typeface="Lora"/>
                <a:sym typeface="Lora"/>
              </a:defRPr>
            </a:lvl6pPr>
            <a:lvl7pPr marL="3200400" lvl="6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●"/>
              <a:defRPr sz="2400" i="1">
                <a:latin typeface="Lora"/>
                <a:ea typeface="Lora"/>
                <a:cs typeface="Lora"/>
                <a:sym typeface="Lora"/>
              </a:defRPr>
            </a:lvl7pPr>
            <a:lvl8pPr marL="3657600" lvl="7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○"/>
              <a:defRPr sz="2400" i="1">
                <a:latin typeface="Lora"/>
                <a:ea typeface="Lora"/>
                <a:cs typeface="Lora"/>
                <a:sym typeface="Lora"/>
              </a:defRPr>
            </a:lvl8pPr>
            <a:lvl9pPr marL="4114800" lvl="8" indent="-381000" algn="ctr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■"/>
              <a:defRPr sz="2400" i="1"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cxnSp>
        <p:nvCxnSpPr>
          <p:cNvPr id="22" name="Google Shape;22;p4"/>
          <p:cNvCxnSpPr/>
          <p:nvPr/>
        </p:nvCxnSpPr>
        <p:spPr>
          <a:xfrm>
            <a:off x="4584075" y="3676500"/>
            <a:ext cx="0" cy="14805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Google Shape;23;p4"/>
          <p:cNvSpPr/>
          <p:nvPr/>
        </p:nvSpPr>
        <p:spPr>
          <a:xfrm>
            <a:off x="4288500" y="3393000"/>
            <a:ext cx="567000" cy="567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4"/>
          <p:cNvSpPr txBox="1"/>
          <p:nvPr/>
        </p:nvSpPr>
        <p:spPr>
          <a:xfrm>
            <a:off x="3593400" y="3412652"/>
            <a:ext cx="19572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latin typeface="Lora"/>
                <a:ea typeface="Lora"/>
                <a:cs typeface="Lora"/>
                <a:sym typeface="Lora"/>
              </a:rPr>
              <a:t>“</a:t>
            </a:r>
            <a:endParaRPr sz="3600" b="1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oogle Shape;27;p5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rtl="0"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cxnSp>
        <p:nvCxnSpPr>
          <p:cNvPr id="31" name="Google Shape;31;p5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_AND_TWO_COLUMN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381250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SzPts val="2000"/>
              <a:buChar char="◉"/>
              <a:defRPr sz="20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5012916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SzPts val="2000"/>
              <a:buChar char="◉"/>
              <a:defRPr sz="20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cxnSp>
        <p:nvCxnSpPr>
          <p:cNvPr id="37" name="Google Shape;37;p6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" name="Google Shape;38;p6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9" name="Google Shape;39;p6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1"/>
          </p:nvPr>
        </p:nvSpPr>
        <p:spPr>
          <a:xfrm>
            <a:off x="1381250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2"/>
          </p:nvPr>
        </p:nvSpPr>
        <p:spPr>
          <a:xfrm>
            <a:off x="3834912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3"/>
          </p:nvPr>
        </p:nvSpPr>
        <p:spPr>
          <a:xfrm>
            <a:off x="6288573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cxnSp>
        <p:nvCxnSpPr>
          <p:cNvPr id="46" name="Google Shape;46;p7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" name="Google Shape;47;p7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8" name="Google Shape;48;p7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8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" name="Google Shape;53;p8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4" name="Google Shape;54;p8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" name="Google Shape;55;p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oogle Shape;62;p10"/>
          <p:cNvCxnSpPr/>
          <p:nvPr/>
        </p:nvCxnSpPr>
        <p:spPr>
          <a:xfrm>
            <a:off x="-6025" y="4513729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" name="Google Shape;63;p10"/>
          <p:cNvSpPr/>
          <p:nvPr/>
        </p:nvSpPr>
        <p:spPr>
          <a:xfrm>
            <a:off x="4293700" y="4235405"/>
            <a:ext cx="556500" cy="556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BLANK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Quattrocento Sans"/>
              <a:buChar char="◉"/>
              <a:defRPr sz="24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Quattrocento Sans"/>
              <a:buChar char="○"/>
              <a:defRPr sz="20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Quattrocento Sans"/>
              <a:buChar char="■"/>
              <a:defRPr sz="20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Quattrocento Sans"/>
              <a:buChar char="●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○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■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●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○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Char char="■"/>
              <a:defRPr sz="18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1381250" y="896549"/>
            <a:ext cx="68097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ora"/>
              <a:buNone/>
              <a:defRPr sz="2000" b="1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2pPr>
            <a:lvl3pPr lvl="2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3pPr>
            <a:lvl4pPr lvl="3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4pPr>
            <a:lvl5pPr lvl="4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5pPr>
            <a:lvl6pPr lvl="5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6pPr>
            <a:lvl7pPr lvl="6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7pPr>
            <a:lvl8pPr lvl="7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8pPr>
            <a:lvl9pPr lvl="8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6" r:id="rId8"/>
    <p:sldLayoutId id="2147483657" r:id="rId9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>
            <a:spLocks noGrp="1"/>
          </p:cNvSpPr>
          <p:nvPr>
            <p:ph type="ctrTitle"/>
          </p:nvPr>
        </p:nvSpPr>
        <p:spPr>
          <a:xfrm>
            <a:off x="996630" y="2003888"/>
            <a:ext cx="4523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  <a:highlight>
                  <a:srgbClr val="FFCD00"/>
                </a:highlight>
              </a:rPr>
              <a:t>About Git?</a:t>
            </a:r>
            <a:br>
              <a:rPr lang="en" dirty="0"/>
            </a:br>
            <a:endParaRPr dirty="0"/>
          </a:p>
        </p:txBody>
      </p:sp>
      <p:grpSp>
        <p:nvGrpSpPr>
          <p:cNvPr id="72" name="Google Shape;72;p12"/>
          <p:cNvGrpSpPr/>
          <p:nvPr/>
        </p:nvGrpSpPr>
        <p:grpSpPr>
          <a:xfrm>
            <a:off x="1299165" y="3511424"/>
            <a:ext cx="215966" cy="342399"/>
            <a:chOff x="6718575" y="2318625"/>
            <a:chExt cx="256950" cy="407375"/>
          </a:xfrm>
        </p:grpSpPr>
        <p:sp>
          <p:nvSpPr>
            <p:cNvPr id="73" name="Google Shape;73;p12"/>
            <p:cNvSpPr/>
            <p:nvPr/>
          </p:nvSpPr>
          <p:spPr>
            <a:xfrm>
              <a:off x="6795900" y="2673600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2"/>
                  </a:moveTo>
                  <a:lnTo>
                    <a:pt x="4092" y="1"/>
                  </a:lnTo>
                  <a:lnTo>
                    <a:pt x="0" y="1"/>
                  </a:lnTo>
                  <a:lnTo>
                    <a:pt x="0" y="902"/>
                  </a:lnTo>
                  <a:lnTo>
                    <a:pt x="4092" y="902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2"/>
            <p:cNvSpPr/>
            <p:nvPr/>
          </p:nvSpPr>
          <p:spPr>
            <a:xfrm>
              <a:off x="6795900" y="2650475"/>
              <a:ext cx="102300" cy="22550"/>
            </a:xfrm>
            <a:custGeom>
              <a:avLst/>
              <a:gdLst/>
              <a:ahLst/>
              <a:cxnLst/>
              <a:rect l="l" t="t" r="r" b="b"/>
              <a:pathLst>
                <a:path w="4092" h="902" fill="none" extrusionOk="0">
                  <a:moveTo>
                    <a:pt x="4092" y="901"/>
                  </a:moveTo>
                  <a:lnTo>
                    <a:pt x="4092" y="0"/>
                  </a:lnTo>
                  <a:lnTo>
                    <a:pt x="0" y="0"/>
                  </a:lnTo>
                  <a:lnTo>
                    <a:pt x="0" y="901"/>
                  </a:lnTo>
                  <a:lnTo>
                    <a:pt x="4092" y="901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2"/>
            <p:cNvSpPr/>
            <p:nvPr/>
          </p:nvSpPr>
          <p:spPr>
            <a:xfrm>
              <a:off x="6795900" y="2696125"/>
              <a:ext cx="102300" cy="29875"/>
            </a:xfrm>
            <a:custGeom>
              <a:avLst/>
              <a:gdLst/>
              <a:ahLst/>
              <a:cxnLst/>
              <a:rect l="l" t="t" r="r" b="b"/>
              <a:pathLst>
                <a:path w="4092" h="1195" fill="none" extrusionOk="0">
                  <a:moveTo>
                    <a:pt x="0" y="1"/>
                  </a:moveTo>
                  <a:lnTo>
                    <a:pt x="0" y="171"/>
                  </a:lnTo>
                  <a:lnTo>
                    <a:pt x="0" y="171"/>
                  </a:lnTo>
                  <a:lnTo>
                    <a:pt x="24" y="318"/>
                  </a:lnTo>
                  <a:lnTo>
                    <a:pt x="98" y="464"/>
                  </a:lnTo>
                  <a:lnTo>
                    <a:pt x="195" y="585"/>
                  </a:lnTo>
                  <a:lnTo>
                    <a:pt x="341" y="659"/>
                  </a:lnTo>
                  <a:lnTo>
                    <a:pt x="1875" y="1170"/>
                  </a:lnTo>
                  <a:lnTo>
                    <a:pt x="1875" y="1170"/>
                  </a:lnTo>
                  <a:lnTo>
                    <a:pt x="2046" y="1194"/>
                  </a:lnTo>
                  <a:lnTo>
                    <a:pt x="2046" y="1194"/>
                  </a:lnTo>
                  <a:lnTo>
                    <a:pt x="2216" y="1170"/>
                  </a:lnTo>
                  <a:lnTo>
                    <a:pt x="3751" y="659"/>
                  </a:lnTo>
                  <a:lnTo>
                    <a:pt x="3751" y="659"/>
                  </a:lnTo>
                  <a:lnTo>
                    <a:pt x="3897" y="585"/>
                  </a:lnTo>
                  <a:lnTo>
                    <a:pt x="3994" y="464"/>
                  </a:lnTo>
                  <a:lnTo>
                    <a:pt x="4067" y="318"/>
                  </a:lnTo>
                  <a:lnTo>
                    <a:pt x="4092" y="171"/>
                  </a:lnTo>
                  <a:lnTo>
                    <a:pt x="4092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2"/>
            <p:cNvSpPr/>
            <p:nvPr/>
          </p:nvSpPr>
          <p:spPr>
            <a:xfrm>
              <a:off x="67849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6674"/>
                  </a:moveTo>
                  <a:lnTo>
                    <a:pt x="1413" y="6674"/>
                  </a:lnTo>
                  <a:lnTo>
                    <a:pt x="585" y="2850"/>
                  </a:ln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2"/>
            <p:cNvSpPr/>
            <p:nvPr/>
          </p:nvSpPr>
          <p:spPr>
            <a:xfrm>
              <a:off x="6718575" y="2318625"/>
              <a:ext cx="256950" cy="307525"/>
            </a:xfrm>
            <a:custGeom>
              <a:avLst/>
              <a:gdLst/>
              <a:ahLst/>
              <a:cxnLst/>
              <a:rect l="l" t="t" r="r" b="b"/>
              <a:pathLst>
                <a:path w="10278" h="12301" fill="none" extrusionOk="0">
                  <a:moveTo>
                    <a:pt x="7185" y="12300"/>
                  </a:moveTo>
                  <a:lnTo>
                    <a:pt x="7185" y="12300"/>
                  </a:lnTo>
                  <a:lnTo>
                    <a:pt x="7307" y="11764"/>
                  </a:lnTo>
                  <a:lnTo>
                    <a:pt x="7477" y="11253"/>
                  </a:lnTo>
                  <a:lnTo>
                    <a:pt x="7672" y="10766"/>
                  </a:lnTo>
                  <a:lnTo>
                    <a:pt x="7891" y="10327"/>
                  </a:lnTo>
                  <a:lnTo>
                    <a:pt x="8135" y="9913"/>
                  </a:lnTo>
                  <a:lnTo>
                    <a:pt x="8378" y="9499"/>
                  </a:lnTo>
                  <a:lnTo>
                    <a:pt x="8914" y="8720"/>
                  </a:lnTo>
                  <a:lnTo>
                    <a:pt x="9182" y="8330"/>
                  </a:lnTo>
                  <a:lnTo>
                    <a:pt x="9425" y="7941"/>
                  </a:lnTo>
                  <a:lnTo>
                    <a:pt x="9645" y="7551"/>
                  </a:lnTo>
                  <a:lnTo>
                    <a:pt x="9864" y="7113"/>
                  </a:lnTo>
                  <a:lnTo>
                    <a:pt x="10034" y="6674"/>
                  </a:lnTo>
                  <a:lnTo>
                    <a:pt x="10156" y="6187"/>
                  </a:lnTo>
                  <a:lnTo>
                    <a:pt x="10229" y="5676"/>
                  </a:lnTo>
                  <a:lnTo>
                    <a:pt x="10253" y="5408"/>
                  </a:lnTo>
                  <a:lnTo>
                    <a:pt x="10278" y="5140"/>
                  </a:lnTo>
                  <a:lnTo>
                    <a:pt x="10278" y="5140"/>
                  </a:lnTo>
                  <a:lnTo>
                    <a:pt x="10229" y="4604"/>
                  </a:lnTo>
                  <a:lnTo>
                    <a:pt x="10156" y="4093"/>
                  </a:lnTo>
                  <a:lnTo>
                    <a:pt x="10034" y="3605"/>
                  </a:lnTo>
                  <a:lnTo>
                    <a:pt x="9864" y="3143"/>
                  </a:lnTo>
                  <a:lnTo>
                    <a:pt x="9645" y="2680"/>
                  </a:lnTo>
                  <a:lnTo>
                    <a:pt x="9401" y="2266"/>
                  </a:lnTo>
                  <a:lnTo>
                    <a:pt x="9084" y="1876"/>
                  </a:lnTo>
                  <a:lnTo>
                    <a:pt x="8768" y="1511"/>
                  </a:lnTo>
                  <a:lnTo>
                    <a:pt x="8402" y="1170"/>
                  </a:lnTo>
                  <a:lnTo>
                    <a:pt x="8013" y="878"/>
                  </a:lnTo>
                  <a:lnTo>
                    <a:pt x="7574" y="634"/>
                  </a:lnTo>
                  <a:lnTo>
                    <a:pt x="7136" y="415"/>
                  </a:lnTo>
                  <a:lnTo>
                    <a:pt x="6673" y="244"/>
                  </a:lnTo>
                  <a:lnTo>
                    <a:pt x="6162" y="98"/>
                  </a:lnTo>
                  <a:lnTo>
                    <a:pt x="5675" y="25"/>
                  </a:lnTo>
                  <a:lnTo>
                    <a:pt x="5139" y="1"/>
                  </a:lnTo>
                  <a:lnTo>
                    <a:pt x="5139" y="1"/>
                  </a:lnTo>
                  <a:lnTo>
                    <a:pt x="4603" y="25"/>
                  </a:lnTo>
                  <a:lnTo>
                    <a:pt x="4116" y="98"/>
                  </a:lnTo>
                  <a:lnTo>
                    <a:pt x="3605" y="244"/>
                  </a:lnTo>
                  <a:lnTo>
                    <a:pt x="3142" y="415"/>
                  </a:lnTo>
                  <a:lnTo>
                    <a:pt x="2703" y="634"/>
                  </a:lnTo>
                  <a:lnTo>
                    <a:pt x="2265" y="878"/>
                  </a:lnTo>
                  <a:lnTo>
                    <a:pt x="1875" y="1170"/>
                  </a:lnTo>
                  <a:lnTo>
                    <a:pt x="1510" y="1511"/>
                  </a:lnTo>
                  <a:lnTo>
                    <a:pt x="1193" y="1876"/>
                  </a:lnTo>
                  <a:lnTo>
                    <a:pt x="877" y="2266"/>
                  </a:lnTo>
                  <a:lnTo>
                    <a:pt x="633" y="2680"/>
                  </a:lnTo>
                  <a:lnTo>
                    <a:pt x="414" y="3143"/>
                  </a:lnTo>
                  <a:lnTo>
                    <a:pt x="244" y="3605"/>
                  </a:lnTo>
                  <a:lnTo>
                    <a:pt x="122" y="4093"/>
                  </a:lnTo>
                  <a:lnTo>
                    <a:pt x="49" y="4604"/>
                  </a:lnTo>
                  <a:lnTo>
                    <a:pt x="0" y="5140"/>
                  </a:lnTo>
                  <a:lnTo>
                    <a:pt x="0" y="5140"/>
                  </a:lnTo>
                  <a:lnTo>
                    <a:pt x="24" y="5408"/>
                  </a:lnTo>
                  <a:lnTo>
                    <a:pt x="49" y="5676"/>
                  </a:lnTo>
                  <a:lnTo>
                    <a:pt x="122" y="6187"/>
                  </a:lnTo>
                  <a:lnTo>
                    <a:pt x="244" y="6674"/>
                  </a:lnTo>
                  <a:lnTo>
                    <a:pt x="414" y="7113"/>
                  </a:lnTo>
                  <a:lnTo>
                    <a:pt x="633" y="7551"/>
                  </a:lnTo>
                  <a:lnTo>
                    <a:pt x="852" y="7941"/>
                  </a:lnTo>
                  <a:lnTo>
                    <a:pt x="1096" y="8330"/>
                  </a:lnTo>
                  <a:lnTo>
                    <a:pt x="1364" y="8720"/>
                  </a:lnTo>
                  <a:lnTo>
                    <a:pt x="1900" y="9499"/>
                  </a:lnTo>
                  <a:lnTo>
                    <a:pt x="2143" y="9913"/>
                  </a:lnTo>
                  <a:lnTo>
                    <a:pt x="2387" y="10327"/>
                  </a:lnTo>
                  <a:lnTo>
                    <a:pt x="2606" y="10766"/>
                  </a:lnTo>
                  <a:lnTo>
                    <a:pt x="2801" y="11253"/>
                  </a:lnTo>
                  <a:lnTo>
                    <a:pt x="2971" y="11764"/>
                  </a:lnTo>
                  <a:lnTo>
                    <a:pt x="3093" y="1230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2"/>
            <p:cNvSpPr/>
            <p:nvPr/>
          </p:nvSpPr>
          <p:spPr>
            <a:xfrm>
              <a:off x="6873825" y="2459275"/>
              <a:ext cx="35350" cy="166875"/>
            </a:xfrm>
            <a:custGeom>
              <a:avLst/>
              <a:gdLst/>
              <a:ahLst/>
              <a:cxnLst/>
              <a:rect l="l" t="t" r="r" b="b"/>
              <a:pathLst>
                <a:path w="1414" h="6675" fill="none" extrusionOk="0">
                  <a:moveTo>
                    <a:pt x="1413" y="1"/>
                  </a:moveTo>
                  <a:lnTo>
                    <a:pt x="1413" y="1"/>
                  </a:lnTo>
                  <a:lnTo>
                    <a:pt x="829" y="2850"/>
                  </a:lnTo>
                  <a:lnTo>
                    <a:pt x="1" y="6674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6801975" y="2453200"/>
              <a:ext cx="90150" cy="19500"/>
            </a:xfrm>
            <a:custGeom>
              <a:avLst/>
              <a:gdLst/>
              <a:ahLst/>
              <a:cxnLst/>
              <a:rect l="l" t="t" r="r" b="b"/>
              <a:pathLst>
                <a:path w="3606" h="780" fill="none" extrusionOk="0">
                  <a:moveTo>
                    <a:pt x="1" y="73"/>
                  </a:moveTo>
                  <a:lnTo>
                    <a:pt x="829" y="780"/>
                  </a:lnTo>
                  <a:lnTo>
                    <a:pt x="1657" y="73"/>
                  </a:lnTo>
                  <a:lnTo>
                    <a:pt x="1657" y="73"/>
                  </a:lnTo>
                  <a:lnTo>
                    <a:pt x="1730" y="25"/>
                  </a:lnTo>
                  <a:lnTo>
                    <a:pt x="1803" y="0"/>
                  </a:lnTo>
                  <a:lnTo>
                    <a:pt x="1876" y="25"/>
                  </a:lnTo>
                  <a:lnTo>
                    <a:pt x="1949" y="73"/>
                  </a:lnTo>
                  <a:lnTo>
                    <a:pt x="2777" y="780"/>
                  </a:lnTo>
                  <a:lnTo>
                    <a:pt x="3605" y="7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6795900" y="2628550"/>
              <a:ext cx="102300" cy="25"/>
            </a:xfrm>
            <a:custGeom>
              <a:avLst/>
              <a:gdLst/>
              <a:ahLst/>
              <a:cxnLst/>
              <a:rect l="l" t="t" r="r" b="b"/>
              <a:pathLst>
                <a:path w="4092" h="1" fill="none" extrusionOk="0">
                  <a:moveTo>
                    <a:pt x="0" y="1"/>
                  </a:moveTo>
                  <a:lnTo>
                    <a:pt x="4092" y="1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" name="Google Shape;71;p12">
            <a:extLst>
              <a:ext uri="{FF2B5EF4-FFF2-40B4-BE49-F238E27FC236}">
                <a16:creationId xmlns:a16="http://schemas.microsoft.com/office/drawing/2014/main" id="{040CB9AA-01C0-4AFC-BEDA-1D39B1B0C76A}"/>
              </a:ext>
            </a:extLst>
          </p:cNvPr>
          <p:cNvSpPr txBox="1">
            <a:spLocks/>
          </p:cNvSpPr>
          <p:nvPr/>
        </p:nvSpPr>
        <p:spPr>
          <a:xfrm>
            <a:off x="7603610" y="3640661"/>
            <a:ext cx="968883" cy="4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ora"/>
              <a:buNone/>
              <a:defRPr sz="3600" b="1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r>
              <a:rPr lang="en-US" sz="1200" dirty="0">
                <a:solidFill>
                  <a:schemeClr val="tx1"/>
                </a:solidFill>
              </a:rPr>
              <a:t>By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highlight>
                  <a:srgbClr val="FFCD00"/>
                </a:highlight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정채원</a:t>
            </a:r>
            <a:endParaRPr lang="en-US" sz="1200" dirty="0">
              <a:highlight>
                <a:srgbClr val="FFCD00"/>
              </a:highlight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C8238271-2597-461E-A01B-6C442A96CF77}"/>
              </a:ext>
            </a:extLst>
          </p:cNvPr>
          <p:cNvSpPr/>
          <p:nvPr/>
        </p:nvSpPr>
        <p:spPr>
          <a:xfrm>
            <a:off x="5785169" y="3254662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5650" y="4163500"/>
            <a:ext cx="9144000" cy="979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Contents</a:t>
            </a:r>
            <a:endParaRPr dirty="0"/>
          </a:p>
        </p:txBody>
      </p:sp>
      <p:grpSp>
        <p:nvGrpSpPr>
          <p:cNvPr id="87" name="Google Shape;87;p13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88" name="Google Shape;88;p13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3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3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3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1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37250E2E-E6A6-4B81-A4B3-2F8A7A4EC7A8}"/>
              </a:ext>
            </a:extLst>
          </p:cNvPr>
          <p:cNvSpPr/>
          <p:nvPr/>
        </p:nvSpPr>
        <p:spPr>
          <a:xfrm>
            <a:off x="5771001" y="1487753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36D0E46-283A-41D5-9C75-3D6C1700C1A7}"/>
              </a:ext>
            </a:extLst>
          </p:cNvPr>
          <p:cNvSpPr/>
          <p:nvPr/>
        </p:nvSpPr>
        <p:spPr>
          <a:xfrm>
            <a:off x="5779349" y="1936337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BDCCCBA0-EFC7-4A9A-BB3F-D7D3F24D550C}"/>
              </a:ext>
            </a:extLst>
          </p:cNvPr>
          <p:cNvSpPr/>
          <p:nvPr/>
        </p:nvSpPr>
        <p:spPr>
          <a:xfrm>
            <a:off x="5779348" y="2368952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A4665F30-0374-4F9B-861F-FBF4FB6B4590}"/>
              </a:ext>
            </a:extLst>
          </p:cNvPr>
          <p:cNvSpPr/>
          <p:nvPr/>
        </p:nvSpPr>
        <p:spPr>
          <a:xfrm>
            <a:off x="5787412" y="2813151"/>
            <a:ext cx="190949" cy="19094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1" name="Google Shape;92;p13">
            <a:extLst>
              <a:ext uri="{FF2B5EF4-FFF2-40B4-BE49-F238E27FC236}">
                <a16:creationId xmlns:a16="http://schemas.microsoft.com/office/drawing/2014/main" id="{6D26F28A-B15D-430C-9B4B-1710EFDB0DE0}"/>
              </a:ext>
            </a:extLst>
          </p:cNvPr>
          <p:cNvSpPr txBox="1"/>
          <p:nvPr/>
        </p:nvSpPr>
        <p:spPr>
          <a:xfrm>
            <a:off x="5750829" y="1187333"/>
            <a:ext cx="3226800" cy="24274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r>
              <a:rPr lang="en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     </a:t>
            </a:r>
            <a:r>
              <a:rPr lang="en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이란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?</a:t>
            </a:r>
            <a:endParaRPr lang="en-US" altLang="ko-KR" sz="12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    </a:t>
            </a:r>
            <a:r>
              <a:rPr 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왜 쓰는가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?</a:t>
            </a:r>
          </a:p>
          <a:p>
            <a:pPr lvl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3     </a:t>
            </a:r>
            <a:r>
              <a:rPr 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원리 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&amp;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사용방법</a:t>
            </a:r>
            <a:endParaRPr lang="en-US" altLang="ko-KR" sz="16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lvl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lang="en-US" altLang="ko-KR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r>
              <a:rPr lang="en-US" altLang="ko-KR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    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전망</a:t>
            </a:r>
          </a:p>
          <a:p>
            <a:pPr marL="0" lvl="0" indent="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ko-KR" sz="1200" b="1" dirty="0">
                <a:latin typeface="Quattrocento Sans"/>
                <a:ea typeface="Quattrocento Sans"/>
                <a:cs typeface="Quattrocento Sans"/>
                <a:sym typeface="Quattrocento Sans"/>
              </a:rPr>
              <a:t>5     </a:t>
            </a:r>
            <a:r>
              <a:rPr lang="ko-KR" altLang="en-US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교육 과정에서의 </a:t>
            </a:r>
            <a:r>
              <a:rPr lang="en-US" altLang="ko-KR" sz="1600" b="1" dirty="0">
                <a:latin typeface="Quattrocento Sans"/>
                <a:ea typeface="Quattrocento Sans"/>
                <a:cs typeface="Quattrocento Sans"/>
                <a:sym typeface="Quattrocento Sans"/>
              </a:rPr>
              <a:t>Git</a:t>
            </a:r>
            <a:endParaRPr lang="en-US" altLang="ko-KR" sz="12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이란</a:t>
            </a:r>
            <a:r>
              <a:rPr lang="en-US" altLang="ko-KR" dirty="0"/>
              <a:t>?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1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6" name="Google Shape;111;p15">
            <a:extLst>
              <a:ext uri="{FF2B5EF4-FFF2-40B4-BE49-F238E27FC236}">
                <a16:creationId xmlns:a16="http://schemas.microsoft.com/office/drawing/2014/main" id="{D3CF6884-8479-49EA-9C75-703AFED5FA9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역할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dirty="0"/>
              <a:t>업무파일 어떻게 작성하시나요</a:t>
            </a:r>
            <a:r>
              <a:rPr lang="en-US" altLang="ko-KR" dirty="0"/>
              <a:t>?</a:t>
            </a: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ko-KR" dirty="0"/>
          </a:p>
        </p:txBody>
      </p:sp>
      <p:sp>
        <p:nvSpPr>
          <p:cNvPr id="119" name="Google Shape;119;p16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업무파일 어떻게 </a:t>
            </a:r>
            <a:r>
              <a:rPr lang="ko-KR" altLang="en-US" dirty="0">
                <a:highlight>
                  <a:srgbClr val="FFCD00"/>
                </a:highlight>
              </a:rPr>
              <a:t>작성</a:t>
            </a:r>
            <a:r>
              <a:rPr lang="ko-KR" altLang="en-US" dirty="0"/>
              <a:t>하시나요</a:t>
            </a:r>
            <a:r>
              <a:rPr lang="en-US" altLang="ko-KR" dirty="0"/>
              <a:t>?</a:t>
            </a:r>
            <a:endParaRPr dirty="0">
              <a:highlight>
                <a:schemeClr val="accent1"/>
              </a:highlight>
            </a:endParaRPr>
          </a:p>
        </p:txBody>
      </p:sp>
      <p:grpSp>
        <p:nvGrpSpPr>
          <p:cNvPr id="126" name="Google Shape;126;p17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27" name="Google Shape;127;p17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7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7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2FAEEE9-8D0E-4D17-A90F-EB25FF0463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886" y="1807432"/>
            <a:ext cx="2170646" cy="217064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8729FC6-9A03-4889-B8F3-D97B43E547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9648" y="1420815"/>
            <a:ext cx="937652" cy="93765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D718551-10A0-444F-83C0-34975D2771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914" y="2423928"/>
            <a:ext cx="937654" cy="9376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72B1DD8-D461-4B9E-94C3-7AFD0625E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9646" y="3516145"/>
            <a:ext cx="937654" cy="937654"/>
          </a:xfrm>
          <a:prstGeom prst="rect">
            <a:avLst/>
          </a:prstGeom>
        </p:spPr>
      </p:pic>
      <p:cxnSp>
        <p:nvCxnSpPr>
          <p:cNvPr id="19" name="Google Shape;138;p18">
            <a:extLst>
              <a:ext uri="{FF2B5EF4-FFF2-40B4-BE49-F238E27FC236}">
                <a16:creationId xmlns:a16="http://schemas.microsoft.com/office/drawing/2014/main" id="{0C7F8BFD-8201-45AF-8491-3AF9F2C45B2C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4018532" y="1889641"/>
            <a:ext cx="1241116" cy="1003114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138;p18">
            <a:extLst>
              <a:ext uri="{FF2B5EF4-FFF2-40B4-BE49-F238E27FC236}">
                <a16:creationId xmlns:a16="http://schemas.microsoft.com/office/drawing/2014/main" id="{3C6F2529-F875-4205-89F3-5381D2E2C546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018532" y="2892755"/>
            <a:ext cx="2276382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" name="Google Shape;138;p18">
            <a:extLst>
              <a:ext uri="{FF2B5EF4-FFF2-40B4-BE49-F238E27FC236}">
                <a16:creationId xmlns:a16="http://schemas.microsoft.com/office/drawing/2014/main" id="{DE2A6CFF-A7B0-4EE9-B311-722E3B6C027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018532" y="2892755"/>
            <a:ext cx="1241114" cy="1092217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39688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dirty="0"/>
              <a:t>업무 공유 어떻게 하시나요</a:t>
            </a:r>
            <a:r>
              <a:rPr lang="en-US" altLang="ko-KR" dirty="0"/>
              <a:t>?</a:t>
            </a: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endParaRPr lang="ko-KR" altLang="en-US" dirty="0"/>
          </a:p>
        </p:txBody>
      </p:sp>
      <p:sp>
        <p:nvSpPr>
          <p:cNvPr id="119" name="Google Shape;119;p16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8590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업무 </a:t>
            </a:r>
            <a:r>
              <a:rPr lang="ko-KR" altLang="en-US" dirty="0">
                <a:highlight>
                  <a:srgbClr val="FFCD00"/>
                </a:highlight>
              </a:rPr>
              <a:t>공유</a:t>
            </a:r>
            <a:r>
              <a:rPr lang="ko-KR" altLang="en-US" dirty="0"/>
              <a:t> 어떻게 하시나요</a:t>
            </a:r>
            <a:r>
              <a:rPr lang="en-US" altLang="ko-KR" dirty="0"/>
              <a:t>?</a:t>
            </a:r>
            <a:endParaRPr dirty="0">
              <a:highlight>
                <a:schemeClr val="accent1"/>
              </a:highlight>
            </a:endParaRPr>
          </a:p>
        </p:txBody>
      </p:sp>
      <p:grpSp>
        <p:nvGrpSpPr>
          <p:cNvPr id="126" name="Google Shape;126;p17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27" name="Google Shape;127;p17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7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7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2BC8182-D534-4AE2-8F40-92AC384AC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3564" y="2400300"/>
            <a:ext cx="901768" cy="90176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67885F8-F75E-4E95-AFAC-FDF143B076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935810" y="2246775"/>
            <a:ext cx="1066495" cy="106649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1F8B51D-25BF-420E-BDC9-91419164B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935" y="2267656"/>
            <a:ext cx="984278" cy="98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722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 txBox="1">
            <a:spLocks noGrp="1"/>
          </p:cNvSpPr>
          <p:nvPr>
            <p:ph type="ctrTitle" idx="4294967295"/>
          </p:nvPr>
        </p:nvSpPr>
        <p:spPr>
          <a:xfrm>
            <a:off x="1951575" y="2878750"/>
            <a:ext cx="5241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highlight>
                  <a:schemeClr val="accent1"/>
                </a:highlight>
              </a:rPr>
              <a:t>Big concept</a:t>
            </a:r>
            <a:endParaRPr sz="4800">
              <a:highlight>
                <a:schemeClr val="accent1"/>
              </a:highlight>
            </a:endParaRPr>
          </a:p>
        </p:txBody>
      </p:sp>
      <p:cxnSp>
        <p:nvCxnSpPr>
          <p:cNvPr id="138" name="Google Shape;138;p18"/>
          <p:cNvCxnSpPr/>
          <p:nvPr/>
        </p:nvCxnSpPr>
        <p:spPr>
          <a:xfrm>
            <a:off x="-6025" y="1668728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" name="Google Shape;139;p18"/>
          <p:cNvSpPr/>
          <p:nvPr/>
        </p:nvSpPr>
        <p:spPr>
          <a:xfrm>
            <a:off x="3470200" y="566931"/>
            <a:ext cx="2203500" cy="2203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0" name="Google Shape;140;p18"/>
          <p:cNvGrpSpPr/>
          <p:nvPr/>
        </p:nvGrpSpPr>
        <p:grpSpPr>
          <a:xfrm>
            <a:off x="4184367" y="854983"/>
            <a:ext cx="1035173" cy="1035155"/>
            <a:chOff x="6643075" y="3664250"/>
            <a:chExt cx="407950" cy="407975"/>
          </a:xfrm>
        </p:grpSpPr>
        <p:sp>
          <p:nvSpPr>
            <p:cNvPr id="141" name="Google Shape;141;p18"/>
            <p:cNvSpPr/>
            <p:nvPr/>
          </p:nvSpPr>
          <p:spPr>
            <a:xfrm>
              <a:off x="6794075" y="3815250"/>
              <a:ext cx="211300" cy="211300"/>
            </a:xfrm>
            <a:custGeom>
              <a:avLst/>
              <a:gdLst/>
              <a:ahLst/>
              <a:cxnLst/>
              <a:rect l="l" t="t" r="r" b="b"/>
              <a:pathLst>
                <a:path w="8452" h="8452" fill="none" extrusionOk="0">
                  <a:moveTo>
                    <a:pt x="0" y="8135"/>
                  </a:moveTo>
                  <a:lnTo>
                    <a:pt x="0" y="8135"/>
                  </a:lnTo>
                  <a:lnTo>
                    <a:pt x="438" y="8257"/>
                  </a:lnTo>
                  <a:lnTo>
                    <a:pt x="852" y="8354"/>
                  </a:lnTo>
                  <a:lnTo>
                    <a:pt x="1291" y="8403"/>
                  </a:lnTo>
                  <a:lnTo>
                    <a:pt x="1729" y="8452"/>
                  </a:lnTo>
                  <a:lnTo>
                    <a:pt x="2168" y="8452"/>
                  </a:lnTo>
                  <a:lnTo>
                    <a:pt x="2606" y="8427"/>
                  </a:lnTo>
                  <a:lnTo>
                    <a:pt x="3020" y="8378"/>
                  </a:lnTo>
                  <a:lnTo>
                    <a:pt x="3458" y="8281"/>
                  </a:lnTo>
                  <a:lnTo>
                    <a:pt x="3872" y="8184"/>
                  </a:lnTo>
                  <a:lnTo>
                    <a:pt x="4311" y="8037"/>
                  </a:lnTo>
                  <a:lnTo>
                    <a:pt x="4701" y="7867"/>
                  </a:lnTo>
                  <a:lnTo>
                    <a:pt x="5115" y="7672"/>
                  </a:lnTo>
                  <a:lnTo>
                    <a:pt x="5504" y="7429"/>
                  </a:lnTo>
                  <a:lnTo>
                    <a:pt x="5870" y="7185"/>
                  </a:lnTo>
                  <a:lnTo>
                    <a:pt x="6235" y="6893"/>
                  </a:lnTo>
                  <a:lnTo>
                    <a:pt x="6576" y="6576"/>
                  </a:lnTo>
                  <a:lnTo>
                    <a:pt x="6576" y="6576"/>
                  </a:lnTo>
                  <a:lnTo>
                    <a:pt x="6892" y="6235"/>
                  </a:lnTo>
                  <a:lnTo>
                    <a:pt x="7185" y="5870"/>
                  </a:lnTo>
                  <a:lnTo>
                    <a:pt x="7428" y="5505"/>
                  </a:lnTo>
                  <a:lnTo>
                    <a:pt x="7672" y="5115"/>
                  </a:lnTo>
                  <a:lnTo>
                    <a:pt x="7867" y="4701"/>
                  </a:lnTo>
                  <a:lnTo>
                    <a:pt x="8037" y="4311"/>
                  </a:lnTo>
                  <a:lnTo>
                    <a:pt x="8183" y="3873"/>
                  </a:lnTo>
                  <a:lnTo>
                    <a:pt x="8281" y="3459"/>
                  </a:lnTo>
                  <a:lnTo>
                    <a:pt x="8378" y="3020"/>
                  </a:lnTo>
                  <a:lnTo>
                    <a:pt x="8427" y="2606"/>
                  </a:lnTo>
                  <a:lnTo>
                    <a:pt x="8451" y="2168"/>
                  </a:lnTo>
                  <a:lnTo>
                    <a:pt x="8451" y="1730"/>
                  </a:lnTo>
                  <a:lnTo>
                    <a:pt x="8402" y="1291"/>
                  </a:lnTo>
                  <a:lnTo>
                    <a:pt x="8354" y="853"/>
                  </a:lnTo>
                  <a:lnTo>
                    <a:pt x="8256" y="439"/>
                  </a:lnTo>
                  <a:lnTo>
                    <a:pt x="8135" y="0"/>
                  </a:lnTo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8"/>
            <p:cNvSpPr/>
            <p:nvPr/>
          </p:nvSpPr>
          <p:spPr>
            <a:xfrm>
              <a:off x="6643075" y="3664250"/>
              <a:ext cx="407950" cy="407975"/>
            </a:xfrm>
            <a:custGeom>
              <a:avLst/>
              <a:gdLst/>
              <a:ahLst/>
              <a:cxnLst/>
              <a:rect l="l" t="t" r="r" b="b"/>
              <a:pathLst>
                <a:path w="16318" h="16319" fill="none" extrusionOk="0">
                  <a:moveTo>
                    <a:pt x="16074" y="244"/>
                  </a:moveTo>
                  <a:lnTo>
                    <a:pt x="16074" y="244"/>
                  </a:lnTo>
                  <a:lnTo>
                    <a:pt x="15928" y="122"/>
                  </a:lnTo>
                  <a:lnTo>
                    <a:pt x="15758" y="49"/>
                  </a:lnTo>
                  <a:lnTo>
                    <a:pt x="15538" y="0"/>
                  </a:lnTo>
                  <a:lnTo>
                    <a:pt x="15319" y="0"/>
                  </a:lnTo>
                  <a:lnTo>
                    <a:pt x="15051" y="25"/>
                  </a:lnTo>
                  <a:lnTo>
                    <a:pt x="14759" y="73"/>
                  </a:lnTo>
                  <a:lnTo>
                    <a:pt x="14442" y="171"/>
                  </a:lnTo>
                  <a:lnTo>
                    <a:pt x="14102" y="293"/>
                  </a:lnTo>
                  <a:lnTo>
                    <a:pt x="13736" y="439"/>
                  </a:lnTo>
                  <a:lnTo>
                    <a:pt x="13347" y="609"/>
                  </a:lnTo>
                  <a:lnTo>
                    <a:pt x="12957" y="828"/>
                  </a:lnTo>
                  <a:lnTo>
                    <a:pt x="12543" y="1048"/>
                  </a:lnTo>
                  <a:lnTo>
                    <a:pt x="11666" y="1608"/>
                  </a:lnTo>
                  <a:lnTo>
                    <a:pt x="10716" y="2265"/>
                  </a:lnTo>
                  <a:lnTo>
                    <a:pt x="10716" y="2265"/>
                  </a:lnTo>
                  <a:lnTo>
                    <a:pt x="10278" y="2095"/>
                  </a:lnTo>
                  <a:lnTo>
                    <a:pt x="9815" y="1949"/>
                  </a:lnTo>
                  <a:lnTo>
                    <a:pt x="9352" y="1851"/>
                  </a:lnTo>
                  <a:lnTo>
                    <a:pt x="8890" y="1778"/>
                  </a:lnTo>
                  <a:lnTo>
                    <a:pt x="8427" y="1730"/>
                  </a:lnTo>
                  <a:lnTo>
                    <a:pt x="7940" y="1730"/>
                  </a:lnTo>
                  <a:lnTo>
                    <a:pt x="7477" y="1778"/>
                  </a:lnTo>
                  <a:lnTo>
                    <a:pt x="7014" y="1827"/>
                  </a:lnTo>
                  <a:lnTo>
                    <a:pt x="6551" y="1924"/>
                  </a:lnTo>
                  <a:lnTo>
                    <a:pt x="6089" y="2070"/>
                  </a:lnTo>
                  <a:lnTo>
                    <a:pt x="5650" y="2241"/>
                  </a:lnTo>
                  <a:lnTo>
                    <a:pt x="5212" y="2436"/>
                  </a:lnTo>
                  <a:lnTo>
                    <a:pt x="4774" y="2679"/>
                  </a:lnTo>
                  <a:lnTo>
                    <a:pt x="4384" y="2972"/>
                  </a:lnTo>
                  <a:lnTo>
                    <a:pt x="3994" y="3264"/>
                  </a:lnTo>
                  <a:lnTo>
                    <a:pt x="3605" y="3605"/>
                  </a:lnTo>
                  <a:lnTo>
                    <a:pt x="3605" y="3605"/>
                  </a:lnTo>
                  <a:lnTo>
                    <a:pt x="3264" y="3995"/>
                  </a:lnTo>
                  <a:lnTo>
                    <a:pt x="2971" y="4384"/>
                  </a:lnTo>
                  <a:lnTo>
                    <a:pt x="2679" y="4774"/>
                  </a:lnTo>
                  <a:lnTo>
                    <a:pt x="2436" y="5212"/>
                  </a:lnTo>
                  <a:lnTo>
                    <a:pt x="2241" y="5651"/>
                  </a:lnTo>
                  <a:lnTo>
                    <a:pt x="2070" y="6089"/>
                  </a:lnTo>
                  <a:lnTo>
                    <a:pt x="1924" y="6552"/>
                  </a:lnTo>
                  <a:lnTo>
                    <a:pt x="1827" y="7015"/>
                  </a:lnTo>
                  <a:lnTo>
                    <a:pt x="1778" y="7477"/>
                  </a:lnTo>
                  <a:lnTo>
                    <a:pt x="1729" y="7940"/>
                  </a:lnTo>
                  <a:lnTo>
                    <a:pt x="1729" y="8427"/>
                  </a:lnTo>
                  <a:lnTo>
                    <a:pt x="1778" y="8890"/>
                  </a:lnTo>
                  <a:lnTo>
                    <a:pt x="1851" y="9353"/>
                  </a:lnTo>
                  <a:lnTo>
                    <a:pt x="1948" y="9815"/>
                  </a:lnTo>
                  <a:lnTo>
                    <a:pt x="2095" y="10278"/>
                  </a:lnTo>
                  <a:lnTo>
                    <a:pt x="2265" y="10716"/>
                  </a:lnTo>
                  <a:lnTo>
                    <a:pt x="2265" y="10716"/>
                  </a:lnTo>
                  <a:lnTo>
                    <a:pt x="1607" y="11666"/>
                  </a:lnTo>
                  <a:lnTo>
                    <a:pt x="1047" y="12543"/>
                  </a:lnTo>
                  <a:lnTo>
                    <a:pt x="828" y="12957"/>
                  </a:lnTo>
                  <a:lnTo>
                    <a:pt x="609" y="13347"/>
                  </a:lnTo>
                  <a:lnTo>
                    <a:pt x="438" y="13737"/>
                  </a:lnTo>
                  <a:lnTo>
                    <a:pt x="292" y="14102"/>
                  </a:lnTo>
                  <a:lnTo>
                    <a:pt x="170" y="14443"/>
                  </a:lnTo>
                  <a:lnTo>
                    <a:pt x="73" y="14759"/>
                  </a:lnTo>
                  <a:lnTo>
                    <a:pt x="24" y="15052"/>
                  </a:lnTo>
                  <a:lnTo>
                    <a:pt x="0" y="15320"/>
                  </a:lnTo>
                  <a:lnTo>
                    <a:pt x="0" y="15539"/>
                  </a:lnTo>
                  <a:lnTo>
                    <a:pt x="49" y="15758"/>
                  </a:lnTo>
                  <a:lnTo>
                    <a:pt x="122" y="15928"/>
                  </a:lnTo>
                  <a:lnTo>
                    <a:pt x="244" y="16075"/>
                  </a:lnTo>
                  <a:lnTo>
                    <a:pt x="244" y="16075"/>
                  </a:lnTo>
                  <a:lnTo>
                    <a:pt x="341" y="16172"/>
                  </a:lnTo>
                  <a:lnTo>
                    <a:pt x="487" y="16245"/>
                  </a:lnTo>
                  <a:lnTo>
                    <a:pt x="633" y="16294"/>
                  </a:lnTo>
                  <a:lnTo>
                    <a:pt x="804" y="16318"/>
                  </a:lnTo>
                  <a:lnTo>
                    <a:pt x="974" y="16318"/>
                  </a:lnTo>
                  <a:lnTo>
                    <a:pt x="1169" y="16318"/>
                  </a:lnTo>
                  <a:lnTo>
                    <a:pt x="1388" y="16269"/>
                  </a:lnTo>
                  <a:lnTo>
                    <a:pt x="1632" y="16221"/>
                  </a:lnTo>
                  <a:lnTo>
                    <a:pt x="2143" y="16075"/>
                  </a:lnTo>
                  <a:lnTo>
                    <a:pt x="2703" y="15831"/>
                  </a:lnTo>
                  <a:lnTo>
                    <a:pt x="3312" y="15539"/>
                  </a:lnTo>
                  <a:lnTo>
                    <a:pt x="3946" y="15149"/>
                  </a:lnTo>
                  <a:lnTo>
                    <a:pt x="4652" y="14711"/>
                  </a:lnTo>
                  <a:lnTo>
                    <a:pt x="5358" y="14224"/>
                  </a:lnTo>
                  <a:lnTo>
                    <a:pt x="6113" y="13663"/>
                  </a:lnTo>
                  <a:lnTo>
                    <a:pt x="6892" y="13055"/>
                  </a:lnTo>
                  <a:lnTo>
                    <a:pt x="7696" y="12397"/>
                  </a:lnTo>
                  <a:lnTo>
                    <a:pt x="8500" y="11691"/>
                  </a:lnTo>
                  <a:lnTo>
                    <a:pt x="9304" y="10936"/>
                  </a:lnTo>
                  <a:lnTo>
                    <a:pt x="10132" y="10132"/>
                  </a:lnTo>
                  <a:lnTo>
                    <a:pt x="10132" y="10132"/>
                  </a:lnTo>
                  <a:lnTo>
                    <a:pt x="10935" y="9304"/>
                  </a:lnTo>
                  <a:lnTo>
                    <a:pt x="11690" y="8500"/>
                  </a:lnTo>
                  <a:lnTo>
                    <a:pt x="12397" y="7696"/>
                  </a:lnTo>
                  <a:lnTo>
                    <a:pt x="13054" y="6893"/>
                  </a:lnTo>
                  <a:lnTo>
                    <a:pt x="13663" y="6113"/>
                  </a:lnTo>
                  <a:lnTo>
                    <a:pt x="14223" y="5358"/>
                  </a:lnTo>
                  <a:lnTo>
                    <a:pt x="14710" y="4652"/>
                  </a:lnTo>
                  <a:lnTo>
                    <a:pt x="15149" y="3946"/>
                  </a:lnTo>
                  <a:lnTo>
                    <a:pt x="15538" y="3313"/>
                  </a:lnTo>
                  <a:lnTo>
                    <a:pt x="15831" y="2704"/>
                  </a:lnTo>
                  <a:lnTo>
                    <a:pt x="16074" y="2144"/>
                  </a:lnTo>
                  <a:lnTo>
                    <a:pt x="16220" y="1632"/>
                  </a:lnTo>
                  <a:lnTo>
                    <a:pt x="16269" y="1389"/>
                  </a:lnTo>
                  <a:lnTo>
                    <a:pt x="16318" y="1169"/>
                  </a:lnTo>
                  <a:lnTo>
                    <a:pt x="16318" y="975"/>
                  </a:lnTo>
                  <a:lnTo>
                    <a:pt x="16318" y="804"/>
                  </a:lnTo>
                  <a:lnTo>
                    <a:pt x="16293" y="634"/>
                  </a:lnTo>
                  <a:lnTo>
                    <a:pt x="16245" y="487"/>
                  </a:lnTo>
                  <a:lnTo>
                    <a:pt x="16172" y="341"/>
                  </a:lnTo>
                  <a:lnTo>
                    <a:pt x="16074" y="244"/>
                  </a:lnTo>
                  <a:lnTo>
                    <a:pt x="16074" y="244"/>
                  </a:lnTo>
                  <a:close/>
                  <a:moveTo>
                    <a:pt x="1827" y="13810"/>
                  </a:moveTo>
                  <a:lnTo>
                    <a:pt x="1827" y="13810"/>
                  </a:lnTo>
                  <a:lnTo>
                    <a:pt x="1754" y="13737"/>
                  </a:lnTo>
                  <a:lnTo>
                    <a:pt x="1729" y="13639"/>
                  </a:lnTo>
                  <a:lnTo>
                    <a:pt x="1681" y="13542"/>
                  </a:lnTo>
                  <a:lnTo>
                    <a:pt x="1681" y="13444"/>
                  </a:lnTo>
                  <a:lnTo>
                    <a:pt x="1681" y="13176"/>
                  </a:lnTo>
                  <a:lnTo>
                    <a:pt x="1754" y="12884"/>
                  </a:lnTo>
                  <a:lnTo>
                    <a:pt x="1875" y="12519"/>
                  </a:lnTo>
                  <a:lnTo>
                    <a:pt x="2046" y="12153"/>
                  </a:lnTo>
                  <a:lnTo>
                    <a:pt x="2265" y="11715"/>
                  </a:lnTo>
                  <a:lnTo>
                    <a:pt x="2533" y="11277"/>
                  </a:lnTo>
                  <a:lnTo>
                    <a:pt x="2533" y="11277"/>
                  </a:lnTo>
                  <a:lnTo>
                    <a:pt x="2752" y="11642"/>
                  </a:lnTo>
                  <a:lnTo>
                    <a:pt x="3020" y="12007"/>
                  </a:lnTo>
                  <a:lnTo>
                    <a:pt x="3288" y="12373"/>
                  </a:lnTo>
                  <a:lnTo>
                    <a:pt x="3605" y="12714"/>
                  </a:lnTo>
                  <a:lnTo>
                    <a:pt x="3605" y="12714"/>
                  </a:lnTo>
                  <a:lnTo>
                    <a:pt x="3897" y="12957"/>
                  </a:lnTo>
                  <a:lnTo>
                    <a:pt x="4165" y="13201"/>
                  </a:lnTo>
                  <a:lnTo>
                    <a:pt x="4165" y="13201"/>
                  </a:lnTo>
                  <a:lnTo>
                    <a:pt x="3751" y="13444"/>
                  </a:lnTo>
                  <a:lnTo>
                    <a:pt x="3361" y="13639"/>
                  </a:lnTo>
                  <a:lnTo>
                    <a:pt x="3020" y="13785"/>
                  </a:lnTo>
                  <a:lnTo>
                    <a:pt x="2679" y="13883"/>
                  </a:lnTo>
                  <a:lnTo>
                    <a:pt x="2411" y="13956"/>
                  </a:lnTo>
                  <a:lnTo>
                    <a:pt x="2168" y="13956"/>
                  </a:lnTo>
                  <a:lnTo>
                    <a:pt x="2070" y="13931"/>
                  </a:lnTo>
                  <a:lnTo>
                    <a:pt x="1973" y="13907"/>
                  </a:lnTo>
                  <a:lnTo>
                    <a:pt x="1900" y="13858"/>
                  </a:lnTo>
                  <a:lnTo>
                    <a:pt x="1827" y="13810"/>
                  </a:lnTo>
                  <a:lnTo>
                    <a:pt x="1827" y="13810"/>
                  </a:lnTo>
                  <a:close/>
                  <a:moveTo>
                    <a:pt x="8159" y="4482"/>
                  </a:moveTo>
                  <a:lnTo>
                    <a:pt x="8159" y="4482"/>
                  </a:lnTo>
                  <a:lnTo>
                    <a:pt x="8037" y="4482"/>
                  </a:lnTo>
                  <a:lnTo>
                    <a:pt x="7940" y="4433"/>
                  </a:lnTo>
                  <a:lnTo>
                    <a:pt x="7842" y="4384"/>
                  </a:lnTo>
                  <a:lnTo>
                    <a:pt x="7745" y="4311"/>
                  </a:lnTo>
                  <a:lnTo>
                    <a:pt x="7672" y="4238"/>
                  </a:lnTo>
                  <a:lnTo>
                    <a:pt x="7623" y="4141"/>
                  </a:lnTo>
                  <a:lnTo>
                    <a:pt x="7574" y="4019"/>
                  </a:lnTo>
                  <a:lnTo>
                    <a:pt x="7574" y="3897"/>
                  </a:lnTo>
                  <a:lnTo>
                    <a:pt x="7574" y="3897"/>
                  </a:lnTo>
                  <a:lnTo>
                    <a:pt x="7574" y="3775"/>
                  </a:lnTo>
                  <a:lnTo>
                    <a:pt x="7623" y="3678"/>
                  </a:lnTo>
                  <a:lnTo>
                    <a:pt x="7672" y="3580"/>
                  </a:lnTo>
                  <a:lnTo>
                    <a:pt x="7745" y="3483"/>
                  </a:lnTo>
                  <a:lnTo>
                    <a:pt x="7842" y="3410"/>
                  </a:lnTo>
                  <a:lnTo>
                    <a:pt x="7940" y="3361"/>
                  </a:lnTo>
                  <a:lnTo>
                    <a:pt x="8037" y="3337"/>
                  </a:lnTo>
                  <a:lnTo>
                    <a:pt x="8159" y="3313"/>
                  </a:lnTo>
                  <a:lnTo>
                    <a:pt x="8159" y="3313"/>
                  </a:lnTo>
                  <a:lnTo>
                    <a:pt x="8281" y="3337"/>
                  </a:lnTo>
                  <a:lnTo>
                    <a:pt x="8378" y="3361"/>
                  </a:lnTo>
                  <a:lnTo>
                    <a:pt x="8476" y="3410"/>
                  </a:lnTo>
                  <a:lnTo>
                    <a:pt x="8573" y="3483"/>
                  </a:lnTo>
                  <a:lnTo>
                    <a:pt x="8646" y="3580"/>
                  </a:lnTo>
                  <a:lnTo>
                    <a:pt x="8695" y="3678"/>
                  </a:lnTo>
                  <a:lnTo>
                    <a:pt x="8743" y="3775"/>
                  </a:lnTo>
                  <a:lnTo>
                    <a:pt x="8743" y="3897"/>
                  </a:lnTo>
                  <a:lnTo>
                    <a:pt x="8743" y="3897"/>
                  </a:lnTo>
                  <a:lnTo>
                    <a:pt x="8743" y="4019"/>
                  </a:lnTo>
                  <a:lnTo>
                    <a:pt x="8695" y="4141"/>
                  </a:lnTo>
                  <a:lnTo>
                    <a:pt x="8646" y="4238"/>
                  </a:lnTo>
                  <a:lnTo>
                    <a:pt x="8573" y="4311"/>
                  </a:lnTo>
                  <a:lnTo>
                    <a:pt x="8476" y="4384"/>
                  </a:lnTo>
                  <a:lnTo>
                    <a:pt x="8378" y="4433"/>
                  </a:lnTo>
                  <a:lnTo>
                    <a:pt x="8281" y="4482"/>
                  </a:lnTo>
                  <a:lnTo>
                    <a:pt x="8159" y="4482"/>
                  </a:lnTo>
                  <a:lnTo>
                    <a:pt x="8159" y="4482"/>
                  </a:lnTo>
                  <a:close/>
                  <a:moveTo>
                    <a:pt x="9133" y="5943"/>
                  </a:moveTo>
                  <a:lnTo>
                    <a:pt x="9133" y="5943"/>
                  </a:lnTo>
                  <a:lnTo>
                    <a:pt x="9036" y="5943"/>
                  </a:lnTo>
                  <a:lnTo>
                    <a:pt x="8963" y="5919"/>
                  </a:lnTo>
                  <a:lnTo>
                    <a:pt x="8841" y="5846"/>
                  </a:lnTo>
                  <a:lnTo>
                    <a:pt x="8768" y="5724"/>
                  </a:lnTo>
                  <a:lnTo>
                    <a:pt x="8743" y="5651"/>
                  </a:lnTo>
                  <a:lnTo>
                    <a:pt x="8743" y="5553"/>
                  </a:lnTo>
                  <a:lnTo>
                    <a:pt x="8743" y="5553"/>
                  </a:lnTo>
                  <a:lnTo>
                    <a:pt x="8743" y="5480"/>
                  </a:lnTo>
                  <a:lnTo>
                    <a:pt x="8768" y="5407"/>
                  </a:lnTo>
                  <a:lnTo>
                    <a:pt x="8841" y="5285"/>
                  </a:lnTo>
                  <a:lnTo>
                    <a:pt x="8963" y="5212"/>
                  </a:lnTo>
                  <a:lnTo>
                    <a:pt x="9036" y="5188"/>
                  </a:lnTo>
                  <a:lnTo>
                    <a:pt x="9133" y="5164"/>
                  </a:lnTo>
                  <a:lnTo>
                    <a:pt x="9133" y="5164"/>
                  </a:lnTo>
                  <a:lnTo>
                    <a:pt x="9206" y="5188"/>
                  </a:lnTo>
                  <a:lnTo>
                    <a:pt x="9279" y="5212"/>
                  </a:lnTo>
                  <a:lnTo>
                    <a:pt x="9401" y="5285"/>
                  </a:lnTo>
                  <a:lnTo>
                    <a:pt x="9474" y="5407"/>
                  </a:lnTo>
                  <a:lnTo>
                    <a:pt x="9498" y="5480"/>
                  </a:lnTo>
                  <a:lnTo>
                    <a:pt x="9523" y="5553"/>
                  </a:lnTo>
                  <a:lnTo>
                    <a:pt x="9523" y="5553"/>
                  </a:lnTo>
                  <a:lnTo>
                    <a:pt x="9498" y="5651"/>
                  </a:lnTo>
                  <a:lnTo>
                    <a:pt x="9474" y="5724"/>
                  </a:lnTo>
                  <a:lnTo>
                    <a:pt x="9401" y="5846"/>
                  </a:lnTo>
                  <a:lnTo>
                    <a:pt x="9279" y="5919"/>
                  </a:lnTo>
                  <a:lnTo>
                    <a:pt x="9206" y="5943"/>
                  </a:lnTo>
                  <a:lnTo>
                    <a:pt x="9133" y="5943"/>
                  </a:lnTo>
                  <a:lnTo>
                    <a:pt x="9133" y="5943"/>
                  </a:lnTo>
                  <a:close/>
                  <a:moveTo>
                    <a:pt x="9986" y="4409"/>
                  </a:moveTo>
                  <a:lnTo>
                    <a:pt x="9986" y="4409"/>
                  </a:lnTo>
                  <a:lnTo>
                    <a:pt x="9888" y="4409"/>
                  </a:lnTo>
                  <a:lnTo>
                    <a:pt x="9815" y="4384"/>
                  </a:lnTo>
                  <a:lnTo>
                    <a:pt x="9693" y="4287"/>
                  </a:lnTo>
                  <a:lnTo>
                    <a:pt x="9620" y="4165"/>
                  </a:lnTo>
                  <a:lnTo>
                    <a:pt x="9596" y="4092"/>
                  </a:lnTo>
                  <a:lnTo>
                    <a:pt x="9596" y="4019"/>
                  </a:lnTo>
                  <a:lnTo>
                    <a:pt x="9596" y="4019"/>
                  </a:lnTo>
                  <a:lnTo>
                    <a:pt x="9596" y="3946"/>
                  </a:lnTo>
                  <a:lnTo>
                    <a:pt x="9620" y="3873"/>
                  </a:lnTo>
                  <a:lnTo>
                    <a:pt x="9693" y="3751"/>
                  </a:lnTo>
                  <a:lnTo>
                    <a:pt x="9815" y="3654"/>
                  </a:lnTo>
                  <a:lnTo>
                    <a:pt x="9888" y="3629"/>
                  </a:lnTo>
                  <a:lnTo>
                    <a:pt x="9986" y="3629"/>
                  </a:lnTo>
                  <a:lnTo>
                    <a:pt x="9986" y="3629"/>
                  </a:lnTo>
                  <a:lnTo>
                    <a:pt x="10059" y="3629"/>
                  </a:lnTo>
                  <a:lnTo>
                    <a:pt x="10132" y="3654"/>
                  </a:lnTo>
                  <a:lnTo>
                    <a:pt x="10253" y="3751"/>
                  </a:lnTo>
                  <a:lnTo>
                    <a:pt x="10327" y="3873"/>
                  </a:lnTo>
                  <a:lnTo>
                    <a:pt x="10351" y="3946"/>
                  </a:lnTo>
                  <a:lnTo>
                    <a:pt x="10375" y="4019"/>
                  </a:lnTo>
                  <a:lnTo>
                    <a:pt x="10375" y="4019"/>
                  </a:lnTo>
                  <a:lnTo>
                    <a:pt x="10351" y="4092"/>
                  </a:lnTo>
                  <a:lnTo>
                    <a:pt x="10327" y="4165"/>
                  </a:lnTo>
                  <a:lnTo>
                    <a:pt x="10253" y="4287"/>
                  </a:lnTo>
                  <a:lnTo>
                    <a:pt x="10132" y="4384"/>
                  </a:lnTo>
                  <a:lnTo>
                    <a:pt x="10059" y="4409"/>
                  </a:lnTo>
                  <a:lnTo>
                    <a:pt x="9986" y="4409"/>
                  </a:lnTo>
                  <a:lnTo>
                    <a:pt x="9986" y="4409"/>
                  </a:lnTo>
                  <a:close/>
                  <a:moveTo>
                    <a:pt x="13200" y="4165"/>
                  </a:moveTo>
                  <a:lnTo>
                    <a:pt x="13200" y="4165"/>
                  </a:lnTo>
                  <a:lnTo>
                    <a:pt x="12957" y="3897"/>
                  </a:lnTo>
                  <a:lnTo>
                    <a:pt x="12713" y="3605"/>
                  </a:lnTo>
                  <a:lnTo>
                    <a:pt x="12713" y="3605"/>
                  </a:lnTo>
                  <a:lnTo>
                    <a:pt x="12372" y="3288"/>
                  </a:lnTo>
                  <a:lnTo>
                    <a:pt x="12007" y="3020"/>
                  </a:lnTo>
                  <a:lnTo>
                    <a:pt x="11642" y="2752"/>
                  </a:lnTo>
                  <a:lnTo>
                    <a:pt x="11276" y="2533"/>
                  </a:lnTo>
                  <a:lnTo>
                    <a:pt x="11276" y="2533"/>
                  </a:lnTo>
                  <a:lnTo>
                    <a:pt x="11715" y="2265"/>
                  </a:lnTo>
                  <a:lnTo>
                    <a:pt x="12153" y="2046"/>
                  </a:lnTo>
                  <a:lnTo>
                    <a:pt x="12518" y="1876"/>
                  </a:lnTo>
                  <a:lnTo>
                    <a:pt x="12884" y="1754"/>
                  </a:lnTo>
                  <a:lnTo>
                    <a:pt x="13176" y="1681"/>
                  </a:lnTo>
                  <a:lnTo>
                    <a:pt x="13444" y="1681"/>
                  </a:lnTo>
                  <a:lnTo>
                    <a:pt x="13541" y="1681"/>
                  </a:lnTo>
                  <a:lnTo>
                    <a:pt x="13639" y="1730"/>
                  </a:lnTo>
                  <a:lnTo>
                    <a:pt x="13736" y="1754"/>
                  </a:lnTo>
                  <a:lnTo>
                    <a:pt x="13809" y="1827"/>
                  </a:lnTo>
                  <a:lnTo>
                    <a:pt x="13809" y="1827"/>
                  </a:lnTo>
                  <a:lnTo>
                    <a:pt x="13858" y="1900"/>
                  </a:lnTo>
                  <a:lnTo>
                    <a:pt x="13907" y="1973"/>
                  </a:lnTo>
                  <a:lnTo>
                    <a:pt x="13931" y="2070"/>
                  </a:lnTo>
                  <a:lnTo>
                    <a:pt x="13955" y="2168"/>
                  </a:lnTo>
                  <a:lnTo>
                    <a:pt x="13955" y="2411"/>
                  </a:lnTo>
                  <a:lnTo>
                    <a:pt x="13882" y="2679"/>
                  </a:lnTo>
                  <a:lnTo>
                    <a:pt x="13785" y="3020"/>
                  </a:lnTo>
                  <a:lnTo>
                    <a:pt x="13639" y="3361"/>
                  </a:lnTo>
                  <a:lnTo>
                    <a:pt x="13444" y="3751"/>
                  </a:lnTo>
                  <a:lnTo>
                    <a:pt x="13200" y="4165"/>
                  </a:lnTo>
                  <a:lnTo>
                    <a:pt x="13200" y="4165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" name="Google Shape;143;p18"/>
          <p:cNvGrpSpPr/>
          <p:nvPr/>
        </p:nvGrpSpPr>
        <p:grpSpPr>
          <a:xfrm rot="-587406">
            <a:off x="4123593" y="2025001"/>
            <a:ext cx="425594" cy="425570"/>
            <a:chOff x="576250" y="4319400"/>
            <a:chExt cx="442075" cy="442050"/>
          </a:xfrm>
        </p:grpSpPr>
        <p:sp>
          <p:nvSpPr>
            <p:cNvPr id="144" name="Google Shape;144;p18"/>
            <p:cNvSpPr/>
            <p:nvPr/>
          </p:nvSpPr>
          <p:spPr>
            <a:xfrm>
              <a:off x="576250" y="4319400"/>
              <a:ext cx="442075" cy="442050"/>
            </a:xfrm>
            <a:custGeom>
              <a:avLst/>
              <a:gdLst/>
              <a:ahLst/>
              <a:cxnLst/>
              <a:rect l="l" t="t" r="r" b="b"/>
              <a:pathLst>
                <a:path w="17683" h="17682" fill="none" extrusionOk="0">
                  <a:moveTo>
                    <a:pt x="11472" y="17292"/>
                  </a:moveTo>
                  <a:lnTo>
                    <a:pt x="11472" y="12153"/>
                  </a:lnTo>
                  <a:lnTo>
                    <a:pt x="16416" y="7209"/>
                  </a:lnTo>
                  <a:lnTo>
                    <a:pt x="16416" y="7209"/>
                  </a:lnTo>
                  <a:lnTo>
                    <a:pt x="16562" y="7063"/>
                  </a:lnTo>
                  <a:lnTo>
                    <a:pt x="16684" y="6868"/>
                  </a:lnTo>
                  <a:lnTo>
                    <a:pt x="16830" y="6674"/>
                  </a:lnTo>
                  <a:lnTo>
                    <a:pt x="16927" y="6479"/>
                  </a:lnTo>
                  <a:lnTo>
                    <a:pt x="17146" y="6040"/>
                  </a:lnTo>
                  <a:lnTo>
                    <a:pt x="17317" y="5553"/>
                  </a:lnTo>
                  <a:lnTo>
                    <a:pt x="17439" y="5042"/>
                  </a:lnTo>
                  <a:lnTo>
                    <a:pt x="17560" y="4506"/>
                  </a:lnTo>
                  <a:lnTo>
                    <a:pt x="17633" y="3970"/>
                  </a:lnTo>
                  <a:lnTo>
                    <a:pt x="17658" y="3434"/>
                  </a:lnTo>
                  <a:lnTo>
                    <a:pt x="17682" y="2898"/>
                  </a:lnTo>
                  <a:lnTo>
                    <a:pt x="17682" y="2411"/>
                  </a:lnTo>
                  <a:lnTo>
                    <a:pt x="17658" y="1949"/>
                  </a:lnTo>
                  <a:lnTo>
                    <a:pt x="17609" y="1510"/>
                  </a:lnTo>
                  <a:lnTo>
                    <a:pt x="17536" y="1145"/>
                  </a:lnTo>
                  <a:lnTo>
                    <a:pt x="17463" y="828"/>
                  </a:lnTo>
                  <a:lnTo>
                    <a:pt x="17366" y="585"/>
                  </a:lnTo>
                  <a:lnTo>
                    <a:pt x="17292" y="487"/>
                  </a:lnTo>
                  <a:lnTo>
                    <a:pt x="17244" y="439"/>
                  </a:lnTo>
                  <a:lnTo>
                    <a:pt x="17244" y="439"/>
                  </a:lnTo>
                  <a:lnTo>
                    <a:pt x="17195" y="390"/>
                  </a:lnTo>
                  <a:lnTo>
                    <a:pt x="17098" y="317"/>
                  </a:lnTo>
                  <a:lnTo>
                    <a:pt x="16854" y="219"/>
                  </a:lnTo>
                  <a:lnTo>
                    <a:pt x="16537" y="146"/>
                  </a:lnTo>
                  <a:lnTo>
                    <a:pt x="16172" y="73"/>
                  </a:lnTo>
                  <a:lnTo>
                    <a:pt x="15734" y="25"/>
                  </a:lnTo>
                  <a:lnTo>
                    <a:pt x="15271" y="0"/>
                  </a:lnTo>
                  <a:lnTo>
                    <a:pt x="14784" y="0"/>
                  </a:lnTo>
                  <a:lnTo>
                    <a:pt x="14248" y="25"/>
                  </a:lnTo>
                  <a:lnTo>
                    <a:pt x="13712" y="49"/>
                  </a:lnTo>
                  <a:lnTo>
                    <a:pt x="13176" y="122"/>
                  </a:lnTo>
                  <a:lnTo>
                    <a:pt x="12641" y="244"/>
                  </a:lnTo>
                  <a:lnTo>
                    <a:pt x="12129" y="366"/>
                  </a:lnTo>
                  <a:lnTo>
                    <a:pt x="11642" y="536"/>
                  </a:lnTo>
                  <a:lnTo>
                    <a:pt x="11204" y="755"/>
                  </a:lnTo>
                  <a:lnTo>
                    <a:pt x="10985" y="853"/>
                  </a:lnTo>
                  <a:lnTo>
                    <a:pt x="10814" y="999"/>
                  </a:lnTo>
                  <a:lnTo>
                    <a:pt x="10619" y="1121"/>
                  </a:lnTo>
                  <a:lnTo>
                    <a:pt x="10473" y="1267"/>
                  </a:lnTo>
                  <a:lnTo>
                    <a:pt x="5529" y="6211"/>
                  </a:lnTo>
                  <a:lnTo>
                    <a:pt x="390" y="6211"/>
                  </a:lnTo>
                  <a:lnTo>
                    <a:pt x="390" y="6211"/>
                  </a:lnTo>
                  <a:lnTo>
                    <a:pt x="244" y="6235"/>
                  </a:lnTo>
                  <a:lnTo>
                    <a:pt x="147" y="6259"/>
                  </a:lnTo>
                  <a:lnTo>
                    <a:pt x="49" y="6308"/>
                  </a:lnTo>
                  <a:lnTo>
                    <a:pt x="0" y="6381"/>
                  </a:lnTo>
                  <a:lnTo>
                    <a:pt x="0" y="6454"/>
                  </a:lnTo>
                  <a:lnTo>
                    <a:pt x="25" y="6552"/>
                  </a:lnTo>
                  <a:lnTo>
                    <a:pt x="74" y="6649"/>
                  </a:lnTo>
                  <a:lnTo>
                    <a:pt x="171" y="6771"/>
                  </a:lnTo>
                  <a:lnTo>
                    <a:pt x="2582" y="9158"/>
                  </a:lnTo>
                  <a:lnTo>
                    <a:pt x="2265" y="9474"/>
                  </a:lnTo>
                  <a:lnTo>
                    <a:pt x="950" y="9718"/>
                  </a:lnTo>
                  <a:lnTo>
                    <a:pt x="950" y="9718"/>
                  </a:lnTo>
                  <a:lnTo>
                    <a:pt x="804" y="9767"/>
                  </a:lnTo>
                  <a:lnTo>
                    <a:pt x="682" y="9815"/>
                  </a:lnTo>
                  <a:lnTo>
                    <a:pt x="609" y="9913"/>
                  </a:lnTo>
                  <a:lnTo>
                    <a:pt x="561" y="9986"/>
                  </a:lnTo>
                  <a:lnTo>
                    <a:pt x="561" y="10083"/>
                  </a:lnTo>
                  <a:lnTo>
                    <a:pt x="585" y="10205"/>
                  </a:lnTo>
                  <a:lnTo>
                    <a:pt x="634" y="10302"/>
                  </a:lnTo>
                  <a:lnTo>
                    <a:pt x="731" y="10424"/>
                  </a:lnTo>
                  <a:lnTo>
                    <a:pt x="7258" y="16951"/>
                  </a:lnTo>
                  <a:lnTo>
                    <a:pt x="7258" y="16951"/>
                  </a:lnTo>
                  <a:lnTo>
                    <a:pt x="7380" y="17049"/>
                  </a:lnTo>
                  <a:lnTo>
                    <a:pt x="7477" y="17097"/>
                  </a:lnTo>
                  <a:lnTo>
                    <a:pt x="7599" y="17122"/>
                  </a:lnTo>
                  <a:lnTo>
                    <a:pt x="7697" y="17122"/>
                  </a:lnTo>
                  <a:lnTo>
                    <a:pt x="7770" y="17073"/>
                  </a:lnTo>
                  <a:lnTo>
                    <a:pt x="7867" y="17000"/>
                  </a:lnTo>
                  <a:lnTo>
                    <a:pt x="7916" y="16878"/>
                  </a:lnTo>
                  <a:lnTo>
                    <a:pt x="7965" y="16732"/>
                  </a:lnTo>
                  <a:lnTo>
                    <a:pt x="8208" y="15417"/>
                  </a:lnTo>
                  <a:lnTo>
                    <a:pt x="8525" y="15100"/>
                  </a:lnTo>
                  <a:lnTo>
                    <a:pt x="10911" y="17511"/>
                  </a:lnTo>
                  <a:lnTo>
                    <a:pt x="10911" y="17511"/>
                  </a:lnTo>
                  <a:lnTo>
                    <a:pt x="11033" y="17609"/>
                  </a:lnTo>
                  <a:lnTo>
                    <a:pt x="11131" y="17658"/>
                  </a:lnTo>
                  <a:lnTo>
                    <a:pt x="11228" y="17682"/>
                  </a:lnTo>
                  <a:lnTo>
                    <a:pt x="11301" y="17682"/>
                  </a:lnTo>
                  <a:lnTo>
                    <a:pt x="11374" y="17633"/>
                  </a:lnTo>
                  <a:lnTo>
                    <a:pt x="11423" y="17536"/>
                  </a:lnTo>
                  <a:lnTo>
                    <a:pt x="11447" y="17438"/>
                  </a:lnTo>
                  <a:lnTo>
                    <a:pt x="11472" y="17292"/>
                  </a:lnTo>
                  <a:lnTo>
                    <a:pt x="11472" y="17292"/>
                  </a:lnTo>
                  <a:close/>
                  <a:moveTo>
                    <a:pt x="6162" y="12202"/>
                  </a:moveTo>
                  <a:lnTo>
                    <a:pt x="6162" y="12202"/>
                  </a:lnTo>
                  <a:lnTo>
                    <a:pt x="6089" y="12275"/>
                  </a:lnTo>
                  <a:lnTo>
                    <a:pt x="6016" y="12324"/>
                  </a:lnTo>
                  <a:lnTo>
                    <a:pt x="5919" y="12348"/>
                  </a:lnTo>
                  <a:lnTo>
                    <a:pt x="5821" y="12348"/>
                  </a:lnTo>
                  <a:lnTo>
                    <a:pt x="5724" y="12348"/>
                  </a:lnTo>
                  <a:lnTo>
                    <a:pt x="5626" y="12324"/>
                  </a:lnTo>
                  <a:lnTo>
                    <a:pt x="5553" y="12275"/>
                  </a:lnTo>
                  <a:lnTo>
                    <a:pt x="5480" y="12202"/>
                  </a:lnTo>
                  <a:lnTo>
                    <a:pt x="5480" y="12202"/>
                  </a:lnTo>
                  <a:lnTo>
                    <a:pt x="5407" y="12129"/>
                  </a:lnTo>
                  <a:lnTo>
                    <a:pt x="5359" y="12056"/>
                  </a:lnTo>
                  <a:lnTo>
                    <a:pt x="5334" y="11959"/>
                  </a:lnTo>
                  <a:lnTo>
                    <a:pt x="5334" y="11861"/>
                  </a:lnTo>
                  <a:lnTo>
                    <a:pt x="5334" y="11764"/>
                  </a:lnTo>
                  <a:lnTo>
                    <a:pt x="5359" y="11666"/>
                  </a:lnTo>
                  <a:lnTo>
                    <a:pt x="5407" y="11593"/>
                  </a:lnTo>
                  <a:lnTo>
                    <a:pt x="5480" y="11520"/>
                  </a:lnTo>
                  <a:lnTo>
                    <a:pt x="8013" y="8987"/>
                  </a:lnTo>
                  <a:lnTo>
                    <a:pt x="8013" y="8987"/>
                  </a:lnTo>
                  <a:lnTo>
                    <a:pt x="8086" y="8939"/>
                  </a:lnTo>
                  <a:lnTo>
                    <a:pt x="8159" y="8890"/>
                  </a:lnTo>
                  <a:lnTo>
                    <a:pt x="8257" y="8865"/>
                  </a:lnTo>
                  <a:lnTo>
                    <a:pt x="8354" y="8841"/>
                  </a:lnTo>
                  <a:lnTo>
                    <a:pt x="8452" y="8865"/>
                  </a:lnTo>
                  <a:lnTo>
                    <a:pt x="8525" y="8890"/>
                  </a:lnTo>
                  <a:lnTo>
                    <a:pt x="8622" y="8939"/>
                  </a:lnTo>
                  <a:lnTo>
                    <a:pt x="8695" y="8987"/>
                  </a:lnTo>
                  <a:lnTo>
                    <a:pt x="8695" y="8987"/>
                  </a:lnTo>
                  <a:lnTo>
                    <a:pt x="8744" y="9060"/>
                  </a:lnTo>
                  <a:lnTo>
                    <a:pt x="8793" y="9158"/>
                  </a:lnTo>
                  <a:lnTo>
                    <a:pt x="8817" y="9231"/>
                  </a:lnTo>
                  <a:lnTo>
                    <a:pt x="8841" y="9328"/>
                  </a:lnTo>
                  <a:lnTo>
                    <a:pt x="8817" y="9426"/>
                  </a:lnTo>
                  <a:lnTo>
                    <a:pt x="8793" y="9523"/>
                  </a:lnTo>
                  <a:lnTo>
                    <a:pt x="8744" y="9596"/>
                  </a:lnTo>
                  <a:lnTo>
                    <a:pt x="8695" y="9669"/>
                  </a:lnTo>
                  <a:lnTo>
                    <a:pt x="6162" y="12202"/>
                  </a:lnTo>
                  <a:close/>
                  <a:moveTo>
                    <a:pt x="13396" y="7307"/>
                  </a:moveTo>
                  <a:lnTo>
                    <a:pt x="13396" y="7307"/>
                  </a:lnTo>
                  <a:lnTo>
                    <a:pt x="13274" y="7404"/>
                  </a:lnTo>
                  <a:lnTo>
                    <a:pt x="13152" y="7477"/>
                  </a:lnTo>
                  <a:lnTo>
                    <a:pt x="13006" y="7526"/>
                  </a:lnTo>
                  <a:lnTo>
                    <a:pt x="12836" y="7550"/>
                  </a:lnTo>
                  <a:lnTo>
                    <a:pt x="12689" y="7526"/>
                  </a:lnTo>
                  <a:lnTo>
                    <a:pt x="12543" y="7477"/>
                  </a:lnTo>
                  <a:lnTo>
                    <a:pt x="12421" y="7404"/>
                  </a:lnTo>
                  <a:lnTo>
                    <a:pt x="12300" y="7307"/>
                  </a:lnTo>
                  <a:lnTo>
                    <a:pt x="10376" y="5383"/>
                  </a:lnTo>
                  <a:lnTo>
                    <a:pt x="10376" y="5383"/>
                  </a:lnTo>
                  <a:lnTo>
                    <a:pt x="10278" y="5261"/>
                  </a:lnTo>
                  <a:lnTo>
                    <a:pt x="10205" y="5139"/>
                  </a:lnTo>
                  <a:lnTo>
                    <a:pt x="10156" y="4993"/>
                  </a:lnTo>
                  <a:lnTo>
                    <a:pt x="10132" y="4847"/>
                  </a:lnTo>
                  <a:lnTo>
                    <a:pt x="10156" y="4676"/>
                  </a:lnTo>
                  <a:lnTo>
                    <a:pt x="10205" y="4530"/>
                  </a:lnTo>
                  <a:lnTo>
                    <a:pt x="10278" y="4408"/>
                  </a:lnTo>
                  <a:lnTo>
                    <a:pt x="10376" y="4287"/>
                  </a:lnTo>
                  <a:lnTo>
                    <a:pt x="10376" y="4287"/>
                  </a:lnTo>
                  <a:lnTo>
                    <a:pt x="11326" y="3313"/>
                  </a:lnTo>
                  <a:lnTo>
                    <a:pt x="11326" y="3313"/>
                  </a:lnTo>
                  <a:lnTo>
                    <a:pt x="11496" y="3166"/>
                  </a:lnTo>
                  <a:lnTo>
                    <a:pt x="11666" y="3045"/>
                  </a:lnTo>
                  <a:lnTo>
                    <a:pt x="11861" y="2947"/>
                  </a:lnTo>
                  <a:lnTo>
                    <a:pt x="12032" y="2850"/>
                  </a:lnTo>
                  <a:lnTo>
                    <a:pt x="12227" y="2777"/>
                  </a:lnTo>
                  <a:lnTo>
                    <a:pt x="12446" y="2728"/>
                  </a:lnTo>
                  <a:lnTo>
                    <a:pt x="12641" y="2704"/>
                  </a:lnTo>
                  <a:lnTo>
                    <a:pt x="12836" y="2704"/>
                  </a:lnTo>
                  <a:lnTo>
                    <a:pt x="13055" y="2704"/>
                  </a:lnTo>
                  <a:lnTo>
                    <a:pt x="13250" y="2728"/>
                  </a:lnTo>
                  <a:lnTo>
                    <a:pt x="13469" y="2777"/>
                  </a:lnTo>
                  <a:lnTo>
                    <a:pt x="13664" y="2850"/>
                  </a:lnTo>
                  <a:lnTo>
                    <a:pt x="13834" y="2947"/>
                  </a:lnTo>
                  <a:lnTo>
                    <a:pt x="14029" y="3045"/>
                  </a:lnTo>
                  <a:lnTo>
                    <a:pt x="14199" y="3166"/>
                  </a:lnTo>
                  <a:lnTo>
                    <a:pt x="14370" y="3313"/>
                  </a:lnTo>
                  <a:lnTo>
                    <a:pt x="14370" y="3313"/>
                  </a:lnTo>
                  <a:lnTo>
                    <a:pt x="14516" y="3483"/>
                  </a:lnTo>
                  <a:lnTo>
                    <a:pt x="14638" y="3653"/>
                  </a:lnTo>
                  <a:lnTo>
                    <a:pt x="14735" y="3848"/>
                  </a:lnTo>
                  <a:lnTo>
                    <a:pt x="14833" y="4019"/>
                  </a:lnTo>
                  <a:lnTo>
                    <a:pt x="14906" y="4214"/>
                  </a:lnTo>
                  <a:lnTo>
                    <a:pt x="14954" y="4433"/>
                  </a:lnTo>
                  <a:lnTo>
                    <a:pt x="14979" y="4628"/>
                  </a:lnTo>
                  <a:lnTo>
                    <a:pt x="14979" y="4847"/>
                  </a:lnTo>
                  <a:lnTo>
                    <a:pt x="14979" y="5042"/>
                  </a:lnTo>
                  <a:lnTo>
                    <a:pt x="14954" y="5237"/>
                  </a:lnTo>
                  <a:lnTo>
                    <a:pt x="14906" y="5456"/>
                  </a:lnTo>
                  <a:lnTo>
                    <a:pt x="14833" y="5651"/>
                  </a:lnTo>
                  <a:lnTo>
                    <a:pt x="14735" y="5821"/>
                  </a:lnTo>
                  <a:lnTo>
                    <a:pt x="14638" y="6016"/>
                  </a:lnTo>
                  <a:lnTo>
                    <a:pt x="14516" y="6186"/>
                  </a:lnTo>
                  <a:lnTo>
                    <a:pt x="14370" y="6357"/>
                  </a:lnTo>
                  <a:lnTo>
                    <a:pt x="14370" y="6357"/>
                  </a:lnTo>
                  <a:lnTo>
                    <a:pt x="13396" y="7307"/>
                  </a:lnTo>
                  <a:lnTo>
                    <a:pt x="13396" y="7307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595725" y="4668875"/>
              <a:ext cx="73100" cy="73100"/>
            </a:xfrm>
            <a:custGeom>
              <a:avLst/>
              <a:gdLst/>
              <a:ahLst/>
              <a:cxnLst/>
              <a:rect l="l" t="t" r="r" b="b"/>
              <a:pathLst>
                <a:path w="2924" h="2924" fill="none" extrusionOk="0">
                  <a:moveTo>
                    <a:pt x="2656" y="269"/>
                  </a:moveTo>
                  <a:lnTo>
                    <a:pt x="2656" y="269"/>
                  </a:lnTo>
                  <a:lnTo>
                    <a:pt x="2509" y="147"/>
                  </a:lnTo>
                  <a:lnTo>
                    <a:pt x="2363" y="74"/>
                  </a:lnTo>
                  <a:lnTo>
                    <a:pt x="2193" y="25"/>
                  </a:lnTo>
                  <a:lnTo>
                    <a:pt x="2022" y="1"/>
                  </a:lnTo>
                  <a:lnTo>
                    <a:pt x="1852" y="25"/>
                  </a:lnTo>
                  <a:lnTo>
                    <a:pt x="1681" y="74"/>
                  </a:lnTo>
                  <a:lnTo>
                    <a:pt x="1511" y="147"/>
                  </a:lnTo>
                  <a:lnTo>
                    <a:pt x="1365" y="269"/>
                  </a:lnTo>
                  <a:lnTo>
                    <a:pt x="1365" y="269"/>
                  </a:lnTo>
                  <a:lnTo>
                    <a:pt x="1219" y="488"/>
                  </a:lnTo>
                  <a:lnTo>
                    <a:pt x="999" y="829"/>
                  </a:lnTo>
                  <a:lnTo>
                    <a:pt x="561" y="1730"/>
                  </a:lnTo>
                  <a:lnTo>
                    <a:pt x="171" y="2558"/>
                  </a:lnTo>
                  <a:lnTo>
                    <a:pt x="1" y="2924"/>
                  </a:lnTo>
                  <a:lnTo>
                    <a:pt x="1" y="2924"/>
                  </a:lnTo>
                  <a:lnTo>
                    <a:pt x="366" y="2753"/>
                  </a:lnTo>
                  <a:lnTo>
                    <a:pt x="1194" y="2363"/>
                  </a:lnTo>
                  <a:lnTo>
                    <a:pt x="2095" y="1925"/>
                  </a:lnTo>
                  <a:lnTo>
                    <a:pt x="2436" y="1706"/>
                  </a:lnTo>
                  <a:lnTo>
                    <a:pt x="2656" y="1560"/>
                  </a:lnTo>
                  <a:lnTo>
                    <a:pt x="2656" y="1560"/>
                  </a:lnTo>
                  <a:lnTo>
                    <a:pt x="2777" y="1414"/>
                  </a:lnTo>
                  <a:lnTo>
                    <a:pt x="2850" y="1243"/>
                  </a:lnTo>
                  <a:lnTo>
                    <a:pt x="2899" y="1073"/>
                  </a:lnTo>
                  <a:lnTo>
                    <a:pt x="2923" y="902"/>
                  </a:lnTo>
                  <a:lnTo>
                    <a:pt x="2899" y="732"/>
                  </a:lnTo>
                  <a:lnTo>
                    <a:pt x="2850" y="561"/>
                  </a:lnTo>
                  <a:lnTo>
                    <a:pt x="2777" y="415"/>
                  </a:lnTo>
                  <a:lnTo>
                    <a:pt x="2656" y="269"/>
                  </a:lnTo>
                  <a:lnTo>
                    <a:pt x="2656" y="269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8"/>
            <p:cNvSpPr/>
            <p:nvPr/>
          </p:nvSpPr>
          <p:spPr>
            <a:xfrm>
              <a:off x="652350" y="4711500"/>
              <a:ext cx="46925" cy="46925"/>
            </a:xfrm>
            <a:custGeom>
              <a:avLst/>
              <a:gdLst/>
              <a:ahLst/>
              <a:cxnLst/>
              <a:rect l="l" t="t" r="r" b="b"/>
              <a:pathLst>
                <a:path w="1877" h="1877" fill="none" extrusionOk="0">
                  <a:moveTo>
                    <a:pt x="1657" y="244"/>
                  </a:moveTo>
                  <a:lnTo>
                    <a:pt x="1657" y="244"/>
                  </a:lnTo>
                  <a:lnTo>
                    <a:pt x="1535" y="147"/>
                  </a:lnTo>
                  <a:lnTo>
                    <a:pt x="1413" y="74"/>
                  </a:lnTo>
                  <a:lnTo>
                    <a:pt x="1267" y="25"/>
                  </a:lnTo>
                  <a:lnTo>
                    <a:pt x="1121" y="1"/>
                  </a:lnTo>
                  <a:lnTo>
                    <a:pt x="975" y="25"/>
                  </a:lnTo>
                  <a:lnTo>
                    <a:pt x="829" y="74"/>
                  </a:lnTo>
                  <a:lnTo>
                    <a:pt x="707" y="147"/>
                  </a:lnTo>
                  <a:lnTo>
                    <a:pt x="585" y="244"/>
                  </a:lnTo>
                  <a:lnTo>
                    <a:pt x="585" y="244"/>
                  </a:lnTo>
                  <a:lnTo>
                    <a:pt x="464" y="391"/>
                  </a:lnTo>
                  <a:lnTo>
                    <a:pt x="366" y="610"/>
                  </a:lnTo>
                  <a:lnTo>
                    <a:pt x="269" y="878"/>
                  </a:lnTo>
                  <a:lnTo>
                    <a:pt x="171" y="1170"/>
                  </a:lnTo>
                  <a:lnTo>
                    <a:pt x="50" y="1681"/>
                  </a:lnTo>
                  <a:lnTo>
                    <a:pt x="1" y="1876"/>
                  </a:lnTo>
                  <a:lnTo>
                    <a:pt x="1" y="1876"/>
                  </a:lnTo>
                  <a:lnTo>
                    <a:pt x="220" y="1852"/>
                  </a:lnTo>
                  <a:lnTo>
                    <a:pt x="731" y="1706"/>
                  </a:lnTo>
                  <a:lnTo>
                    <a:pt x="999" y="1633"/>
                  </a:lnTo>
                  <a:lnTo>
                    <a:pt x="1267" y="1535"/>
                  </a:lnTo>
                  <a:lnTo>
                    <a:pt x="1511" y="1413"/>
                  </a:lnTo>
                  <a:lnTo>
                    <a:pt x="1657" y="1316"/>
                  </a:lnTo>
                  <a:lnTo>
                    <a:pt x="1657" y="1316"/>
                  </a:lnTo>
                  <a:lnTo>
                    <a:pt x="1754" y="1194"/>
                  </a:lnTo>
                  <a:lnTo>
                    <a:pt x="1827" y="1048"/>
                  </a:lnTo>
                  <a:lnTo>
                    <a:pt x="1876" y="926"/>
                  </a:lnTo>
                  <a:lnTo>
                    <a:pt x="1876" y="780"/>
                  </a:lnTo>
                  <a:lnTo>
                    <a:pt x="1876" y="634"/>
                  </a:lnTo>
                  <a:lnTo>
                    <a:pt x="1827" y="488"/>
                  </a:lnTo>
                  <a:lnTo>
                    <a:pt x="1754" y="366"/>
                  </a:lnTo>
                  <a:lnTo>
                    <a:pt x="1657" y="244"/>
                  </a:lnTo>
                  <a:lnTo>
                    <a:pt x="1657" y="244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8"/>
            <p:cNvSpPr/>
            <p:nvPr/>
          </p:nvSpPr>
          <p:spPr>
            <a:xfrm>
              <a:off x="579300" y="4638450"/>
              <a:ext cx="46900" cy="46900"/>
            </a:xfrm>
            <a:custGeom>
              <a:avLst/>
              <a:gdLst/>
              <a:ahLst/>
              <a:cxnLst/>
              <a:rect l="l" t="t" r="r" b="b"/>
              <a:pathLst>
                <a:path w="1876" h="1876" fill="none" extrusionOk="0">
                  <a:moveTo>
                    <a:pt x="1632" y="219"/>
                  </a:moveTo>
                  <a:lnTo>
                    <a:pt x="1632" y="219"/>
                  </a:lnTo>
                  <a:lnTo>
                    <a:pt x="1510" y="122"/>
                  </a:lnTo>
                  <a:lnTo>
                    <a:pt x="1388" y="49"/>
                  </a:lnTo>
                  <a:lnTo>
                    <a:pt x="1242" y="0"/>
                  </a:lnTo>
                  <a:lnTo>
                    <a:pt x="1096" y="0"/>
                  </a:lnTo>
                  <a:lnTo>
                    <a:pt x="950" y="0"/>
                  </a:lnTo>
                  <a:lnTo>
                    <a:pt x="828" y="49"/>
                  </a:lnTo>
                  <a:lnTo>
                    <a:pt x="682" y="122"/>
                  </a:lnTo>
                  <a:lnTo>
                    <a:pt x="560" y="219"/>
                  </a:lnTo>
                  <a:lnTo>
                    <a:pt x="560" y="219"/>
                  </a:lnTo>
                  <a:lnTo>
                    <a:pt x="463" y="366"/>
                  </a:lnTo>
                  <a:lnTo>
                    <a:pt x="341" y="609"/>
                  </a:lnTo>
                  <a:lnTo>
                    <a:pt x="244" y="877"/>
                  </a:lnTo>
                  <a:lnTo>
                    <a:pt x="171" y="1145"/>
                  </a:lnTo>
                  <a:lnTo>
                    <a:pt x="25" y="1656"/>
                  </a:lnTo>
                  <a:lnTo>
                    <a:pt x="0" y="1876"/>
                  </a:lnTo>
                  <a:lnTo>
                    <a:pt x="0" y="1876"/>
                  </a:lnTo>
                  <a:lnTo>
                    <a:pt x="195" y="1827"/>
                  </a:lnTo>
                  <a:lnTo>
                    <a:pt x="707" y="1705"/>
                  </a:lnTo>
                  <a:lnTo>
                    <a:pt x="999" y="1608"/>
                  </a:lnTo>
                  <a:lnTo>
                    <a:pt x="1267" y="1510"/>
                  </a:lnTo>
                  <a:lnTo>
                    <a:pt x="1486" y="1413"/>
                  </a:lnTo>
                  <a:lnTo>
                    <a:pt x="1632" y="1291"/>
                  </a:lnTo>
                  <a:lnTo>
                    <a:pt x="1632" y="1291"/>
                  </a:lnTo>
                  <a:lnTo>
                    <a:pt x="1729" y="1169"/>
                  </a:lnTo>
                  <a:lnTo>
                    <a:pt x="1802" y="1048"/>
                  </a:lnTo>
                  <a:lnTo>
                    <a:pt x="1851" y="901"/>
                  </a:lnTo>
                  <a:lnTo>
                    <a:pt x="1876" y="755"/>
                  </a:lnTo>
                  <a:lnTo>
                    <a:pt x="1851" y="609"/>
                  </a:lnTo>
                  <a:lnTo>
                    <a:pt x="1802" y="463"/>
                  </a:lnTo>
                  <a:lnTo>
                    <a:pt x="1729" y="341"/>
                  </a:lnTo>
                  <a:lnTo>
                    <a:pt x="1632" y="219"/>
                  </a:lnTo>
                  <a:lnTo>
                    <a:pt x="1632" y="219"/>
                  </a:lnTo>
                  <a:close/>
                </a:path>
              </a:pathLst>
            </a:custGeom>
            <a:noFill/>
            <a:ln w="1217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8" name="Google Shape;148;p18"/>
          <p:cNvSpPr/>
          <p:nvPr/>
        </p:nvSpPr>
        <p:spPr>
          <a:xfrm>
            <a:off x="3936800" y="1094079"/>
            <a:ext cx="161807" cy="154500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8"/>
          <p:cNvSpPr/>
          <p:nvPr/>
        </p:nvSpPr>
        <p:spPr>
          <a:xfrm rot="2697385">
            <a:off x="5003062" y="1885038"/>
            <a:ext cx="245621" cy="234528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8"/>
          <p:cNvSpPr/>
          <p:nvPr/>
        </p:nvSpPr>
        <p:spPr>
          <a:xfrm>
            <a:off x="5197375" y="1751151"/>
            <a:ext cx="98383" cy="93976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18"/>
          <p:cNvSpPr/>
          <p:nvPr/>
        </p:nvSpPr>
        <p:spPr>
          <a:xfrm rot="1280154">
            <a:off x="3824697" y="1560092"/>
            <a:ext cx="98367" cy="93971"/>
          </a:xfrm>
          <a:custGeom>
            <a:avLst/>
            <a:gdLst/>
            <a:ahLst/>
            <a:cxnLst/>
            <a:rect l="l" t="t" r="r" b="b"/>
            <a:pathLst>
              <a:path w="15101" h="14419" fill="none" extrusionOk="0">
                <a:moveTo>
                  <a:pt x="7234" y="293"/>
                </a:moveTo>
                <a:lnTo>
                  <a:pt x="7234" y="293"/>
                </a:lnTo>
                <a:lnTo>
                  <a:pt x="7307" y="171"/>
                </a:lnTo>
                <a:lnTo>
                  <a:pt x="7380" y="74"/>
                </a:lnTo>
                <a:lnTo>
                  <a:pt x="7477" y="25"/>
                </a:lnTo>
                <a:lnTo>
                  <a:pt x="7550" y="1"/>
                </a:lnTo>
                <a:lnTo>
                  <a:pt x="7623" y="25"/>
                </a:lnTo>
                <a:lnTo>
                  <a:pt x="7721" y="74"/>
                </a:lnTo>
                <a:lnTo>
                  <a:pt x="7794" y="171"/>
                </a:lnTo>
                <a:lnTo>
                  <a:pt x="7867" y="293"/>
                </a:lnTo>
                <a:lnTo>
                  <a:pt x="9523" y="4092"/>
                </a:lnTo>
                <a:lnTo>
                  <a:pt x="9523" y="4092"/>
                </a:lnTo>
                <a:lnTo>
                  <a:pt x="9596" y="4214"/>
                </a:lnTo>
                <a:lnTo>
                  <a:pt x="9718" y="4360"/>
                </a:lnTo>
                <a:lnTo>
                  <a:pt x="9840" y="4482"/>
                </a:lnTo>
                <a:lnTo>
                  <a:pt x="9986" y="4604"/>
                </a:lnTo>
                <a:lnTo>
                  <a:pt x="10132" y="4701"/>
                </a:lnTo>
                <a:lnTo>
                  <a:pt x="10302" y="4774"/>
                </a:lnTo>
                <a:lnTo>
                  <a:pt x="10449" y="4847"/>
                </a:lnTo>
                <a:lnTo>
                  <a:pt x="10619" y="4872"/>
                </a:lnTo>
                <a:lnTo>
                  <a:pt x="14711" y="5286"/>
                </a:lnTo>
                <a:lnTo>
                  <a:pt x="14711" y="5286"/>
                </a:lnTo>
                <a:lnTo>
                  <a:pt x="14857" y="5310"/>
                </a:lnTo>
                <a:lnTo>
                  <a:pt x="14979" y="5359"/>
                </a:lnTo>
                <a:lnTo>
                  <a:pt x="15052" y="5407"/>
                </a:lnTo>
                <a:lnTo>
                  <a:pt x="15100" y="5505"/>
                </a:lnTo>
                <a:lnTo>
                  <a:pt x="15100" y="5578"/>
                </a:lnTo>
                <a:lnTo>
                  <a:pt x="15076" y="5675"/>
                </a:lnTo>
                <a:lnTo>
                  <a:pt x="15027" y="5773"/>
                </a:lnTo>
                <a:lnTo>
                  <a:pt x="14906" y="5895"/>
                </a:lnTo>
                <a:lnTo>
                  <a:pt x="11837" y="8622"/>
                </a:lnTo>
                <a:lnTo>
                  <a:pt x="11837" y="8622"/>
                </a:lnTo>
                <a:lnTo>
                  <a:pt x="11715" y="8744"/>
                </a:lnTo>
                <a:lnTo>
                  <a:pt x="11618" y="8890"/>
                </a:lnTo>
                <a:lnTo>
                  <a:pt x="11545" y="9061"/>
                </a:lnTo>
                <a:lnTo>
                  <a:pt x="11472" y="9231"/>
                </a:lnTo>
                <a:lnTo>
                  <a:pt x="11423" y="9402"/>
                </a:lnTo>
                <a:lnTo>
                  <a:pt x="11398" y="9572"/>
                </a:lnTo>
                <a:lnTo>
                  <a:pt x="11398" y="9743"/>
                </a:lnTo>
                <a:lnTo>
                  <a:pt x="11423" y="9913"/>
                </a:lnTo>
                <a:lnTo>
                  <a:pt x="12300" y="13956"/>
                </a:lnTo>
                <a:lnTo>
                  <a:pt x="12300" y="13956"/>
                </a:lnTo>
                <a:lnTo>
                  <a:pt x="12324" y="14102"/>
                </a:lnTo>
                <a:lnTo>
                  <a:pt x="12300" y="14200"/>
                </a:lnTo>
                <a:lnTo>
                  <a:pt x="12275" y="14297"/>
                </a:lnTo>
                <a:lnTo>
                  <a:pt x="12227" y="14370"/>
                </a:lnTo>
                <a:lnTo>
                  <a:pt x="12129" y="14394"/>
                </a:lnTo>
                <a:lnTo>
                  <a:pt x="12032" y="14419"/>
                </a:lnTo>
                <a:lnTo>
                  <a:pt x="11910" y="14370"/>
                </a:lnTo>
                <a:lnTo>
                  <a:pt x="11788" y="14321"/>
                </a:lnTo>
                <a:lnTo>
                  <a:pt x="8232" y="12227"/>
                </a:lnTo>
                <a:lnTo>
                  <a:pt x="8232" y="12227"/>
                </a:lnTo>
                <a:lnTo>
                  <a:pt x="8086" y="12154"/>
                </a:lnTo>
                <a:lnTo>
                  <a:pt x="7916" y="12105"/>
                </a:lnTo>
                <a:lnTo>
                  <a:pt x="7721" y="12081"/>
                </a:lnTo>
                <a:lnTo>
                  <a:pt x="7550" y="12081"/>
                </a:lnTo>
                <a:lnTo>
                  <a:pt x="7380" y="12081"/>
                </a:lnTo>
                <a:lnTo>
                  <a:pt x="7185" y="12105"/>
                </a:lnTo>
                <a:lnTo>
                  <a:pt x="7015" y="12154"/>
                </a:lnTo>
                <a:lnTo>
                  <a:pt x="6868" y="12227"/>
                </a:lnTo>
                <a:lnTo>
                  <a:pt x="3313" y="14321"/>
                </a:lnTo>
                <a:lnTo>
                  <a:pt x="3313" y="14321"/>
                </a:lnTo>
                <a:lnTo>
                  <a:pt x="3191" y="14370"/>
                </a:lnTo>
                <a:lnTo>
                  <a:pt x="3069" y="14419"/>
                </a:lnTo>
                <a:lnTo>
                  <a:pt x="2972" y="14394"/>
                </a:lnTo>
                <a:lnTo>
                  <a:pt x="2874" y="14370"/>
                </a:lnTo>
                <a:lnTo>
                  <a:pt x="2826" y="14297"/>
                </a:lnTo>
                <a:lnTo>
                  <a:pt x="2801" y="14200"/>
                </a:lnTo>
                <a:lnTo>
                  <a:pt x="2777" y="14102"/>
                </a:lnTo>
                <a:lnTo>
                  <a:pt x="2801" y="13956"/>
                </a:lnTo>
                <a:lnTo>
                  <a:pt x="3678" y="9913"/>
                </a:lnTo>
                <a:lnTo>
                  <a:pt x="3678" y="9913"/>
                </a:lnTo>
                <a:lnTo>
                  <a:pt x="3702" y="9743"/>
                </a:lnTo>
                <a:lnTo>
                  <a:pt x="3702" y="9572"/>
                </a:lnTo>
                <a:lnTo>
                  <a:pt x="3678" y="9402"/>
                </a:lnTo>
                <a:lnTo>
                  <a:pt x="3629" y="9231"/>
                </a:lnTo>
                <a:lnTo>
                  <a:pt x="3556" y="9061"/>
                </a:lnTo>
                <a:lnTo>
                  <a:pt x="3483" y="8890"/>
                </a:lnTo>
                <a:lnTo>
                  <a:pt x="3386" y="8744"/>
                </a:lnTo>
                <a:lnTo>
                  <a:pt x="3264" y="8622"/>
                </a:lnTo>
                <a:lnTo>
                  <a:pt x="195" y="5895"/>
                </a:lnTo>
                <a:lnTo>
                  <a:pt x="195" y="5895"/>
                </a:lnTo>
                <a:lnTo>
                  <a:pt x="73" y="5773"/>
                </a:lnTo>
                <a:lnTo>
                  <a:pt x="25" y="5675"/>
                </a:lnTo>
                <a:lnTo>
                  <a:pt x="0" y="5578"/>
                </a:lnTo>
                <a:lnTo>
                  <a:pt x="0" y="5505"/>
                </a:lnTo>
                <a:lnTo>
                  <a:pt x="49" y="5407"/>
                </a:lnTo>
                <a:lnTo>
                  <a:pt x="122" y="5359"/>
                </a:lnTo>
                <a:lnTo>
                  <a:pt x="244" y="5310"/>
                </a:lnTo>
                <a:lnTo>
                  <a:pt x="390" y="5286"/>
                </a:lnTo>
                <a:lnTo>
                  <a:pt x="4482" y="4872"/>
                </a:lnTo>
                <a:lnTo>
                  <a:pt x="4482" y="4872"/>
                </a:lnTo>
                <a:lnTo>
                  <a:pt x="4652" y="4847"/>
                </a:lnTo>
                <a:lnTo>
                  <a:pt x="4798" y="4774"/>
                </a:lnTo>
                <a:lnTo>
                  <a:pt x="4969" y="4701"/>
                </a:lnTo>
                <a:lnTo>
                  <a:pt x="5115" y="4604"/>
                </a:lnTo>
                <a:lnTo>
                  <a:pt x="5261" y="4482"/>
                </a:lnTo>
                <a:lnTo>
                  <a:pt x="5383" y="4360"/>
                </a:lnTo>
                <a:lnTo>
                  <a:pt x="5505" y="4214"/>
                </a:lnTo>
                <a:lnTo>
                  <a:pt x="5578" y="4092"/>
                </a:lnTo>
                <a:lnTo>
                  <a:pt x="7234" y="293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0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Version Control System (VCS)</a:t>
            </a:r>
            <a:endParaRPr dirty="0"/>
          </a:p>
        </p:txBody>
      </p:sp>
      <p:sp>
        <p:nvSpPr>
          <p:cNvPr id="171" name="Google Shape;171;p20"/>
          <p:cNvSpPr txBox="1">
            <a:spLocks noGrp="1"/>
          </p:cNvSpPr>
          <p:nvPr>
            <p:ph type="body" idx="1"/>
          </p:nvPr>
        </p:nvSpPr>
        <p:spPr>
          <a:xfrm>
            <a:off x="1381250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b="1" dirty="0">
                <a:highlight>
                  <a:schemeClr val="accent1"/>
                </a:highlight>
              </a:rPr>
              <a:t>Version Control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b="1" dirty="0">
                <a:highlight>
                  <a:schemeClr val="accent1"/>
                </a:highlight>
              </a:rPr>
              <a:t>버전관리</a:t>
            </a:r>
            <a:endParaRPr lang="en-US" altLang="ko-KR" b="1" dirty="0">
              <a:highlight>
                <a:schemeClr val="accent1"/>
              </a:highlight>
            </a:endParaRPr>
          </a:p>
        </p:txBody>
      </p:sp>
      <p:sp>
        <p:nvSpPr>
          <p:cNvPr id="172" name="Google Shape;172;p20"/>
          <p:cNvSpPr txBox="1">
            <a:spLocks noGrp="1"/>
          </p:cNvSpPr>
          <p:nvPr>
            <p:ph type="body" idx="2"/>
          </p:nvPr>
        </p:nvSpPr>
        <p:spPr>
          <a:xfrm>
            <a:off x="3834912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highlight>
                  <a:schemeClr val="accent1"/>
                </a:highlight>
              </a:rPr>
              <a:t>Backup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b="1" dirty="0">
                <a:highlight>
                  <a:schemeClr val="accent1"/>
                </a:highlight>
              </a:rPr>
              <a:t>백업</a:t>
            </a:r>
            <a:endParaRPr b="1" dirty="0">
              <a:highlight>
                <a:schemeClr val="accent1"/>
              </a:highlight>
            </a:endParaRPr>
          </a:p>
        </p:txBody>
      </p:sp>
      <p:sp>
        <p:nvSpPr>
          <p:cNvPr id="173" name="Google Shape;173;p20"/>
          <p:cNvSpPr txBox="1">
            <a:spLocks noGrp="1"/>
          </p:cNvSpPr>
          <p:nvPr>
            <p:ph type="body" idx="3"/>
          </p:nvPr>
        </p:nvSpPr>
        <p:spPr>
          <a:xfrm>
            <a:off x="6288573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highlight>
                  <a:schemeClr val="accent1"/>
                </a:highlight>
              </a:rPr>
              <a:t>Collaboration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b="1" dirty="0">
                <a:highlight>
                  <a:schemeClr val="accent1"/>
                </a:highlight>
              </a:rPr>
              <a:t>협업</a:t>
            </a:r>
            <a:endParaRPr b="1" dirty="0">
              <a:highlight>
                <a:schemeClr val="accent1"/>
              </a:highlight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74" name="Google Shape;174;p20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175" name="Google Shape;175;p20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0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20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20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5BF82FE-5092-4039-9DAD-75FE55544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276" y="2891117"/>
            <a:ext cx="1439651" cy="143965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AA2468-CB76-412B-9514-F4F603CCC0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0402" y="2929577"/>
            <a:ext cx="1317811" cy="13178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4C5B9F8-5DEE-4605-A0A8-BB1C637C31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176" y="2944909"/>
            <a:ext cx="1244669" cy="124466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" grpId="0" uiExpand="1" build="p"/>
      <p:bldP spid="172" grpId="0" uiExpand="1" build="p"/>
      <p:bldP spid="17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왜 쓰는가</a:t>
            </a:r>
            <a:r>
              <a:rPr lang="en-US" altLang="ko-KR" dirty="0"/>
              <a:t>?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2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sp>
        <p:nvSpPr>
          <p:cNvPr id="5" name="Google Shape;111;p15">
            <a:extLst>
              <a:ext uri="{FF2B5EF4-FFF2-40B4-BE49-F238E27FC236}">
                <a16:creationId xmlns:a16="http://schemas.microsoft.com/office/drawing/2014/main" id="{1C29DE63-7A70-45D4-BBFE-E5353DD0CA3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장점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391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버전관리</a:t>
            </a:r>
            <a:endParaRPr dirty="0"/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34008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2692512-DCB1-4A1E-AA78-851F14F7A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2645" y="1714737"/>
            <a:ext cx="4153084" cy="29156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E6D5DC0-0654-4D87-BD22-B8C2FA33D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8690" y="1714738"/>
            <a:ext cx="4140981" cy="29156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00575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1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버전관리</a:t>
            </a:r>
            <a:endParaRPr dirty="0"/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34008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2692512-DCB1-4A1E-AA78-851F14F7A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2645" y="1714737"/>
            <a:ext cx="4153084" cy="29156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E6D5DC0-0654-4D87-BD22-B8C2FA33D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8690" y="1714738"/>
            <a:ext cx="4140981" cy="29156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6927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1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백업</a:t>
            </a:r>
            <a:r>
              <a:rPr lang="en-US" altLang="ko-KR" dirty="0"/>
              <a:t>&amp;</a:t>
            </a:r>
            <a:r>
              <a:rPr lang="ko-KR" altLang="en-US" dirty="0"/>
              <a:t>협업</a:t>
            </a:r>
            <a:endParaRPr dirty="0"/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1381250" y="1616475"/>
            <a:ext cx="34008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ko-KR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1026" name="Picture 2" descr="GitHub Download for Free - 2023 Latest Version">
            <a:extLst>
              <a:ext uri="{FF2B5EF4-FFF2-40B4-BE49-F238E27FC236}">
                <a16:creationId xmlns:a16="http://schemas.microsoft.com/office/drawing/2014/main" id="{08FB41F5-BDB8-4705-BF6B-0102C4B9F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6446" y="2426530"/>
            <a:ext cx="1469422" cy="82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Google Shape;207;p23">
            <a:extLst>
              <a:ext uri="{FF2B5EF4-FFF2-40B4-BE49-F238E27FC236}">
                <a16:creationId xmlns:a16="http://schemas.microsoft.com/office/drawing/2014/main" id="{D206D0F0-BF84-4861-935E-7B40B2F93573}"/>
              </a:ext>
            </a:extLst>
          </p:cNvPr>
          <p:cNvSpPr/>
          <p:nvPr/>
        </p:nvSpPr>
        <p:spPr>
          <a:xfrm>
            <a:off x="2974486" y="1412689"/>
            <a:ext cx="2399100" cy="2399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Quattrocento Sans"/>
                <a:ea typeface="Quattrocento Sans"/>
                <a:cs typeface="Quattrocento Sans"/>
                <a:sym typeface="Quattrocento Sans"/>
              </a:rPr>
              <a:t>Repository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1" dirty="0">
                <a:latin typeface="Quattrocento Sans"/>
                <a:ea typeface="Quattrocento Sans"/>
                <a:cs typeface="Quattrocento Sans"/>
                <a:sym typeface="Quattrocento Sans"/>
              </a:rPr>
              <a:t>저장소</a:t>
            </a:r>
            <a:endParaRPr lang="en-US" altLang="ko-KR" sz="18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ko-KR"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로컬</a:t>
            </a:r>
            <a:r>
              <a:rPr lang="en-US" altLang="ko-KR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/</a:t>
            </a:r>
            <a:r>
              <a:rPr lang="ko-KR" altLang="en-US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원격</a:t>
            </a:r>
            <a:endParaRPr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1028" name="Picture 4" descr="Press and Logos | GitLab">
            <a:extLst>
              <a:ext uri="{FF2B5EF4-FFF2-40B4-BE49-F238E27FC236}">
                <a16:creationId xmlns:a16="http://schemas.microsoft.com/office/drawing/2014/main" id="{34ACE0EE-86F3-4358-9DA6-328426144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0988" y="2423274"/>
            <a:ext cx="2152598" cy="82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Bitbucket, original, wordmark, logo Icon in Devicon">
            <a:extLst>
              <a:ext uri="{FF2B5EF4-FFF2-40B4-BE49-F238E27FC236}">
                <a16:creationId xmlns:a16="http://schemas.microsoft.com/office/drawing/2014/main" id="{BAB7DF37-DA55-4719-B941-BC60118F0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2849" y="2413294"/>
            <a:ext cx="836529" cy="836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7801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0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0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6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33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백업</a:t>
            </a:r>
            <a:r>
              <a:rPr lang="en-US" altLang="ko-KR" dirty="0"/>
              <a:t>&amp;</a:t>
            </a:r>
            <a:r>
              <a:rPr lang="ko-KR" altLang="en-US" dirty="0"/>
              <a:t>협업</a:t>
            </a:r>
            <a:endParaRPr dirty="0"/>
          </a:p>
        </p:txBody>
      </p:sp>
      <p:grpSp>
        <p:nvGrpSpPr>
          <p:cNvPr id="378" name="Google Shape;378;p33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79" name="Google Shape;379;p33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3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1" name="Google Shape;381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3FA1803-C528-4BD7-B04C-BFA4ABE9D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145" y="1466406"/>
            <a:ext cx="6768849" cy="3179949"/>
          </a:xfrm>
          <a:prstGeom prst="rect">
            <a:avLst/>
          </a:prstGeom>
        </p:spPr>
      </p:pic>
      <p:sp>
        <p:nvSpPr>
          <p:cNvPr id="6" name="타원 5">
            <a:extLst>
              <a:ext uri="{FF2B5EF4-FFF2-40B4-BE49-F238E27FC236}">
                <a16:creationId xmlns:a16="http://schemas.microsoft.com/office/drawing/2014/main" id="{298E6A5A-F834-430F-812C-B30B417B78B5}"/>
              </a:ext>
            </a:extLst>
          </p:cNvPr>
          <p:cNvSpPr/>
          <p:nvPr/>
        </p:nvSpPr>
        <p:spPr>
          <a:xfrm>
            <a:off x="1687606" y="1896036"/>
            <a:ext cx="914400" cy="363070"/>
          </a:xfrm>
          <a:prstGeom prst="ellips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BA36D28-6EFC-43E2-8B35-4CB1FE7570FF}"/>
              </a:ext>
            </a:extLst>
          </p:cNvPr>
          <p:cNvSpPr/>
          <p:nvPr/>
        </p:nvSpPr>
        <p:spPr>
          <a:xfrm>
            <a:off x="3825689" y="2991972"/>
            <a:ext cx="1882588" cy="34290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58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3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500886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393" name="Google Shape;393;p34"/>
          <p:cNvSpPr txBox="1">
            <a:spLocks noGrp="1"/>
          </p:cNvSpPr>
          <p:nvPr>
            <p:ph type="body" idx="1"/>
          </p:nvPr>
        </p:nvSpPr>
        <p:spPr>
          <a:xfrm>
            <a:off x="1317812" y="1503428"/>
            <a:ext cx="6508376" cy="10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sz="4000" b="1" dirty="0">
                <a:highlight>
                  <a:srgbClr val="FFCD00"/>
                </a:highlight>
              </a:rPr>
              <a:t>프로젝트</a:t>
            </a:r>
            <a:r>
              <a:rPr lang="en-US" altLang="ko-KR" sz="4000" b="1" dirty="0">
                <a:highlight>
                  <a:srgbClr val="FFCD00"/>
                </a:highlight>
              </a:rPr>
              <a:t> : </a:t>
            </a:r>
            <a:r>
              <a:rPr lang="ko-KR" altLang="en-US" sz="4000" b="1" dirty="0">
                <a:highlight>
                  <a:srgbClr val="FFCD00"/>
                </a:highlight>
              </a:rPr>
              <a:t>업그레이드</a:t>
            </a:r>
            <a:endParaRPr lang="en-US" altLang="ko-KR" sz="4000" b="1" dirty="0">
              <a:highlight>
                <a:srgbClr val="FFCD00"/>
              </a:highlight>
            </a:endParaRPr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sp>
        <p:nvSpPr>
          <p:cNvPr id="17" name="Google Shape;172;p20">
            <a:extLst>
              <a:ext uri="{FF2B5EF4-FFF2-40B4-BE49-F238E27FC236}">
                <a16:creationId xmlns:a16="http://schemas.microsoft.com/office/drawing/2014/main" id="{0BC4577D-C897-4BA9-916B-92E07DB1F97D}"/>
              </a:ext>
            </a:extLst>
          </p:cNvPr>
          <p:cNvSpPr txBox="1">
            <a:spLocks/>
          </p:cNvSpPr>
          <p:nvPr/>
        </p:nvSpPr>
        <p:spPr>
          <a:xfrm>
            <a:off x="3414580" y="2841718"/>
            <a:ext cx="2727254" cy="19123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ko-KR" altLang="en-US" b="1" dirty="0">
                <a:highlight>
                  <a:srgbClr val="FFCD00"/>
                </a:highlight>
              </a:rPr>
              <a:t>요구사항명세서</a:t>
            </a:r>
            <a:endParaRPr lang="en-US" altLang="ko-KR" b="1" dirty="0">
              <a:highlight>
                <a:srgbClr val="FFCD00"/>
              </a:highlight>
            </a:endParaRPr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ko-KR" altLang="en-US" b="1" dirty="0"/>
              <a:t>메시지 검색 기능 추가</a:t>
            </a:r>
            <a:endParaRPr lang="en-US" altLang="ko-KR" b="1" dirty="0"/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ko-KR" altLang="en-US" b="1" dirty="0"/>
              <a:t>선물하기 기능 추가</a:t>
            </a:r>
            <a:endParaRPr lang="en-US" altLang="ko-KR" b="1" dirty="0"/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ko-KR" altLang="en-US" b="1" dirty="0"/>
              <a:t>친구 리스트 </a:t>
            </a:r>
            <a:r>
              <a:rPr lang="ko-KR" altLang="en-US" b="1" dirty="0" err="1">
                <a:latin typeface="+mn-ea"/>
                <a:ea typeface="+mn-ea"/>
              </a:rPr>
              <a:t>ㄱㄴㄷ</a:t>
            </a:r>
            <a:r>
              <a:rPr lang="ko-KR" altLang="en-US" b="1" dirty="0">
                <a:latin typeface="+mn-ea"/>
                <a:ea typeface="+mn-ea"/>
              </a:rPr>
              <a:t> </a:t>
            </a:r>
            <a:r>
              <a:rPr lang="ko-KR" altLang="en-US" b="1" dirty="0"/>
              <a:t>순 정렬</a:t>
            </a:r>
            <a:endParaRPr lang="en-US" altLang="ko-KR" b="1" dirty="0"/>
          </a:p>
          <a:p>
            <a:pPr marL="285750" indent="-285750">
              <a:spcBef>
                <a:spcPts val="600"/>
              </a:spcBef>
              <a:buFontTx/>
              <a:buChar char="-"/>
            </a:pPr>
            <a:r>
              <a:rPr lang="ko-KR" altLang="en-US" b="1" dirty="0"/>
              <a:t>버그 수정</a:t>
            </a:r>
            <a:r>
              <a:rPr lang="en-US" altLang="ko-KR" b="1" dirty="0"/>
              <a:t>: </a:t>
            </a:r>
            <a:r>
              <a:rPr lang="ko-KR" altLang="en-US" b="1" dirty="0"/>
              <a:t>알림 안됨</a:t>
            </a:r>
            <a:endParaRPr lang="en-US" altLang="ko-KR" b="1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CDA998F4-F0FD-414B-B092-1A018A2FD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797" y="2729144"/>
            <a:ext cx="1923187" cy="1923187"/>
          </a:xfrm>
          <a:prstGeom prst="rect">
            <a:avLst/>
          </a:prstGeom>
        </p:spPr>
      </p:pic>
      <p:sp>
        <p:nvSpPr>
          <p:cNvPr id="22" name="Google Shape;172;p20">
            <a:extLst>
              <a:ext uri="{FF2B5EF4-FFF2-40B4-BE49-F238E27FC236}">
                <a16:creationId xmlns:a16="http://schemas.microsoft.com/office/drawing/2014/main" id="{689F8208-45D0-4A8D-A090-4FC01108AF85}"/>
              </a:ext>
            </a:extLst>
          </p:cNvPr>
          <p:cNvSpPr txBox="1">
            <a:spLocks/>
          </p:cNvSpPr>
          <p:nvPr/>
        </p:nvSpPr>
        <p:spPr>
          <a:xfrm>
            <a:off x="1044652" y="2317325"/>
            <a:ext cx="1781476" cy="95440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ko-KR" altLang="en-US" b="1" dirty="0"/>
              <a:t>메시지 검색 </a:t>
            </a:r>
            <a:r>
              <a:rPr lang="en-US" altLang="ko-KR" b="1" dirty="0"/>
              <a:t>X</a:t>
            </a:r>
          </a:p>
          <a:p>
            <a:pPr>
              <a:spcBef>
                <a:spcPts val="600"/>
              </a:spcBef>
            </a:pPr>
            <a:r>
              <a:rPr lang="ko-KR" altLang="en-US" b="1" dirty="0"/>
              <a:t>선물하기 </a:t>
            </a:r>
            <a:r>
              <a:rPr lang="en-US" altLang="ko-KR" b="1" dirty="0"/>
              <a:t>X</a:t>
            </a:r>
          </a:p>
          <a:p>
            <a:pPr>
              <a:spcBef>
                <a:spcPts val="600"/>
              </a:spcBef>
            </a:pPr>
            <a:r>
              <a:rPr lang="ko-KR" altLang="en-US" b="1" dirty="0"/>
              <a:t>친구 리스트 </a:t>
            </a:r>
            <a:r>
              <a:rPr lang="ko-KR" altLang="en-US" b="1" dirty="0">
                <a:latin typeface="+mn-ea"/>
                <a:ea typeface="+mn-ea"/>
              </a:rPr>
              <a:t>정렬 </a:t>
            </a:r>
            <a:r>
              <a:rPr lang="en-US" altLang="ko-KR" b="1" dirty="0">
                <a:latin typeface="+mn-ea"/>
                <a:ea typeface="+mn-ea"/>
              </a:rPr>
              <a:t>X</a:t>
            </a:r>
            <a:endParaRPr lang="en-US" altLang="ko-KR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FF5E7-49B1-464A-880B-6CFD66EC689D}"/>
              </a:ext>
            </a:extLst>
          </p:cNvPr>
          <p:cNvSpPr txBox="1"/>
          <p:nvPr/>
        </p:nvSpPr>
        <p:spPr>
          <a:xfrm>
            <a:off x="1633865" y="4362209"/>
            <a:ext cx="603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 1.0</a:t>
            </a:r>
            <a:endParaRPr lang="ko-KR" altLang="en-US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25E852AE-EE87-4710-A6E8-0AD7E1DE4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874" y="2729143"/>
            <a:ext cx="1923187" cy="192318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1CE0946-57F1-45C5-B742-4FF562965D51}"/>
              </a:ext>
            </a:extLst>
          </p:cNvPr>
          <p:cNvSpPr txBox="1"/>
          <p:nvPr/>
        </p:nvSpPr>
        <p:spPr>
          <a:xfrm>
            <a:off x="7014305" y="4362208"/>
            <a:ext cx="603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 2.0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18170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3" grpId="0" build="p"/>
      <p:bldP spid="17" grpId="0"/>
      <p:bldP spid="22" grpId="0" animBg="1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graphicFrame>
        <p:nvGraphicFramePr>
          <p:cNvPr id="29" name="Google Shape;768;p47">
            <a:extLst>
              <a:ext uri="{FF2B5EF4-FFF2-40B4-BE49-F238E27FC236}">
                <a16:creationId xmlns:a16="http://schemas.microsoft.com/office/drawing/2014/main" id="{77976F4C-30A9-4E29-8881-846CBD7768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21015932"/>
              </p:ext>
            </p:extLst>
          </p:nvPr>
        </p:nvGraphicFramePr>
        <p:xfrm>
          <a:off x="988509" y="2105178"/>
          <a:ext cx="7166982" cy="2030614"/>
        </p:xfrm>
        <a:graphic>
          <a:graphicData uri="http://schemas.openxmlformats.org/drawingml/2006/table">
            <a:tbl>
              <a:tblPr>
                <a:noFill/>
                <a:tableStyleId>{FD83C8C0-4F54-423C-8FE9-BE38F65F2308}</a:tableStyleId>
              </a:tblPr>
              <a:tblGrid>
                <a:gridCol w="10647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3766402643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04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95919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카카오톡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V 1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.0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C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 sz="110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0818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2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담당</a:t>
                      </a:r>
                      <a:endParaRPr sz="1000" dirty="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Origi</a:t>
                      </a:r>
                      <a:r>
                        <a:rPr lang="en-US" altLang="ko-KR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nal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메시지 검색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선물하기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친구 리스트</a:t>
                      </a:r>
                      <a:endParaRPr lang="en-US" altLang="ko-KR"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정렬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메시지 도착 알림</a:t>
                      </a:r>
                      <a:endParaRPr lang="en-US" altLang="ko-KR"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버그 수정</a:t>
                      </a:r>
                      <a:endParaRPr lang="en-US" altLang="ko-KR"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77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2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</a:t>
                      </a:r>
                      <a:endParaRPr sz="1000" dirty="0">
                        <a:solidFill>
                          <a:schemeClr val="dk2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Master Branch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 1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 2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 3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 4</a:t>
                      </a:r>
                      <a:endParaRPr sz="1000" dirty="0">
                        <a:solidFill>
                          <a:schemeClr val="dk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EE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0" name="Google Shape;1560;p49">
            <a:extLst>
              <a:ext uri="{FF2B5EF4-FFF2-40B4-BE49-F238E27FC236}">
                <a16:creationId xmlns:a16="http://schemas.microsoft.com/office/drawing/2014/main" id="{F1A2C556-2184-4C6C-9239-D58CC8514532}"/>
              </a:ext>
            </a:extLst>
          </p:cNvPr>
          <p:cNvGrpSpPr/>
          <p:nvPr/>
        </p:nvGrpSpPr>
        <p:grpSpPr>
          <a:xfrm>
            <a:off x="5259650" y="495461"/>
            <a:ext cx="445681" cy="400651"/>
            <a:chOff x="9626723" y="5526313"/>
            <a:chExt cx="720002" cy="647256"/>
          </a:xfrm>
        </p:grpSpPr>
        <p:sp>
          <p:nvSpPr>
            <p:cNvPr id="31" name="Google Shape;1561;p49">
              <a:extLst>
                <a:ext uri="{FF2B5EF4-FFF2-40B4-BE49-F238E27FC236}">
                  <a16:creationId xmlns:a16="http://schemas.microsoft.com/office/drawing/2014/main" id="{68CACFCF-B6DB-4B27-B845-3DF3D2ADACFC}"/>
                </a:ext>
              </a:extLst>
            </p:cNvPr>
            <p:cNvSpPr/>
            <p:nvPr/>
          </p:nvSpPr>
          <p:spPr>
            <a:xfrm>
              <a:off x="10040990" y="5526317"/>
              <a:ext cx="168000" cy="16830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2" name="Google Shape;1562;p49">
              <a:extLst>
                <a:ext uri="{FF2B5EF4-FFF2-40B4-BE49-F238E27FC236}">
                  <a16:creationId xmlns:a16="http://schemas.microsoft.com/office/drawing/2014/main" id="{A3A378F4-2030-4998-A924-7E7E0E1D39D6}"/>
                </a:ext>
              </a:extLst>
            </p:cNvPr>
            <p:cNvSpPr/>
            <p:nvPr/>
          </p:nvSpPr>
          <p:spPr>
            <a:xfrm>
              <a:off x="9765139" y="5526313"/>
              <a:ext cx="168300" cy="168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3" name="Google Shape;1563;p49">
              <a:extLst>
                <a:ext uri="{FF2B5EF4-FFF2-40B4-BE49-F238E27FC236}">
                  <a16:creationId xmlns:a16="http://schemas.microsoft.com/office/drawing/2014/main" id="{9E7529BD-4268-4046-9DFB-B5C2BCB38A09}"/>
                </a:ext>
              </a:extLst>
            </p:cNvPr>
            <p:cNvSpPr/>
            <p:nvPr/>
          </p:nvSpPr>
          <p:spPr>
            <a:xfrm>
              <a:off x="10040990" y="6005269"/>
              <a:ext cx="168000" cy="1683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4" name="Google Shape;1564;p49">
              <a:extLst>
                <a:ext uri="{FF2B5EF4-FFF2-40B4-BE49-F238E27FC236}">
                  <a16:creationId xmlns:a16="http://schemas.microsoft.com/office/drawing/2014/main" id="{97BCACCC-06F3-4E0F-8734-7D20FF20A56C}"/>
                </a:ext>
              </a:extLst>
            </p:cNvPr>
            <p:cNvSpPr/>
            <p:nvPr/>
          </p:nvSpPr>
          <p:spPr>
            <a:xfrm>
              <a:off x="10178425" y="5765496"/>
              <a:ext cx="168300" cy="168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5" name="Google Shape;1565;p49">
              <a:extLst>
                <a:ext uri="{FF2B5EF4-FFF2-40B4-BE49-F238E27FC236}">
                  <a16:creationId xmlns:a16="http://schemas.microsoft.com/office/drawing/2014/main" id="{026B09E2-3431-4622-8DA0-4027A9167617}"/>
                </a:ext>
              </a:extLst>
            </p:cNvPr>
            <p:cNvSpPr/>
            <p:nvPr/>
          </p:nvSpPr>
          <p:spPr>
            <a:xfrm>
              <a:off x="9626723" y="5765496"/>
              <a:ext cx="168000" cy="1689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6" name="Google Shape;1566;p49">
              <a:extLst>
                <a:ext uri="{FF2B5EF4-FFF2-40B4-BE49-F238E27FC236}">
                  <a16:creationId xmlns:a16="http://schemas.microsoft.com/office/drawing/2014/main" id="{9998F4A5-EF0D-4DE6-BAFE-71B266C9353A}"/>
                </a:ext>
              </a:extLst>
            </p:cNvPr>
            <p:cNvSpPr/>
            <p:nvPr/>
          </p:nvSpPr>
          <p:spPr>
            <a:xfrm>
              <a:off x="9765139" y="6005269"/>
              <a:ext cx="168300" cy="1683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7" name="Google Shape;1567;p49">
              <a:extLst>
                <a:ext uri="{FF2B5EF4-FFF2-40B4-BE49-F238E27FC236}">
                  <a16:creationId xmlns:a16="http://schemas.microsoft.com/office/drawing/2014/main" id="{3EEB67F7-5DA1-4899-A326-40431FAAB281}"/>
                </a:ext>
              </a:extLst>
            </p:cNvPr>
            <p:cNvSpPr/>
            <p:nvPr/>
          </p:nvSpPr>
          <p:spPr>
            <a:xfrm>
              <a:off x="10198227" y="5672808"/>
              <a:ext cx="47838" cy="83066"/>
            </a:xfrm>
            <a:custGeom>
              <a:avLst/>
              <a:gdLst/>
              <a:ahLst/>
              <a:cxnLst/>
              <a:rect l="l" t="t" r="r" b="b"/>
              <a:pathLst>
                <a:path w="94" h="163" extrusionOk="0">
                  <a:moveTo>
                    <a:pt x="0" y="0"/>
                  </a:moveTo>
                  <a:cubicBezTo>
                    <a:pt x="20" y="23"/>
                    <a:pt x="38" y="49"/>
                    <a:pt x="54" y="77"/>
                  </a:cubicBezTo>
                  <a:cubicBezTo>
                    <a:pt x="70" y="105"/>
                    <a:pt x="83" y="134"/>
                    <a:pt x="94" y="163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8" name="Google Shape;1568;p49">
              <a:extLst>
                <a:ext uri="{FF2B5EF4-FFF2-40B4-BE49-F238E27FC236}">
                  <a16:creationId xmlns:a16="http://schemas.microsoft.com/office/drawing/2014/main" id="{E005FD7B-0398-400E-9929-490362BF5D41}"/>
                </a:ext>
              </a:extLst>
            </p:cNvPr>
            <p:cNvSpPr/>
            <p:nvPr/>
          </p:nvSpPr>
          <p:spPr>
            <a:xfrm>
              <a:off x="10197835" y="5944589"/>
              <a:ext cx="48230" cy="83066"/>
            </a:xfrm>
            <a:custGeom>
              <a:avLst/>
              <a:gdLst/>
              <a:ahLst/>
              <a:cxnLst/>
              <a:rect l="l" t="t" r="r" b="b"/>
              <a:pathLst>
                <a:path w="95" h="163" extrusionOk="0">
                  <a:moveTo>
                    <a:pt x="95" y="0"/>
                  </a:moveTo>
                  <a:cubicBezTo>
                    <a:pt x="84" y="29"/>
                    <a:pt x="71" y="58"/>
                    <a:pt x="55" y="85"/>
                  </a:cubicBezTo>
                  <a:cubicBezTo>
                    <a:pt x="39" y="113"/>
                    <a:pt x="20" y="139"/>
                    <a:pt x="0" y="163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9" name="Google Shape;1569;p49">
              <a:extLst>
                <a:ext uri="{FF2B5EF4-FFF2-40B4-BE49-F238E27FC236}">
                  <a16:creationId xmlns:a16="http://schemas.microsoft.com/office/drawing/2014/main" id="{EEF3F7B3-69BD-44F4-8D57-7D69A4E99365}"/>
                </a:ext>
              </a:extLst>
            </p:cNvPr>
            <p:cNvSpPr/>
            <p:nvPr/>
          </p:nvSpPr>
          <p:spPr>
            <a:xfrm>
              <a:off x="9938649" y="6122111"/>
              <a:ext cx="96263" cy="4124"/>
            </a:xfrm>
            <a:custGeom>
              <a:avLst/>
              <a:gdLst/>
              <a:ahLst/>
              <a:cxnLst/>
              <a:rect l="l" t="t" r="r" b="b"/>
              <a:pathLst>
                <a:path w="189" h="8" extrusionOk="0">
                  <a:moveTo>
                    <a:pt x="189" y="0"/>
                  </a:moveTo>
                  <a:cubicBezTo>
                    <a:pt x="158" y="5"/>
                    <a:pt x="127" y="8"/>
                    <a:pt x="95" y="8"/>
                  </a:cubicBezTo>
                  <a:cubicBezTo>
                    <a:pt x="63" y="8"/>
                    <a:pt x="31" y="5"/>
                    <a:pt x="0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40" name="Google Shape;1570;p49">
              <a:extLst>
                <a:ext uri="{FF2B5EF4-FFF2-40B4-BE49-F238E27FC236}">
                  <a16:creationId xmlns:a16="http://schemas.microsoft.com/office/drawing/2014/main" id="{4CCEA33E-D20F-4DB3-8C53-008439031A0C}"/>
                </a:ext>
              </a:extLst>
            </p:cNvPr>
            <p:cNvSpPr/>
            <p:nvPr/>
          </p:nvSpPr>
          <p:spPr>
            <a:xfrm>
              <a:off x="9728084" y="5944196"/>
              <a:ext cx="47838" cy="83066"/>
            </a:xfrm>
            <a:custGeom>
              <a:avLst/>
              <a:gdLst/>
              <a:ahLst/>
              <a:cxnLst/>
              <a:rect l="l" t="t" r="r" b="b"/>
              <a:pathLst>
                <a:path w="94" h="163" extrusionOk="0">
                  <a:moveTo>
                    <a:pt x="94" y="163"/>
                  </a:moveTo>
                  <a:cubicBezTo>
                    <a:pt x="74" y="140"/>
                    <a:pt x="56" y="114"/>
                    <a:pt x="40" y="86"/>
                  </a:cubicBezTo>
                  <a:cubicBezTo>
                    <a:pt x="24" y="58"/>
                    <a:pt x="11" y="30"/>
                    <a:pt x="0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41" name="Google Shape;1571;p49">
              <a:extLst>
                <a:ext uri="{FF2B5EF4-FFF2-40B4-BE49-F238E27FC236}">
                  <a16:creationId xmlns:a16="http://schemas.microsoft.com/office/drawing/2014/main" id="{F9947260-687D-4815-9FD6-0CF0D89C5CF1}"/>
                </a:ext>
              </a:extLst>
            </p:cNvPr>
            <p:cNvSpPr/>
            <p:nvPr/>
          </p:nvSpPr>
          <p:spPr>
            <a:xfrm>
              <a:off x="9728084" y="5672219"/>
              <a:ext cx="48230" cy="83066"/>
            </a:xfrm>
            <a:custGeom>
              <a:avLst/>
              <a:gdLst/>
              <a:ahLst/>
              <a:cxnLst/>
              <a:rect l="l" t="t" r="r" b="b"/>
              <a:pathLst>
                <a:path w="95" h="163" extrusionOk="0">
                  <a:moveTo>
                    <a:pt x="0" y="163"/>
                  </a:moveTo>
                  <a:cubicBezTo>
                    <a:pt x="11" y="134"/>
                    <a:pt x="24" y="106"/>
                    <a:pt x="40" y="78"/>
                  </a:cubicBezTo>
                  <a:cubicBezTo>
                    <a:pt x="56" y="50"/>
                    <a:pt x="75" y="24"/>
                    <a:pt x="95" y="0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42" name="Google Shape;1572;p49">
              <a:extLst>
                <a:ext uri="{FF2B5EF4-FFF2-40B4-BE49-F238E27FC236}">
                  <a16:creationId xmlns:a16="http://schemas.microsoft.com/office/drawing/2014/main" id="{99979AFF-ED73-41F7-A13C-8491AB1FAE47}"/>
                </a:ext>
              </a:extLst>
            </p:cNvPr>
            <p:cNvSpPr/>
            <p:nvPr/>
          </p:nvSpPr>
          <p:spPr>
            <a:xfrm>
              <a:off x="9939237" y="5573835"/>
              <a:ext cx="96263" cy="4124"/>
            </a:xfrm>
            <a:custGeom>
              <a:avLst/>
              <a:gdLst/>
              <a:ahLst/>
              <a:cxnLst/>
              <a:rect l="l" t="t" r="r" b="b"/>
              <a:pathLst>
                <a:path w="189" h="8" extrusionOk="0">
                  <a:moveTo>
                    <a:pt x="0" y="8"/>
                  </a:moveTo>
                  <a:cubicBezTo>
                    <a:pt x="31" y="3"/>
                    <a:pt x="62" y="0"/>
                    <a:pt x="94" y="0"/>
                  </a:cubicBezTo>
                  <a:cubicBezTo>
                    <a:pt x="126" y="0"/>
                    <a:pt x="158" y="3"/>
                    <a:pt x="189" y="8"/>
                  </a:cubicBezTo>
                </a:path>
              </a:pathLst>
            </a:custGeom>
            <a:noFill/>
            <a:ln w="28575" cap="rnd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79656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4" name="Google Shape;750;p46">
            <a:extLst>
              <a:ext uri="{FF2B5EF4-FFF2-40B4-BE49-F238E27FC236}">
                <a16:creationId xmlns:a16="http://schemas.microsoft.com/office/drawing/2014/main" id="{8DE61A09-0ED4-49FD-AA1B-C5C36AF7CF79}"/>
              </a:ext>
            </a:extLst>
          </p:cNvPr>
          <p:cNvCxnSpPr>
            <a:cxnSpLocks/>
          </p:cNvCxnSpPr>
          <p:nvPr/>
        </p:nvCxnSpPr>
        <p:spPr>
          <a:xfrm flipH="1">
            <a:off x="5419656" y="3424573"/>
            <a:ext cx="954601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45" name="Google Shape;750;p46">
            <a:extLst>
              <a:ext uri="{FF2B5EF4-FFF2-40B4-BE49-F238E27FC236}">
                <a16:creationId xmlns:a16="http://schemas.microsoft.com/office/drawing/2014/main" id="{E14FB3F7-9E25-4655-8CB9-E574F93729DB}"/>
              </a:ext>
            </a:extLst>
          </p:cNvPr>
          <p:cNvCxnSpPr>
            <a:cxnSpLocks/>
          </p:cNvCxnSpPr>
          <p:nvPr/>
        </p:nvCxnSpPr>
        <p:spPr>
          <a:xfrm flipH="1">
            <a:off x="5381556" y="2719649"/>
            <a:ext cx="954601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46" name="Google Shape;750;p46">
            <a:extLst>
              <a:ext uri="{FF2B5EF4-FFF2-40B4-BE49-F238E27FC236}">
                <a16:creationId xmlns:a16="http://schemas.microsoft.com/office/drawing/2014/main" id="{77A60FE2-4EAE-4EDF-ADD3-F654EDBC9CF2}"/>
              </a:ext>
            </a:extLst>
          </p:cNvPr>
          <p:cNvCxnSpPr>
            <a:cxnSpLocks/>
          </p:cNvCxnSpPr>
          <p:nvPr/>
        </p:nvCxnSpPr>
        <p:spPr>
          <a:xfrm flipH="1">
            <a:off x="5381556" y="2011771"/>
            <a:ext cx="954601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00" name="Google Shape;750;p46">
            <a:extLst>
              <a:ext uri="{FF2B5EF4-FFF2-40B4-BE49-F238E27FC236}">
                <a16:creationId xmlns:a16="http://schemas.microsoft.com/office/drawing/2014/main" id="{A825C251-6B69-4818-83ED-17F302F1D3B3}"/>
              </a:ext>
            </a:extLst>
          </p:cNvPr>
          <p:cNvCxnSpPr>
            <a:cxnSpLocks/>
          </p:cNvCxnSpPr>
          <p:nvPr/>
        </p:nvCxnSpPr>
        <p:spPr>
          <a:xfrm>
            <a:off x="6709661" y="2969923"/>
            <a:ext cx="1548514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93" name="Google Shape;750;p46">
            <a:extLst>
              <a:ext uri="{FF2B5EF4-FFF2-40B4-BE49-F238E27FC236}">
                <a16:creationId xmlns:a16="http://schemas.microsoft.com/office/drawing/2014/main" id="{1738647F-F44E-492F-8175-982E61041B0A}"/>
              </a:ext>
            </a:extLst>
          </p:cNvPr>
          <p:cNvCxnSpPr>
            <a:cxnSpLocks/>
          </p:cNvCxnSpPr>
          <p:nvPr/>
        </p:nvCxnSpPr>
        <p:spPr>
          <a:xfrm>
            <a:off x="543118" y="2991840"/>
            <a:ext cx="972760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sp>
        <p:nvSpPr>
          <p:cNvPr id="31" name="Google Shape;1561;p49">
            <a:extLst>
              <a:ext uri="{FF2B5EF4-FFF2-40B4-BE49-F238E27FC236}">
                <a16:creationId xmlns:a16="http://schemas.microsoft.com/office/drawing/2014/main" id="{68CACFCF-B6DB-4B27-B845-3DF3D2ADACFC}"/>
              </a:ext>
            </a:extLst>
          </p:cNvPr>
          <p:cNvSpPr/>
          <p:nvPr/>
        </p:nvSpPr>
        <p:spPr>
          <a:xfrm>
            <a:off x="7194202" y="2543965"/>
            <a:ext cx="865556" cy="8671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altLang="ko-KR" sz="140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 2.0</a:t>
            </a:r>
            <a:endParaRPr sz="1400" i="0" u="none" strike="noStrike" cap="none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22" name="Google Shape;750;p46">
            <a:extLst>
              <a:ext uri="{FF2B5EF4-FFF2-40B4-BE49-F238E27FC236}">
                <a16:creationId xmlns:a16="http://schemas.microsoft.com/office/drawing/2014/main" id="{2F0864F0-2FC9-47D7-BC33-4A718C76864B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1541933" y="2000474"/>
            <a:ext cx="1067848" cy="994012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6" name="Google Shape;750;p46">
            <a:extLst>
              <a:ext uri="{FF2B5EF4-FFF2-40B4-BE49-F238E27FC236}">
                <a16:creationId xmlns:a16="http://schemas.microsoft.com/office/drawing/2014/main" id="{EBBF956A-69CA-4CC1-A14F-C79996FE476B}"/>
              </a:ext>
            </a:extLst>
          </p:cNvPr>
          <p:cNvCxnSpPr>
            <a:cxnSpLocks/>
            <a:endCxn id="63" idx="1"/>
          </p:cNvCxnSpPr>
          <p:nvPr/>
        </p:nvCxnSpPr>
        <p:spPr>
          <a:xfrm flipV="1">
            <a:off x="1541933" y="2727402"/>
            <a:ext cx="1067848" cy="267086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" name="Google Shape;750;p46">
            <a:extLst>
              <a:ext uri="{FF2B5EF4-FFF2-40B4-BE49-F238E27FC236}">
                <a16:creationId xmlns:a16="http://schemas.microsoft.com/office/drawing/2014/main" id="{3D7AD83E-31A9-4FD1-8553-B6B0AF039372}"/>
              </a:ext>
            </a:extLst>
          </p:cNvPr>
          <p:cNvCxnSpPr>
            <a:cxnSpLocks/>
            <a:endCxn id="64" idx="1"/>
          </p:cNvCxnSpPr>
          <p:nvPr/>
        </p:nvCxnSpPr>
        <p:spPr>
          <a:xfrm>
            <a:off x="1541933" y="2994482"/>
            <a:ext cx="1067848" cy="447369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4" name="Google Shape;750;p46">
            <a:extLst>
              <a:ext uri="{FF2B5EF4-FFF2-40B4-BE49-F238E27FC236}">
                <a16:creationId xmlns:a16="http://schemas.microsoft.com/office/drawing/2014/main" id="{A288AA9A-FF2D-4924-B997-8D58A7698B04}"/>
              </a:ext>
            </a:extLst>
          </p:cNvPr>
          <p:cNvCxnSpPr>
            <a:cxnSpLocks/>
            <a:endCxn id="65" idx="1"/>
          </p:cNvCxnSpPr>
          <p:nvPr/>
        </p:nvCxnSpPr>
        <p:spPr>
          <a:xfrm>
            <a:off x="1586990" y="2994481"/>
            <a:ext cx="1022791" cy="1141141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2" name="Google Shape;1562;p49">
            <a:extLst>
              <a:ext uri="{FF2B5EF4-FFF2-40B4-BE49-F238E27FC236}">
                <a16:creationId xmlns:a16="http://schemas.microsoft.com/office/drawing/2014/main" id="{A3A378F4-2030-4998-A924-7E7E0E1D39D6}"/>
              </a:ext>
            </a:extLst>
          </p:cNvPr>
          <p:cNvSpPr/>
          <p:nvPr/>
        </p:nvSpPr>
        <p:spPr>
          <a:xfrm>
            <a:off x="1108382" y="2551406"/>
            <a:ext cx="867102" cy="86710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i="0" u="none" strike="noStrike" cap="none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3906BD-84C3-4E18-BBF3-71C96FEA7024}"/>
              </a:ext>
            </a:extLst>
          </p:cNvPr>
          <p:cNvSpPr txBox="1"/>
          <p:nvPr/>
        </p:nvSpPr>
        <p:spPr>
          <a:xfrm>
            <a:off x="1179494" y="2740028"/>
            <a:ext cx="724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Master</a:t>
            </a:r>
          </a:p>
          <a:p>
            <a:pPr algn="ctr"/>
            <a:r>
              <a:rPr lang="en-US" altLang="ko-KR" sz="14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Branch</a:t>
            </a:r>
          </a:p>
        </p:txBody>
      </p:sp>
      <p:sp>
        <p:nvSpPr>
          <p:cNvPr id="66" name="Google Shape;1562;p49">
            <a:extLst>
              <a:ext uri="{FF2B5EF4-FFF2-40B4-BE49-F238E27FC236}">
                <a16:creationId xmlns:a16="http://schemas.microsoft.com/office/drawing/2014/main" id="{04C9393E-2FB3-4ED3-BA20-46AE0293BB35}"/>
              </a:ext>
            </a:extLst>
          </p:cNvPr>
          <p:cNvSpPr/>
          <p:nvPr/>
        </p:nvSpPr>
        <p:spPr>
          <a:xfrm>
            <a:off x="82589" y="2540257"/>
            <a:ext cx="867102" cy="86710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altLang="ko-KR" sz="140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 1.0</a:t>
            </a:r>
            <a:endParaRPr sz="1400" i="0" u="none" strike="noStrike" cap="none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70" name="Google Shape;750;p46">
            <a:extLst>
              <a:ext uri="{FF2B5EF4-FFF2-40B4-BE49-F238E27FC236}">
                <a16:creationId xmlns:a16="http://schemas.microsoft.com/office/drawing/2014/main" id="{C416A903-B341-441D-BBF1-810E5C3D6BB8}"/>
              </a:ext>
            </a:extLst>
          </p:cNvPr>
          <p:cNvCxnSpPr>
            <a:cxnSpLocks/>
            <a:endCxn id="65" idx="3"/>
          </p:cNvCxnSpPr>
          <p:nvPr/>
        </p:nvCxnSpPr>
        <p:spPr>
          <a:xfrm flipH="1">
            <a:off x="5543481" y="4135622"/>
            <a:ext cx="954601" cy="0"/>
          </a:xfrm>
          <a:prstGeom prst="straightConnector1">
            <a:avLst/>
          </a:prstGeom>
          <a:noFill/>
          <a:ln w="28575" cap="rnd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5FA22AFC-27C2-40D7-90D2-8083994E98D5}"/>
              </a:ext>
            </a:extLst>
          </p:cNvPr>
          <p:cNvSpPr/>
          <p:nvPr/>
        </p:nvSpPr>
        <p:spPr>
          <a:xfrm>
            <a:off x="2609781" y="1754067"/>
            <a:ext cx="2933700" cy="49281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메시지 검색 기능 추가</a:t>
            </a:r>
            <a:endParaRPr lang="en-US" altLang="ko-KR" sz="1400" dirty="0">
              <a:solidFill>
                <a:schemeClr val="tx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4EBEE7D-98C4-497B-A4CF-2D4CAF534D89}"/>
              </a:ext>
            </a:extLst>
          </p:cNvPr>
          <p:cNvSpPr/>
          <p:nvPr/>
        </p:nvSpPr>
        <p:spPr>
          <a:xfrm>
            <a:off x="2609781" y="2480995"/>
            <a:ext cx="2933700" cy="49281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선물하기 기능 추가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167273EE-9F0D-40F3-9B7B-1E683218EA30}"/>
              </a:ext>
            </a:extLst>
          </p:cNvPr>
          <p:cNvSpPr/>
          <p:nvPr/>
        </p:nvSpPr>
        <p:spPr>
          <a:xfrm>
            <a:off x="2609781" y="3195444"/>
            <a:ext cx="2933700" cy="49281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친구 리스트 </a:t>
            </a:r>
            <a:r>
              <a:rPr lang="ko-KR" altLang="en-US" dirty="0" err="1">
                <a:solidFill>
                  <a:schemeClr val="tx1"/>
                </a:solidFill>
              </a:rPr>
              <a:t>ㄱㄴㄷ순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정렬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8ACE95E0-BC54-4C26-90A6-6D008A569987}"/>
              </a:ext>
            </a:extLst>
          </p:cNvPr>
          <p:cNvSpPr/>
          <p:nvPr/>
        </p:nvSpPr>
        <p:spPr>
          <a:xfrm>
            <a:off x="2609781" y="3889215"/>
            <a:ext cx="2933700" cy="492813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메시지 도착 알림 버그 수정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E872096-B1BD-4AB1-8ED3-422653697879}"/>
              </a:ext>
            </a:extLst>
          </p:cNvPr>
          <p:cNvSpPr txBox="1"/>
          <p:nvPr/>
        </p:nvSpPr>
        <p:spPr>
          <a:xfrm rot="19020731">
            <a:off x="1794381" y="2167718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Branch 1</a:t>
            </a:r>
            <a:endParaRPr lang="ko-KR" altLang="en-US" sz="1100" dirty="0"/>
          </a:p>
        </p:txBody>
      </p:sp>
      <p:sp>
        <p:nvSpPr>
          <p:cNvPr id="134" name="Google Shape;1561;p49">
            <a:extLst>
              <a:ext uri="{FF2B5EF4-FFF2-40B4-BE49-F238E27FC236}">
                <a16:creationId xmlns:a16="http://schemas.microsoft.com/office/drawing/2014/main" id="{0DBCD4EE-2993-43D4-9AA1-36D75C15A033}"/>
              </a:ext>
            </a:extLst>
          </p:cNvPr>
          <p:cNvSpPr/>
          <p:nvPr/>
        </p:nvSpPr>
        <p:spPr>
          <a:xfrm>
            <a:off x="8214959" y="2528524"/>
            <a:ext cx="865556" cy="8671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i="0" u="none" strike="noStrike" cap="none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4B6DB65-E86A-4538-B262-11A819D56C97}"/>
              </a:ext>
            </a:extLst>
          </p:cNvPr>
          <p:cNvSpPr txBox="1"/>
          <p:nvPr/>
        </p:nvSpPr>
        <p:spPr>
          <a:xfrm>
            <a:off x="8258175" y="2808188"/>
            <a:ext cx="77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Release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6BF1AA81-480D-47E5-874F-EA73A2A1017B}"/>
              </a:ext>
            </a:extLst>
          </p:cNvPr>
          <p:cNvSpPr txBox="1"/>
          <p:nvPr/>
        </p:nvSpPr>
        <p:spPr>
          <a:xfrm rot="20736235">
            <a:off x="1930618" y="2578358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Branch 2</a:t>
            </a:r>
            <a:endParaRPr lang="ko-KR" altLang="en-US" sz="1100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0ADC09C8-F821-4319-A1FD-A3F8825B58B9}"/>
              </a:ext>
            </a:extLst>
          </p:cNvPr>
          <p:cNvSpPr txBox="1"/>
          <p:nvPr/>
        </p:nvSpPr>
        <p:spPr>
          <a:xfrm rot="1332554">
            <a:off x="1963461" y="309436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Branch 3</a:t>
            </a:r>
            <a:endParaRPr lang="ko-KR" altLang="en-US" sz="11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CD0211E4-2362-42F8-806D-865AA56ABB4B}"/>
              </a:ext>
            </a:extLst>
          </p:cNvPr>
          <p:cNvSpPr txBox="1"/>
          <p:nvPr/>
        </p:nvSpPr>
        <p:spPr>
          <a:xfrm rot="2878202">
            <a:off x="1923588" y="351579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Branch 4</a:t>
            </a:r>
            <a:endParaRPr lang="ko-KR" altLang="en-US" sz="1100" dirty="0"/>
          </a:p>
        </p:txBody>
      </p: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5F01519D-EA8F-4835-8059-ACC2178391D5}"/>
              </a:ext>
            </a:extLst>
          </p:cNvPr>
          <p:cNvSpPr/>
          <p:nvPr/>
        </p:nvSpPr>
        <p:spPr>
          <a:xfrm>
            <a:off x="6180440" y="1754067"/>
            <a:ext cx="805497" cy="2627961"/>
          </a:xfrm>
          <a:prstGeom prst="roundRect">
            <a:avLst/>
          </a:prstGeom>
          <a:solidFill>
            <a:srgbClr val="F692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Quattrocento Sans" panose="020B0600000101010101" charset="0"/>
              </a:rPr>
              <a:t>Merge</a:t>
            </a:r>
            <a:endParaRPr lang="ko-KR" altLang="en-US" dirty="0">
              <a:solidFill>
                <a:schemeClr val="tx1"/>
              </a:solidFill>
              <a:latin typeface="Quattrocento Sans" panose="020B0600000101010101" charset="0"/>
            </a:endParaRPr>
          </a:p>
        </p:txBody>
      </p:sp>
      <p:sp>
        <p:nvSpPr>
          <p:cNvPr id="147" name="Google Shape;1566;p49">
            <a:extLst>
              <a:ext uri="{FF2B5EF4-FFF2-40B4-BE49-F238E27FC236}">
                <a16:creationId xmlns:a16="http://schemas.microsoft.com/office/drawing/2014/main" id="{E2979D14-6A6B-4BBF-99D7-82027826F451}"/>
              </a:ext>
            </a:extLst>
          </p:cNvPr>
          <p:cNvSpPr/>
          <p:nvPr/>
        </p:nvSpPr>
        <p:spPr>
          <a:xfrm>
            <a:off x="5361470" y="1605832"/>
            <a:ext cx="305837" cy="3058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sz="1400" i="0" u="none" strike="noStrike" cap="none" dirty="0">
                <a:solidFill>
                  <a:schemeClr val="bg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</a:t>
            </a:r>
            <a:endParaRPr sz="1400" i="0" u="none" strike="noStrike" cap="none" dirty="0">
              <a:solidFill>
                <a:schemeClr val="bg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48" name="Google Shape;1566;p49">
            <a:extLst>
              <a:ext uri="{FF2B5EF4-FFF2-40B4-BE49-F238E27FC236}">
                <a16:creationId xmlns:a16="http://schemas.microsoft.com/office/drawing/2014/main" id="{B99B3C50-A965-4D66-A18F-E0D7074BB6A7}"/>
              </a:ext>
            </a:extLst>
          </p:cNvPr>
          <p:cNvSpPr/>
          <p:nvPr/>
        </p:nvSpPr>
        <p:spPr>
          <a:xfrm>
            <a:off x="5358265" y="2331798"/>
            <a:ext cx="305837" cy="3058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sz="1400" i="0" u="none" strike="noStrike" cap="none" dirty="0">
                <a:solidFill>
                  <a:schemeClr val="bg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</a:t>
            </a:r>
            <a:endParaRPr sz="1400" i="0" u="none" strike="noStrike" cap="none" dirty="0">
              <a:solidFill>
                <a:schemeClr val="bg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49" name="Google Shape;1566;p49">
            <a:extLst>
              <a:ext uri="{FF2B5EF4-FFF2-40B4-BE49-F238E27FC236}">
                <a16:creationId xmlns:a16="http://schemas.microsoft.com/office/drawing/2014/main" id="{86B423ED-1CBD-49F1-AC6B-41D3625BDC18}"/>
              </a:ext>
            </a:extLst>
          </p:cNvPr>
          <p:cNvSpPr/>
          <p:nvPr/>
        </p:nvSpPr>
        <p:spPr>
          <a:xfrm>
            <a:off x="5358265" y="3046247"/>
            <a:ext cx="305837" cy="3058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sz="1400" i="0" u="none" strike="noStrike" cap="none" dirty="0">
                <a:solidFill>
                  <a:schemeClr val="bg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</a:t>
            </a:r>
            <a:endParaRPr sz="1400" i="0" u="none" strike="noStrike" cap="none" dirty="0">
              <a:solidFill>
                <a:schemeClr val="bg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0" name="Google Shape;1566;p49">
            <a:extLst>
              <a:ext uri="{FF2B5EF4-FFF2-40B4-BE49-F238E27FC236}">
                <a16:creationId xmlns:a16="http://schemas.microsoft.com/office/drawing/2014/main" id="{70401F96-AFD5-44EC-8CA4-829302041749}"/>
              </a:ext>
            </a:extLst>
          </p:cNvPr>
          <p:cNvSpPr/>
          <p:nvPr/>
        </p:nvSpPr>
        <p:spPr>
          <a:xfrm>
            <a:off x="5364270" y="3733800"/>
            <a:ext cx="305837" cy="3058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lang="en-US" sz="1400" i="0" u="none" strike="noStrike" cap="none" dirty="0">
                <a:solidFill>
                  <a:schemeClr val="bg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</a:t>
            </a:r>
            <a:endParaRPr sz="1400" i="0" u="none" strike="noStrike" cap="none" dirty="0">
              <a:solidFill>
                <a:schemeClr val="bg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  <p:extLst>
      <p:ext uri="{BB962C8B-B14F-4D97-AF65-F5344CB8AC3E}">
        <p14:creationId xmlns:p14="http://schemas.microsoft.com/office/powerpoint/2010/main" val="42749850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393" name="Google Shape;393;p34"/>
          <p:cNvSpPr txBox="1">
            <a:spLocks noGrp="1"/>
          </p:cNvSpPr>
          <p:nvPr>
            <p:ph type="body" idx="1"/>
          </p:nvPr>
        </p:nvSpPr>
        <p:spPr>
          <a:xfrm>
            <a:off x="456113" y="1385706"/>
            <a:ext cx="3999496" cy="1059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4000" b="1" dirty="0">
                <a:highlight>
                  <a:srgbClr val="FFCD00"/>
                </a:highlight>
              </a:rPr>
              <a:t>Command Line</a:t>
            </a:r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4945626-418F-441C-8849-6C3C5A1FB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626" y="2335426"/>
            <a:ext cx="3414337" cy="21641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2" descr="GitHub Download for Free - 2023 Latest Version">
            <a:extLst>
              <a:ext uri="{FF2B5EF4-FFF2-40B4-BE49-F238E27FC236}">
                <a16:creationId xmlns:a16="http://schemas.microsoft.com/office/drawing/2014/main" id="{EA5E1739-4015-4124-B8E3-D85F657522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5940" y="2401453"/>
            <a:ext cx="3457287" cy="19447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Google Shape;393;p34">
            <a:extLst>
              <a:ext uri="{FF2B5EF4-FFF2-40B4-BE49-F238E27FC236}">
                <a16:creationId xmlns:a16="http://schemas.microsoft.com/office/drawing/2014/main" id="{D92E4117-9705-4B68-9BB0-BCFF2CAD2C08}"/>
              </a:ext>
            </a:extLst>
          </p:cNvPr>
          <p:cNvSpPr txBox="1">
            <a:spLocks/>
          </p:cNvSpPr>
          <p:nvPr/>
        </p:nvSpPr>
        <p:spPr>
          <a:xfrm>
            <a:off x="5588718" y="1385706"/>
            <a:ext cx="2453519" cy="105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indent="0" algn="ctr">
              <a:buFont typeface="Quattrocento Sans"/>
              <a:buNone/>
            </a:pPr>
            <a:r>
              <a:rPr lang="en-US" sz="4000" b="1" dirty="0">
                <a:highlight>
                  <a:srgbClr val="FFCD00"/>
                </a:highlight>
              </a:rPr>
              <a:t>Git GUI</a:t>
            </a:r>
          </a:p>
        </p:txBody>
      </p:sp>
      <p:sp>
        <p:nvSpPr>
          <p:cNvPr id="19" name="Google Shape;393;p34">
            <a:extLst>
              <a:ext uri="{FF2B5EF4-FFF2-40B4-BE49-F238E27FC236}">
                <a16:creationId xmlns:a16="http://schemas.microsoft.com/office/drawing/2014/main" id="{7A20F7AD-53AE-45CD-A881-8677E77139C6}"/>
              </a:ext>
            </a:extLst>
          </p:cNvPr>
          <p:cNvSpPr txBox="1">
            <a:spLocks/>
          </p:cNvSpPr>
          <p:nvPr/>
        </p:nvSpPr>
        <p:spPr>
          <a:xfrm>
            <a:off x="1516260" y="4475567"/>
            <a:ext cx="1785067" cy="4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indent="0" algn="ctr">
              <a:buFont typeface="Quattrocento Sans"/>
              <a:buNone/>
            </a:pPr>
            <a:r>
              <a:rPr lang="en-US" sz="1800" b="1" dirty="0"/>
              <a:t>Git Bash</a:t>
            </a:r>
          </a:p>
        </p:txBody>
      </p:sp>
      <p:sp>
        <p:nvSpPr>
          <p:cNvPr id="20" name="Google Shape;393;p34">
            <a:extLst>
              <a:ext uri="{FF2B5EF4-FFF2-40B4-BE49-F238E27FC236}">
                <a16:creationId xmlns:a16="http://schemas.microsoft.com/office/drawing/2014/main" id="{26EBE537-7BAC-4CBB-9AD5-7A5EB78A5F2F}"/>
              </a:ext>
            </a:extLst>
          </p:cNvPr>
          <p:cNvSpPr txBox="1">
            <a:spLocks/>
          </p:cNvSpPr>
          <p:nvPr/>
        </p:nvSpPr>
        <p:spPr>
          <a:xfrm>
            <a:off x="4836313" y="2230945"/>
            <a:ext cx="1785067" cy="4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indent="0" algn="ctr">
              <a:buFont typeface="Quattrocento Sans"/>
              <a:buNone/>
            </a:pPr>
            <a:r>
              <a:rPr lang="en-US" sz="1800" b="1" dirty="0"/>
              <a:t>Ex)</a:t>
            </a:r>
          </a:p>
        </p:txBody>
      </p:sp>
    </p:spTree>
    <p:extLst>
      <p:ext uri="{BB962C8B-B14F-4D97-AF65-F5344CB8AC3E}">
        <p14:creationId xmlns:p14="http://schemas.microsoft.com/office/powerpoint/2010/main" val="2985126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393" name="Google Shape;393;p34"/>
          <p:cNvSpPr txBox="1">
            <a:spLocks noGrp="1"/>
          </p:cNvSpPr>
          <p:nvPr>
            <p:ph type="body" idx="1"/>
          </p:nvPr>
        </p:nvSpPr>
        <p:spPr>
          <a:xfrm>
            <a:off x="2957512" y="1719880"/>
            <a:ext cx="3228975" cy="3406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1" dirty="0">
                <a:highlight>
                  <a:srgbClr val="FFCD00"/>
                </a:highlight>
              </a:rPr>
              <a:t>Command Line </a:t>
            </a:r>
            <a:r>
              <a:rPr lang="ko-KR" altLang="en-US" sz="1800" b="1" dirty="0">
                <a:highlight>
                  <a:srgbClr val="FFCD00"/>
                </a:highlight>
              </a:rPr>
              <a:t>명령어</a:t>
            </a:r>
            <a:endParaRPr lang="en-US" sz="1800" b="1" dirty="0">
              <a:highlight>
                <a:srgbClr val="FFCD00"/>
              </a:highlight>
            </a:endParaRPr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  <p:sp>
        <p:nvSpPr>
          <p:cNvPr id="13" name="Google Shape;125;p17">
            <a:extLst>
              <a:ext uri="{FF2B5EF4-FFF2-40B4-BE49-F238E27FC236}">
                <a16:creationId xmlns:a16="http://schemas.microsoft.com/office/drawing/2014/main" id="{78FB27E7-03E2-4A76-AAF2-5B33B03E6C91}"/>
              </a:ext>
            </a:extLst>
          </p:cNvPr>
          <p:cNvSpPr txBox="1">
            <a:spLocks/>
          </p:cNvSpPr>
          <p:nvPr/>
        </p:nvSpPr>
        <p:spPr>
          <a:xfrm>
            <a:off x="660172" y="2112199"/>
            <a:ext cx="4531935" cy="2164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>
              <a:buClr>
                <a:schemeClr val="accent1"/>
              </a:buClr>
            </a:pPr>
            <a:r>
              <a:rPr lang="en-US" sz="1400" dirty="0"/>
              <a:t>git </a:t>
            </a:r>
            <a:r>
              <a:rPr lang="en-US" sz="1400" dirty="0" err="1"/>
              <a:t>init</a:t>
            </a:r>
            <a:endParaRPr lang="en-US" sz="1400" dirty="0"/>
          </a:p>
          <a:p>
            <a:pPr>
              <a:buClr>
                <a:schemeClr val="accent1"/>
              </a:buClr>
            </a:pPr>
            <a:r>
              <a:rPr lang="en-US" sz="1400" dirty="0"/>
              <a:t>git clone [</a:t>
            </a:r>
            <a:r>
              <a:rPr lang="ko-KR" altLang="en-US" sz="1400" dirty="0"/>
              <a:t>원격 저장소 주소</a:t>
            </a:r>
            <a:r>
              <a:rPr lang="en-US" altLang="ko-KR" sz="1400" dirty="0"/>
              <a:t>]</a:t>
            </a:r>
            <a:endParaRPr lang="en-US" sz="1400" dirty="0"/>
          </a:p>
          <a:p>
            <a:pPr>
              <a:buClr>
                <a:schemeClr val="accent1"/>
              </a:buClr>
            </a:pPr>
            <a:r>
              <a:rPr lang="en-US" sz="1400" dirty="0"/>
              <a:t>git add [</a:t>
            </a:r>
            <a:r>
              <a:rPr lang="ko-KR" altLang="en-US" sz="1400" dirty="0"/>
              <a:t>파일명</a:t>
            </a:r>
            <a:r>
              <a:rPr lang="en-US" altLang="ko-KR" sz="1400" dirty="0"/>
              <a:t>]or . </a:t>
            </a:r>
            <a:endParaRPr lang="en-US" sz="1400" dirty="0"/>
          </a:p>
          <a:p>
            <a:pPr>
              <a:buClr>
                <a:schemeClr val="accent1"/>
              </a:buClr>
            </a:pPr>
            <a:r>
              <a:rPr lang="en-US" sz="1400" dirty="0"/>
              <a:t>git commit –m “[</a:t>
            </a:r>
            <a:r>
              <a:rPr lang="ko-KR" altLang="en-US" sz="1400" dirty="0" err="1"/>
              <a:t>커밋</a:t>
            </a:r>
            <a:r>
              <a:rPr lang="ko-KR" altLang="en-US" sz="1400" dirty="0"/>
              <a:t> 메시지</a:t>
            </a:r>
            <a:r>
              <a:rPr lang="en-US" altLang="ko-KR" sz="1400" dirty="0"/>
              <a:t>]</a:t>
            </a:r>
            <a:r>
              <a:rPr lang="en-US" sz="1400" dirty="0"/>
              <a:t>”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status 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log</a:t>
            </a:r>
          </a:p>
        </p:txBody>
      </p:sp>
      <p:sp>
        <p:nvSpPr>
          <p:cNvPr id="21" name="Google Shape;125;p17">
            <a:extLst>
              <a:ext uri="{FF2B5EF4-FFF2-40B4-BE49-F238E27FC236}">
                <a16:creationId xmlns:a16="http://schemas.microsoft.com/office/drawing/2014/main" id="{379A7494-F3C4-483B-BE20-047B49C604DE}"/>
              </a:ext>
            </a:extLst>
          </p:cNvPr>
          <p:cNvSpPr txBox="1">
            <a:spLocks/>
          </p:cNvSpPr>
          <p:nvPr/>
        </p:nvSpPr>
        <p:spPr>
          <a:xfrm>
            <a:off x="4244340" y="2117722"/>
            <a:ext cx="5080635" cy="2435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>
              <a:buClr>
                <a:schemeClr val="accent1"/>
              </a:buClr>
            </a:pPr>
            <a:r>
              <a:rPr lang="en-US" sz="1400" dirty="0"/>
              <a:t>git branch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checkout [</a:t>
            </a:r>
            <a:r>
              <a:rPr lang="ko-KR" altLang="en-US" sz="1400" dirty="0" err="1"/>
              <a:t>브랜치명</a:t>
            </a:r>
            <a:r>
              <a:rPr lang="en-US" altLang="ko-KR" sz="1400" dirty="0"/>
              <a:t>]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merge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push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pull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remote add [</a:t>
            </a:r>
            <a:r>
              <a:rPr lang="ko-KR" altLang="en-US" sz="1400" dirty="0"/>
              <a:t>원격 저장소 이름</a:t>
            </a:r>
            <a:r>
              <a:rPr lang="en-US" altLang="ko-KR" sz="1400" dirty="0"/>
              <a:t>] [</a:t>
            </a:r>
            <a:r>
              <a:rPr lang="ko-KR" altLang="en-US" sz="1400" dirty="0"/>
              <a:t>원격 저장소 주소</a:t>
            </a:r>
            <a:r>
              <a:rPr lang="en-US" altLang="ko-KR" sz="1400" dirty="0"/>
              <a:t>]</a:t>
            </a:r>
          </a:p>
          <a:p>
            <a:pPr>
              <a:buClr>
                <a:schemeClr val="accent1"/>
              </a:buClr>
            </a:pPr>
            <a:r>
              <a:rPr lang="en-US" sz="1400" dirty="0"/>
              <a:t>git remote -v</a:t>
            </a:r>
          </a:p>
        </p:txBody>
      </p:sp>
    </p:spTree>
    <p:extLst>
      <p:ext uri="{BB962C8B-B14F-4D97-AF65-F5344CB8AC3E}">
        <p14:creationId xmlns:p14="http://schemas.microsoft.com/office/powerpoint/2010/main" val="12270111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원리 </a:t>
            </a:r>
            <a:r>
              <a:rPr lang="en-US" altLang="ko-KR" dirty="0"/>
              <a:t>&amp; </a:t>
            </a:r>
            <a:r>
              <a:rPr lang="ko-KR" altLang="en-US" dirty="0"/>
              <a:t>사용방법</a:t>
            </a:r>
            <a:endParaRPr dirty="0"/>
          </a:p>
        </p:txBody>
      </p:sp>
      <p:sp>
        <p:nvSpPr>
          <p:cNvPr id="393" name="Google Shape;393;p34"/>
          <p:cNvSpPr txBox="1">
            <a:spLocks noGrp="1"/>
          </p:cNvSpPr>
          <p:nvPr>
            <p:ph type="body" idx="1"/>
          </p:nvPr>
        </p:nvSpPr>
        <p:spPr>
          <a:xfrm>
            <a:off x="2383993" y="2407683"/>
            <a:ext cx="3999496" cy="1059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ko-KR" altLang="en-US" sz="4000" b="1" dirty="0"/>
              <a:t>시연</a:t>
            </a:r>
            <a:endParaRPr lang="en-US" sz="4000" b="1"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005342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</a:t>
            </a:r>
            <a:r>
              <a:rPr lang="ko-KR" altLang="en-US" dirty="0"/>
              <a:t>전망</a:t>
            </a:r>
            <a:endParaRPr dirty="0"/>
          </a:p>
        </p:txBody>
      </p:sp>
      <p:sp>
        <p:nvSpPr>
          <p:cNvPr id="111" name="Google Shape;111;p15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 The Future</a:t>
            </a:r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4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499790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40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Git </a:t>
            </a:r>
            <a:r>
              <a:rPr lang="ko-KR" altLang="en-US" dirty="0"/>
              <a:t>전망</a:t>
            </a:r>
            <a:endParaRPr dirty="0"/>
          </a:p>
        </p:txBody>
      </p:sp>
      <p:sp>
        <p:nvSpPr>
          <p:cNvPr id="506" name="Google Shape;506;p40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  <p:sp>
        <p:nvSpPr>
          <p:cNvPr id="507" name="Google Shape;507;p40"/>
          <p:cNvSpPr/>
          <p:nvPr/>
        </p:nvSpPr>
        <p:spPr>
          <a:xfrm>
            <a:off x="0" y="2371028"/>
            <a:ext cx="9144000" cy="1011043"/>
          </a:xfrm>
          <a:custGeom>
            <a:avLst/>
            <a:gdLst/>
            <a:ahLst/>
            <a:cxnLst/>
            <a:rect l="l" t="t" r="r" b="b"/>
            <a:pathLst>
              <a:path w="12192000" h="1348058" extrusionOk="0">
                <a:moveTo>
                  <a:pt x="12192000" y="0"/>
                </a:moveTo>
                <a:lnTo>
                  <a:pt x="10837333" y="0"/>
                </a:lnTo>
                <a:cubicBezTo>
                  <a:pt x="10463295" y="0"/>
                  <a:pt x="10160000" y="301773"/>
                  <a:pt x="10160000" y="674029"/>
                </a:cubicBezTo>
                <a:lnTo>
                  <a:pt x="10160000" y="674029"/>
                </a:lnTo>
                <a:cubicBezTo>
                  <a:pt x="10160000" y="1046281"/>
                  <a:pt x="9856705" y="1348059"/>
                  <a:pt x="9482667" y="1348059"/>
                </a:cubicBezTo>
                <a:lnTo>
                  <a:pt x="9482667" y="1348059"/>
                </a:lnTo>
                <a:cubicBezTo>
                  <a:pt x="9108581" y="1348059"/>
                  <a:pt x="8805333" y="1046281"/>
                  <a:pt x="8805333" y="674029"/>
                </a:cubicBezTo>
                <a:lnTo>
                  <a:pt x="8805333" y="674029"/>
                </a:lnTo>
                <a:cubicBezTo>
                  <a:pt x="8805333" y="301773"/>
                  <a:pt x="8502086" y="0"/>
                  <a:pt x="8128000" y="0"/>
                </a:cubicBezTo>
                <a:lnTo>
                  <a:pt x="8128000" y="0"/>
                </a:lnTo>
                <a:cubicBezTo>
                  <a:pt x="7753915" y="0"/>
                  <a:pt x="7450667" y="301773"/>
                  <a:pt x="7450667" y="674029"/>
                </a:cubicBezTo>
                <a:lnTo>
                  <a:pt x="7450667" y="674029"/>
                </a:lnTo>
                <a:cubicBezTo>
                  <a:pt x="7450667" y="1046281"/>
                  <a:pt x="7147419" y="1348059"/>
                  <a:pt x="6773334" y="1348059"/>
                </a:cubicBezTo>
                <a:lnTo>
                  <a:pt x="6773334" y="1348059"/>
                </a:lnTo>
                <a:cubicBezTo>
                  <a:pt x="6399248" y="1348059"/>
                  <a:pt x="6096000" y="1046281"/>
                  <a:pt x="6096000" y="674029"/>
                </a:cubicBezTo>
                <a:lnTo>
                  <a:pt x="6096000" y="674029"/>
                </a:lnTo>
                <a:cubicBezTo>
                  <a:pt x="6096000" y="301773"/>
                  <a:pt x="5792753" y="0"/>
                  <a:pt x="5418667" y="0"/>
                </a:cubicBezTo>
                <a:lnTo>
                  <a:pt x="5418667" y="0"/>
                </a:lnTo>
                <a:cubicBezTo>
                  <a:pt x="5044581" y="0"/>
                  <a:pt x="4741334" y="301773"/>
                  <a:pt x="4741334" y="674029"/>
                </a:cubicBezTo>
                <a:lnTo>
                  <a:pt x="4741334" y="674029"/>
                </a:lnTo>
                <a:cubicBezTo>
                  <a:pt x="4741334" y="1046281"/>
                  <a:pt x="4438076" y="1348059"/>
                  <a:pt x="4064000" y="1348059"/>
                </a:cubicBezTo>
                <a:lnTo>
                  <a:pt x="4064000" y="1348059"/>
                </a:lnTo>
                <a:cubicBezTo>
                  <a:pt x="3689924" y="1348059"/>
                  <a:pt x="3386667" y="1046281"/>
                  <a:pt x="3386667" y="674029"/>
                </a:cubicBezTo>
                <a:lnTo>
                  <a:pt x="3386667" y="674029"/>
                </a:lnTo>
                <a:cubicBezTo>
                  <a:pt x="3386667" y="301773"/>
                  <a:pt x="3083410" y="0"/>
                  <a:pt x="2709333" y="0"/>
                </a:cubicBezTo>
                <a:lnTo>
                  <a:pt x="2709333" y="0"/>
                </a:lnTo>
                <a:cubicBezTo>
                  <a:pt x="2335257" y="0"/>
                  <a:pt x="2032000" y="301773"/>
                  <a:pt x="2032000" y="674029"/>
                </a:cubicBezTo>
                <a:lnTo>
                  <a:pt x="2032000" y="674029"/>
                </a:lnTo>
                <a:cubicBezTo>
                  <a:pt x="2032000" y="1046281"/>
                  <a:pt x="1728743" y="1348059"/>
                  <a:pt x="1354667" y="1348059"/>
                </a:cubicBezTo>
                <a:lnTo>
                  <a:pt x="0" y="1348059"/>
                </a:lnTo>
              </a:path>
            </a:pathLst>
          </a:custGeom>
          <a:noFill/>
          <a:ln w="228600" cap="flat" cmpd="sng">
            <a:solidFill>
              <a:schemeClr val="dk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40"/>
          <p:cNvSpPr/>
          <p:nvPr/>
        </p:nvSpPr>
        <p:spPr>
          <a:xfrm>
            <a:off x="0" y="2371028"/>
            <a:ext cx="9144000" cy="1011043"/>
          </a:xfrm>
          <a:custGeom>
            <a:avLst/>
            <a:gdLst/>
            <a:ahLst/>
            <a:cxnLst/>
            <a:rect l="l" t="t" r="r" b="b"/>
            <a:pathLst>
              <a:path w="12192000" h="1348058" extrusionOk="0">
                <a:moveTo>
                  <a:pt x="12192000" y="0"/>
                </a:moveTo>
                <a:lnTo>
                  <a:pt x="10837333" y="0"/>
                </a:lnTo>
                <a:cubicBezTo>
                  <a:pt x="10463295" y="0"/>
                  <a:pt x="10160000" y="301773"/>
                  <a:pt x="10160000" y="674029"/>
                </a:cubicBezTo>
                <a:lnTo>
                  <a:pt x="10160000" y="674029"/>
                </a:lnTo>
                <a:cubicBezTo>
                  <a:pt x="10160000" y="1046281"/>
                  <a:pt x="9856705" y="1348059"/>
                  <a:pt x="9482667" y="1348059"/>
                </a:cubicBezTo>
                <a:lnTo>
                  <a:pt x="9482667" y="1348059"/>
                </a:lnTo>
                <a:cubicBezTo>
                  <a:pt x="9108581" y="1348059"/>
                  <a:pt x="8805333" y="1046281"/>
                  <a:pt x="8805333" y="674029"/>
                </a:cubicBezTo>
                <a:lnTo>
                  <a:pt x="8805333" y="674029"/>
                </a:lnTo>
                <a:cubicBezTo>
                  <a:pt x="8805333" y="301773"/>
                  <a:pt x="8502086" y="0"/>
                  <a:pt x="8128000" y="0"/>
                </a:cubicBezTo>
                <a:lnTo>
                  <a:pt x="8128000" y="0"/>
                </a:lnTo>
                <a:cubicBezTo>
                  <a:pt x="7753915" y="0"/>
                  <a:pt x="7450667" y="301773"/>
                  <a:pt x="7450667" y="674029"/>
                </a:cubicBezTo>
                <a:lnTo>
                  <a:pt x="7450667" y="674029"/>
                </a:lnTo>
                <a:cubicBezTo>
                  <a:pt x="7450667" y="1046281"/>
                  <a:pt x="7147419" y="1348059"/>
                  <a:pt x="6773334" y="1348059"/>
                </a:cubicBezTo>
                <a:lnTo>
                  <a:pt x="6773334" y="1348059"/>
                </a:lnTo>
                <a:cubicBezTo>
                  <a:pt x="6399248" y="1348059"/>
                  <a:pt x="6096000" y="1046281"/>
                  <a:pt x="6096000" y="674029"/>
                </a:cubicBezTo>
                <a:lnTo>
                  <a:pt x="6096000" y="674029"/>
                </a:lnTo>
                <a:cubicBezTo>
                  <a:pt x="6096000" y="301773"/>
                  <a:pt x="5792753" y="0"/>
                  <a:pt x="5418667" y="0"/>
                </a:cubicBezTo>
                <a:lnTo>
                  <a:pt x="5418667" y="0"/>
                </a:lnTo>
                <a:cubicBezTo>
                  <a:pt x="5044581" y="0"/>
                  <a:pt x="4741334" y="301773"/>
                  <a:pt x="4741334" y="674029"/>
                </a:cubicBezTo>
                <a:lnTo>
                  <a:pt x="4741334" y="674029"/>
                </a:lnTo>
                <a:cubicBezTo>
                  <a:pt x="4741334" y="1046281"/>
                  <a:pt x="4438076" y="1348059"/>
                  <a:pt x="4064000" y="1348059"/>
                </a:cubicBezTo>
                <a:lnTo>
                  <a:pt x="4064000" y="1348059"/>
                </a:lnTo>
                <a:cubicBezTo>
                  <a:pt x="3689924" y="1348059"/>
                  <a:pt x="3386667" y="1046281"/>
                  <a:pt x="3386667" y="674029"/>
                </a:cubicBezTo>
                <a:lnTo>
                  <a:pt x="3386667" y="674029"/>
                </a:lnTo>
                <a:cubicBezTo>
                  <a:pt x="3386667" y="301773"/>
                  <a:pt x="3083410" y="0"/>
                  <a:pt x="2709333" y="0"/>
                </a:cubicBezTo>
                <a:lnTo>
                  <a:pt x="2709333" y="0"/>
                </a:lnTo>
                <a:cubicBezTo>
                  <a:pt x="2335257" y="0"/>
                  <a:pt x="2032000" y="301773"/>
                  <a:pt x="2032000" y="674029"/>
                </a:cubicBezTo>
                <a:lnTo>
                  <a:pt x="2032000" y="674029"/>
                </a:lnTo>
                <a:cubicBezTo>
                  <a:pt x="2032000" y="1046281"/>
                  <a:pt x="1728743" y="1348059"/>
                  <a:pt x="1354667" y="1348059"/>
                </a:cubicBezTo>
                <a:lnTo>
                  <a:pt x="0" y="1348059"/>
                </a:lnTo>
              </a:path>
            </a:pathLst>
          </a:custGeom>
          <a:noFill/>
          <a:ln w="19050" cap="flat" cmpd="sng">
            <a:solidFill>
              <a:schemeClr val="lt1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09" name="Google Shape;509;p40"/>
          <p:cNvGrpSpPr/>
          <p:nvPr/>
        </p:nvGrpSpPr>
        <p:grpSpPr>
          <a:xfrm>
            <a:off x="1786339" y="1703401"/>
            <a:ext cx="473400" cy="473400"/>
            <a:chOff x="1786339" y="1703401"/>
            <a:chExt cx="473400" cy="473400"/>
          </a:xfrm>
        </p:grpSpPr>
        <p:sp>
          <p:nvSpPr>
            <p:cNvPr id="510" name="Google Shape;510;p40"/>
            <p:cNvSpPr/>
            <p:nvPr/>
          </p:nvSpPr>
          <p:spPr>
            <a:xfrm rot="8100000">
              <a:off x="1855667" y="1772729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11" name="Google Shape;511;p40"/>
            <p:cNvSpPr/>
            <p:nvPr/>
          </p:nvSpPr>
          <p:spPr>
            <a:xfrm>
              <a:off x="1955989" y="1866499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1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12" name="Google Shape;512;p40"/>
          <p:cNvGrpSpPr/>
          <p:nvPr/>
        </p:nvGrpSpPr>
        <p:grpSpPr>
          <a:xfrm>
            <a:off x="3814414" y="1703401"/>
            <a:ext cx="473400" cy="473400"/>
            <a:chOff x="3814414" y="1703401"/>
            <a:chExt cx="473400" cy="473400"/>
          </a:xfrm>
        </p:grpSpPr>
        <p:sp>
          <p:nvSpPr>
            <p:cNvPr id="513" name="Google Shape;513;p40"/>
            <p:cNvSpPr/>
            <p:nvPr/>
          </p:nvSpPr>
          <p:spPr>
            <a:xfrm rot="8100000">
              <a:off x="3883742" y="1772729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14" name="Google Shape;514;p40"/>
            <p:cNvSpPr/>
            <p:nvPr/>
          </p:nvSpPr>
          <p:spPr>
            <a:xfrm>
              <a:off x="3984064" y="1866499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3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15" name="Google Shape;515;p40"/>
          <p:cNvGrpSpPr/>
          <p:nvPr/>
        </p:nvGrpSpPr>
        <p:grpSpPr>
          <a:xfrm>
            <a:off x="5842489" y="1703401"/>
            <a:ext cx="473400" cy="473400"/>
            <a:chOff x="5842489" y="1703401"/>
            <a:chExt cx="473400" cy="473400"/>
          </a:xfrm>
        </p:grpSpPr>
        <p:sp>
          <p:nvSpPr>
            <p:cNvPr id="516" name="Google Shape;516;p40"/>
            <p:cNvSpPr/>
            <p:nvPr/>
          </p:nvSpPr>
          <p:spPr>
            <a:xfrm rot="8100000">
              <a:off x="5911817" y="1772729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17" name="Google Shape;517;p40"/>
            <p:cNvSpPr/>
            <p:nvPr/>
          </p:nvSpPr>
          <p:spPr>
            <a:xfrm>
              <a:off x="6012139" y="1866499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5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18" name="Google Shape;518;p40"/>
          <p:cNvGrpSpPr/>
          <p:nvPr/>
        </p:nvGrpSpPr>
        <p:grpSpPr>
          <a:xfrm>
            <a:off x="6880814" y="3576300"/>
            <a:ext cx="473400" cy="473400"/>
            <a:chOff x="6880814" y="3576300"/>
            <a:chExt cx="473400" cy="473400"/>
          </a:xfrm>
        </p:grpSpPr>
        <p:sp>
          <p:nvSpPr>
            <p:cNvPr id="519" name="Google Shape;519;p40"/>
            <p:cNvSpPr/>
            <p:nvPr/>
          </p:nvSpPr>
          <p:spPr>
            <a:xfrm rot="-2700000">
              <a:off x="6950142" y="3645628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20" name="Google Shape;520;p40"/>
            <p:cNvSpPr/>
            <p:nvPr/>
          </p:nvSpPr>
          <p:spPr>
            <a:xfrm flipH="1">
              <a:off x="7050464" y="3752502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6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21" name="Google Shape;521;p40"/>
          <p:cNvGrpSpPr/>
          <p:nvPr/>
        </p:nvGrpSpPr>
        <p:grpSpPr>
          <a:xfrm>
            <a:off x="4852739" y="3576300"/>
            <a:ext cx="473400" cy="473400"/>
            <a:chOff x="4852739" y="3576300"/>
            <a:chExt cx="473400" cy="473400"/>
          </a:xfrm>
        </p:grpSpPr>
        <p:sp>
          <p:nvSpPr>
            <p:cNvPr id="522" name="Google Shape;522;p40"/>
            <p:cNvSpPr/>
            <p:nvPr/>
          </p:nvSpPr>
          <p:spPr>
            <a:xfrm rot="-2700000">
              <a:off x="4922067" y="3645628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23" name="Google Shape;523;p40"/>
            <p:cNvSpPr/>
            <p:nvPr/>
          </p:nvSpPr>
          <p:spPr>
            <a:xfrm flipH="1">
              <a:off x="5022389" y="3752502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4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524" name="Google Shape;524;p40"/>
          <p:cNvGrpSpPr/>
          <p:nvPr/>
        </p:nvGrpSpPr>
        <p:grpSpPr>
          <a:xfrm>
            <a:off x="2824664" y="3576300"/>
            <a:ext cx="473400" cy="473400"/>
            <a:chOff x="2824664" y="3576300"/>
            <a:chExt cx="473400" cy="473400"/>
          </a:xfrm>
        </p:grpSpPr>
        <p:sp>
          <p:nvSpPr>
            <p:cNvPr id="525" name="Google Shape;525;p40"/>
            <p:cNvSpPr/>
            <p:nvPr/>
          </p:nvSpPr>
          <p:spPr>
            <a:xfrm rot="-2700000">
              <a:off x="2893992" y="3645628"/>
              <a:ext cx="334744" cy="334744"/>
            </a:xfrm>
            <a:prstGeom prst="teardrop">
              <a:avLst>
                <a:gd name="adj" fmla="val 10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526" name="Google Shape;526;p40"/>
            <p:cNvSpPr/>
            <p:nvPr/>
          </p:nvSpPr>
          <p:spPr>
            <a:xfrm flipH="1">
              <a:off x="2994314" y="3752502"/>
              <a:ext cx="134100" cy="134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2</a:t>
              </a:r>
              <a:endParaRPr sz="60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sp>
        <p:nvSpPr>
          <p:cNvPr id="527" name="Google Shape;527;p40"/>
          <p:cNvSpPr txBox="1"/>
          <p:nvPr/>
        </p:nvSpPr>
        <p:spPr>
          <a:xfrm>
            <a:off x="1379850" y="11561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오픈 소스 </a:t>
            </a:r>
            <a:r>
              <a:rPr lang="en-US" altLang="ko-KR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SW</a:t>
            </a:r>
            <a:endParaRPr sz="9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28" name="Google Shape;528;p40"/>
          <p:cNvSpPr txBox="1"/>
          <p:nvPr/>
        </p:nvSpPr>
        <p:spPr>
          <a:xfrm>
            <a:off x="3377205" y="11561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속도와 성능</a:t>
            </a:r>
            <a:endParaRPr sz="9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29" name="Google Shape;529;p40"/>
          <p:cNvSpPr txBox="1"/>
          <p:nvPr/>
        </p:nvSpPr>
        <p:spPr>
          <a:xfrm>
            <a:off x="5436010" y="11561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분산 협업</a:t>
            </a:r>
            <a:endParaRPr sz="9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0" name="Google Shape;530;p40"/>
          <p:cNvSpPr txBox="1"/>
          <p:nvPr/>
        </p:nvSpPr>
        <p:spPr>
          <a:xfrm>
            <a:off x="2418175" y="40636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Branch </a:t>
            </a:r>
            <a:r>
              <a:rPr lang="ko-KR" altLang="en-US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관리</a:t>
            </a:r>
            <a:endParaRPr sz="9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1" name="Google Shape;531;p40"/>
          <p:cNvSpPr txBox="1"/>
          <p:nvPr/>
        </p:nvSpPr>
        <p:spPr>
          <a:xfrm>
            <a:off x="4446255" y="40636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안정성 및 신뢰성</a:t>
            </a:r>
            <a:endParaRPr sz="9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2" name="Google Shape;532;p40"/>
          <p:cNvSpPr txBox="1"/>
          <p:nvPr/>
        </p:nvSpPr>
        <p:spPr>
          <a:xfrm>
            <a:off x="6474335" y="4063600"/>
            <a:ext cx="12864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Community</a:t>
            </a:r>
            <a:endParaRPr sz="9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533" name="Google Shape;533;p40"/>
          <p:cNvGrpSpPr/>
          <p:nvPr/>
        </p:nvGrpSpPr>
        <p:grpSpPr>
          <a:xfrm>
            <a:off x="916458" y="1019750"/>
            <a:ext cx="214625" cy="214625"/>
            <a:chOff x="2594050" y="1631825"/>
            <a:chExt cx="439625" cy="439625"/>
          </a:xfrm>
        </p:grpSpPr>
        <p:sp>
          <p:nvSpPr>
            <p:cNvPr id="534" name="Google Shape;534;p40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40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40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40"/>
            <p:cNvSpPr/>
            <p:nvPr/>
          </p:nvSpPr>
          <p:spPr>
            <a:xfrm>
              <a:off x="2814912" y="1754062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9244165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교육과정에서의 </a:t>
            </a:r>
            <a:r>
              <a:rPr lang="en-US" dirty="0"/>
              <a:t>Git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1133975" y="2291150"/>
            <a:ext cx="543900" cy="5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5</a:t>
            </a:r>
            <a:endParaRPr sz="2400" dirty="0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624822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교육 과정에서의 </a:t>
            </a:r>
            <a:r>
              <a:rPr lang="en" dirty="0"/>
              <a:t>Git</a:t>
            </a:r>
            <a:endParaRPr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25</a:t>
            </a:fld>
            <a:endParaRPr/>
          </a:p>
        </p:txBody>
      </p:sp>
      <p:grpSp>
        <p:nvGrpSpPr>
          <p:cNvPr id="13" name="Google Shape;1450;p49">
            <a:extLst>
              <a:ext uri="{FF2B5EF4-FFF2-40B4-BE49-F238E27FC236}">
                <a16:creationId xmlns:a16="http://schemas.microsoft.com/office/drawing/2014/main" id="{B8EFD2C9-ED72-4701-9033-C454DAB91A5C}"/>
              </a:ext>
            </a:extLst>
          </p:cNvPr>
          <p:cNvGrpSpPr/>
          <p:nvPr/>
        </p:nvGrpSpPr>
        <p:grpSpPr>
          <a:xfrm>
            <a:off x="2739936" y="1574105"/>
            <a:ext cx="3664128" cy="2978846"/>
            <a:chOff x="8843122" y="4420259"/>
            <a:chExt cx="720202" cy="655469"/>
          </a:xfrm>
        </p:grpSpPr>
        <p:sp>
          <p:nvSpPr>
            <p:cNvPr id="14" name="Google Shape;1451;p49">
              <a:extLst>
                <a:ext uri="{FF2B5EF4-FFF2-40B4-BE49-F238E27FC236}">
                  <a16:creationId xmlns:a16="http://schemas.microsoft.com/office/drawing/2014/main" id="{2A3FB143-806E-4B46-83DE-91C17F297D17}"/>
                </a:ext>
              </a:extLst>
            </p:cNvPr>
            <p:cNvSpPr/>
            <p:nvPr/>
          </p:nvSpPr>
          <p:spPr>
            <a:xfrm>
              <a:off x="8843122" y="4664371"/>
              <a:ext cx="351295" cy="411356"/>
            </a:xfrm>
            <a:custGeom>
              <a:avLst/>
              <a:gdLst/>
              <a:ahLst/>
              <a:cxnLst/>
              <a:rect l="l" t="t" r="r" b="b"/>
              <a:pathLst>
                <a:path w="530" h="618" extrusionOk="0">
                  <a:moveTo>
                    <a:pt x="374" y="277"/>
                  </a:moveTo>
                  <a:cubicBezTo>
                    <a:pt x="280" y="220"/>
                    <a:pt x="216" y="122"/>
                    <a:pt x="203" y="13"/>
                  </a:cubicBezTo>
                  <a:cubicBezTo>
                    <a:pt x="202" y="5"/>
                    <a:pt x="192" y="0"/>
                    <a:pt x="185" y="5"/>
                  </a:cubicBezTo>
                  <a:cubicBezTo>
                    <a:pt x="44" y="104"/>
                    <a:pt x="0" y="297"/>
                    <a:pt x="88" y="449"/>
                  </a:cubicBezTo>
                  <a:cubicBezTo>
                    <a:pt x="148" y="553"/>
                    <a:pt x="259" y="618"/>
                    <a:pt x="380" y="618"/>
                  </a:cubicBezTo>
                  <a:cubicBezTo>
                    <a:pt x="380" y="618"/>
                    <a:pt x="380" y="618"/>
                    <a:pt x="380" y="618"/>
                  </a:cubicBezTo>
                  <a:cubicBezTo>
                    <a:pt x="428" y="618"/>
                    <a:pt x="477" y="607"/>
                    <a:pt x="521" y="586"/>
                  </a:cubicBezTo>
                  <a:cubicBezTo>
                    <a:pt x="529" y="583"/>
                    <a:pt x="530" y="572"/>
                    <a:pt x="523" y="567"/>
                  </a:cubicBezTo>
                  <a:cubicBezTo>
                    <a:pt x="435" y="501"/>
                    <a:pt x="382" y="397"/>
                    <a:pt x="380" y="287"/>
                  </a:cubicBezTo>
                  <a:cubicBezTo>
                    <a:pt x="380" y="283"/>
                    <a:pt x="378" y="279"/>
                    <a:pt x="374" y="277"/>
                  </a:cubicBezTo>
                  <a:close/>
                </a:path>
              </a:pathLst>
            </a:custGeom>
            <a:solidFill>
              <a:srgbClr val="6AA84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" name="Google Shape;1452;p49">
              <a:extLst>
                <a:ext uri="{FF2B5EF4-FFF2-40B4-BE49-F238E27FC236}">
                  <a16:creationId xmlns:a16="http://schemas.microsoft.com/office/drawing/2014/main" id="{D4FF1860-1BFB-461E-9539-24FFABECC8D0}"/>
                </a:ext>
              </a:extLst>
            </p:cNvPr>
            <p:cNvSpPr/>
            <p:nvPr/>
          </p:nvSpPr>
          <p:spPr>
            <a:xfrm>
              <a:off x="9232824" y="4664371"/>
              <a:ext cx="330500" cy="411356"/>
            </a:xfrm>
            <a:custGeom>
              <a:avLst/>
              <a:gdLst/>
              <a:ahLst/>
              <a:cxnLst/>
              <a:rect l="l" t="t" r="r" b="b"/>
              <a:pathLst>
                <a:path w="499" h="618" extrusionOk="0">
                  <a:moveTo>
                    <a:pt x="326" y="13"/>
                  </a:moveTo>
                  <a:cubicBezTo>
                    <a:pt x="313" y="122"/>
                    <a:pt x="250" y="220"/>
                    <a:pt x="155" y="277"/>
                  </a:cubicBezTo>
                  <a:cubicBezTo>
                    <a:pt x="152" y="279"/>
                    <a:pt x="149" y="283"/>
                    <a:pt x="149" y="287"/>
                  </a:cubicBezTo>
                  <a:cubicBezTo>
                    <a:pt x="147" y="397"/>
                    <a:pt x="94" y="501"/>
                    <a:pt x="7" y="567"/>
                  </a:cubicBezTo>
                  <a:cubicBezTo>
                    <a:pt x="0" y="572"/>
                    <a:pt x="1" y="583"/>
                    <a:pt x="9" y="586"/>
                  </a:cubicBezTo>
                  <a:cubicBezTo>
                    <a:pt x="53" y="607"/>
                    <a:pt x="101" y="618"/>
                    <a:pt x="150" y="618"/>
                  </a:cubicBezTo>
                  <a:cubicBezTo>
                    <a:pt x="270" y="618"/>
                    <a:pt x="382" y="553"/>
                    <a:pt x="442" y="449"/>
                  </a:cubicBezTo>
                  <a:cubicBezTo>
                    <a:pt x="487" y="371"/>
                    <a:pt x="499" y="281"/>
                    <a:pt x="476" y="194"/>
                  </a:cubicBezTo>
                  <a:cubicBezTo>
                    <a:pt x="455" y="117"/>
                    <a:pt x="409" y="51"/>
                    <a:pt x="344" y="5"/>
                  </a:cubicBezTo>
                  <a:cubicBezTo>
                    <a:pt x="337" y="0"/>
                    <a:pt x="327" y="5"/>
                    <a:pt x="326" y="13"/>
                  </a:cubicBezTo>
                  <a:close/>
                </a:path>
              </a:pathLst>
            </a:custGeom>
            <a:solidFill>
              <a:srgbClr val="45818E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7" name="Google Shape;1453;p49">
              <a:extLst>
                <a:ext uri="{FF2B5EF4-FFF2-40B4-BE49-F238E27FC236}">
                  <a16:creationId xmlns:a16="http://schemas.microsoft.com/office/drawing/2014/main" id="{DD88B08E-E000-445A-B83B-5B5ECF3CEA81}"/>
                </a:ext>
              </a:extLst>
            </p:cNvPr>
            <p:cNvSpPr/>
            <p:nvPr/>
          </p:nvSpPr>
          <p:spPr>
            <a:xfrm>
              <a:off x="9108305" y="4859367"/>
              <a:ext cx="210630" cy="182470"/>
            </a:xfrm>
            <a:custGeom>
              <a:avLst/>
              <a:gdLst/>
              <a:ahLst/>
              <a:cxnLst/>
              <a:rect l="l" t="t" r="r" b="b"/>
              <a:pathLst>
                <a:path w="318" h="274" extrusionOk="0">
                  <a:moveTo>
                    <a:pt x="165" y="271"/>
                  </a:moveTo>
                  <a:cubicBezTo>
                    <a:pt x="253" y="214"/>
                    <a:pt x="309" y="118"/>
                    <a:pt x="317" y="14"/>
                  </a:cubicBezTo>
                  <a:cubicBezTo>
                    <a:pt x="318" y="6"/>
                    <a:pt x="309" y="0"/>
                    <a:pt x="301" y="3"/>
                  </a:cubicBezTo>
                  <a:cubicBezTo>
                    <a:pt x="256" y="23"/>
                    <a:pt x="208" y="33"/>
                    <a:pt x="159" y="33"/>
                  </a:cubicBezTo>
                  <a:cubicBezTo>
                    <a:pt x="110" y="33"/>
                    <a:pt x="61" y="23"/>
                    <a:pt x="16" y="3"/>
                  </a:cubicBezTo>
                  <a:cubicBezTo>
                    <a:pt x="8" y="0"/>
                    <a:pt x="0" y="6"/>
                    <a:pt x="0" y="14"/>
                  </a:cubicBezTo>
                  <a:cubicBezTo>
                    <a:pt x="9" y="118"/>
                    <a:pt x="65" y="214"/>
                    <a:pt x="152" y="271"/>
                  </a:cubicBezTo>
                  <a:cubicBezTo>
                    <a:pt x="156" y="274"/>
                    <a:pt x="161" y="274"/>
                    <a:pt x="165" y="271"/>
                  </a:cubicBezTo>
                  <a:close/>
                </a:path>
              </a:pathLst>
            </a:custGeom>
            <a:solidFill>
              <a:srgbClr val="A2C4C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21" name="Google Shape;1454;p49">
              <a:extLst>
                <a:ext uri="{FF2B5EF4-FFF2-40B4-BE49-F238E27FC236}">
                  <a16:creationId xmlns:a16="http://schemas.microsoft.com/office/drawing/2014/main" id="{C7CD32E6-897B-448D-B421-BB703888A832}"/>
                </a:ext>
              </a:extLst>
            </p:cNvPr>
            <p:cNvSpPr/>
            <p:nvPr/>
          </p:nvSpPr>
          <p:spPr>
            <a:xfrm>
              <a:off x="8990881" y="4420259"/>
              <a:ext cx="445234" cy="224220"/>
            </a:xfrm>
            <a:custGeom>
              <a:avLst/>
              <a:gdLst/>
              <a:ahLst/>
              <a:cxnLst/>
              <a:rect l="l" t="t" r="r" b="b"/>
              <a:pathLst>
                <a:path w="672" h="337" extrusionOk="0">
                  <a:moveTo>
                    <a:pt x="336" y="0"/>
                  </a:moveTo>
                  <a:cubicBezTo>
                    <a:pt x="160" y="0"/>
                    <a:pt x="15" y="135"/>
                    <a:pt x="0" y="307"/>
                  </a:cubicBezTo>
                  <a:cubicBezTo>
                    <a:pt x="0" y="315"/>
                    <a:pt x="8" y="322"/>
                    <a:pt x="16" y="318"/>
                  </a:cubicBezTo>
                  <a:cubicBezTo>
                    <a:pt x="60" y="299"/>
                    <a:pt x="108" y="290"/>
                    <a:pt x="156" y="290"/>
                  </a:cubicBezTo>
                  <a:cubicBezTo>
                    <a:pt x="217" y="290"/>
                    <a:pt x="277" y="305"/>
                    <a:pt x="330" y="335"/>
                  </a:cubicBezTo>
                  <a:cubicBezTo>
                    <a:pt x="334" y="337"/>
                    <a:pt x="338" y="337"/>
                    <a:pt x="341" y="335"/>
                  </a:cubicBezTo>
                  <a:cubicBezTo>
                    <a:pt x="395" y="305"/>
                    <a:pt x="455" y="290"/>
                    <a:pt x="516" y="290"/>
                  </a:cubicBezTo>
                  <a:cubicBezTo>
                    <a:pt x="564" y="290"/>
                    <a:pt x="611" y="299"/>
                    <a:pt x="655" y="318"/>
                  </a:cubicBezTo>
                  <a:cubicBezTo>
                    <a:pt x="663" y="321"/>
                    <a:pt x="672" y="315"/>
                    <a:pt x="671" y="307"/>
                  </a:cubicBezTo>
                  <a:cubicBezTo>
                    <a:pt x="656" y="135"/>
                    <a:pt x="511" y="0"/>
                    <a:pt x="336" y="0"/>
                  </a:cubicBezTo>
                  <a:close/>
                </a:path>
              </a:pathLst>
            </a:custGeom>
            <a:solidFill>
              <a:srgbClr val="3C78D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22" name="Google Shape;1455;p49">
              <a:extLst>
                <a:ext uri="{FF2B5EF4-FFF2-40B4-BE49-F238E27FC236}">
                  <a16:creationId xmlns:a16="http://schemas.microsoft.com/office/drawing/2014/main" id="{3EECF897-9AB1-48AA-AC8C-7A961D78A869}"/>
                </a:ext>
              </a:extLst>
            </p:cNvPr>
            <p:cNvSpPr/>
            <p:nvPr/>
          </p:nvSpPr>
          <p:spPr>
            <a:xfrm>
              <a:off x="8988924" y="4625814"/>
              <a:ext cx="207939" cy="207766"/>
            </a:xfrm>
            <a:custGeom>
              <a:avLst/>
              <a:gdLst/>
              <a:ahLst/>
              <a:cxnLst/>
              <a:rect l="l" t="t" r="r" b="b"/>
              <a:pathLst>
                <a:path w="314" h="312" extrusionOk="0">
                  <a:moveTo>
                    <a:pt x="147" y="307"/>
                  </a:moveTo>
                  <a:cubicBezTo>
                    <a:pt x="154" y="312"/>
                    <a:pt x="163" y="308"/>
                    <a:pt x="164" y="299"/>
                  </a:cubicBezTo>
                  <a:cubicBezTo>
                    <a:pt x="170" y="251"/>
                    <a:pt x="185" y="203"/>
                    <a:pt x="210" y="161"/>
                  </a:cubicBezTo>
                  <a:cubicBezTo>
                    <a:pt x="234" y="118"/>
                    <a:pt x="268" y="81"/>
                    <a:pt x="307" y="52"/>
                  </a:cubicBezTo>
                  <a:cubicBezTo>
                    <a:pt x="314" y="47"/>
                    <a:pt x="313" y="37"/>
                    <a:pt x="305" y="33"/>
                  </a:cubicBezTo>
                  <a:cubicBezTo>
                    <a:pt x="260" y="11"/>
                    <a:pt x="210" y="0"/>
                    <a:pt x="159" y="0"/>
                  </a:cubicBezTo>
                  <a:cubicBezTo>
                    <a:pt x="104" y="0"/>
                    <a:pt x="49" y="14"/>
                    <a:pt x="0" y="40"/>
                  </a:cubicBezTo>
                  <a:cubicBezTo>
                    <a:pt x="4" y="147"/>
                    <a:pt x="59" y="247"/>
                    <a:pt x="147" y="307"/>
                  </a:cubicBezTo>
                  <a:close/>
                </a:path>
              </a:pathLst>
            </a:custGeom>
            <a:solidFill>
              <a:srgbClr val="B6D7A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23" name="Google Shape;1456;p49">
              <a:extLst>
                <a:ext uri="{FF2B5EF4-FFF2-40B4-BE49-F238E27FC236}">
                  <a16:creationId xmlns:a16="http://schemas.microsoft.com/office/drawing/2014/main" id="{A5C4DBF8-5558-4A53-B47B-24881175D2F2}"/>
                </a:ext>
              </a:extLst>
            </p:cNvPr>
            <p:cNvSpPr/>
            <p:nvPr/>
          </p:nvSpPr>
          <p:spPr>
            <a:xfrm>
              <a:off x="9232824" y="4627288"/>
              <a:ext cx="203291" cy="203591"/>
            </a:xfrm>
            <a:custGeom>
              <a:avLst/>
              <a:gdLst/>
              <a:ahLst/>
              <a:cxnLst/>
              <a:rect l="l" t="t" r="r" b="b"/>
              <a:pathLst>
                <a:path w="307" h="306" extrusionOk="0">
                  <a:moveTo>
                    <a:pt x="9" y="31"/>
                  </a:moveTo>
                  <a:cubicBezTo>
                    <a:pt x="1" y="35"/>
                    <a:pt x="0" y="45"/>
                    <a:pt x="7" y="51"/>
                  </a:cubicBezTo>
                  <a:cubicBezTo>
                    <a:pt x="45" y="79"/>
                    <a:pt x="77" y="116"/>
                    <a:pt x="101" y="158"/>
                  </a:cubicBezTo>
                  <a:cubicBezTo>
                    <a:pt x="126" y="199"/>
                    <a:pt x="141" y="246"/>
                    <a:pt x="147" y="293"/>
                  </a:cubicBezTo>
                  <a:cubicBezTo>
                    <a:pt x="148" y="302"/>
                    <a:pt x="158" y="306"/>
                    <a:pt x="165" y="301"/>
                  </a:cubicBezTo>
                  <a:cubicBezTo>
                    <a:pt x="248" y="243"/>
                    <a:pt x="301" y="149"/>
                    <a:pt x="307" y="46"/>
                  </a:cubicBezTo>
                  <a:cubicBezTo>
                    <a:pt x="307" y="42"/>
                    <a:pt x="305" y="38"/>
                    <a:pt x="301" y="35"/>
                  </a:cubicBezTo>
                  <a:cubicBezTo>
                    <a:pt x="254" y="12"/>
                    <a:pt x="202" y="0"/>
                    <a:pt x="151" y="0"/>
                  </a:cubicBezTo>
                  <a:cubicBezTo>
                    <a:pt x="101" y="0"/>
                    <a:pt x="53" y="11"/>
                    <a:pt x="9" y="31"/>
                  </a:cubicBez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Calibri"/>
                <a:buNone/>
              </a:pPr>
              <a:endParaRPr sz="140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3E33269-267E-4E8A-84A1-DABC0B529CFD}"/>
              </a:ext>
            </a:extLst>
          </p:cNvPr>
          <p:cNvSpPr txBox="1"/>
          <p:nvPr/>
        </p:nvSpPr>
        <p:spPr>
          <a:xfrm>
            <a:off x="4246483" y="2873194"/>
            <a:ext cx="8226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/>
              <a:t>Git</a:t>
            </a:r>
          </a:p>
          <a:p>
            <a:pPr algn="ctr"/>
            <a:r>
              <a:rPr lang="en-US" altLang="ko-KR" sz="1600" dirty="0"/>
              <a:t>GitHub</a:t>
            </a:r>
            <a:endParaRPr lang="ko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983521-C290-4A0D-BDB8-F21D54D19269}"/>
              </a:ext>
            </a:extLst>
          </p:cNvPr>
          <p:cNvSpPr txBox="1"/>
          <p:nvPr/>
        </p:nvSpPr>
        <p:spPr>
          <a:xfrm>
            <a:off x="4262637" y="193827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웹개발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8D8D98-5D11-4200-A5D4-72D54EFE131C}"/>
              </a:ext>
            </a:extLst>
          </p:cNvPr>
          <p:cNvSpPr txBox="1"/>
          <p:nvPr/>
        </p:nvSpPr>
        <p:spPr>
          <a:xfrm>
            <a:off x="3040274" y="363710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빅데이터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62BD16-57DE-4D1F-8125-F2513F5B246E}"/>
              </a:ext>
            </a:extLst>
          </p:cNvPr>
          <p:cNvSpPr txBox="1"/>
          <p:nvPr/>
        </p:nvSpPr>
        <p:spPr>
          <a:xfrm>
            <a:off x="5522907" y="3635113"/>
            <a:ext cx="4427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IoT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8417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4"/>
          <p:cNvSpPr txBox="1">
            <a:spLocks noGrp="1"/>
          </p:cNvSpPr>
          <p:nvPr>
            <p:ph type="title"/>
          </p:nvPr>
        </p:nvSpPr>
        <p:spPr>
          <a:xfrm>
            <a:off x="1381250" y="896112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/>
              <a:t>교육 과정에서의 </a:t>
            </a:r>
            <a:r>
              <a:rPr lang="en" dirty="0"/>
              <a:t>Git</a:t>
            </a:r>
            <a:endParaRPr dirty="0"/>
          </a:p>
        </p:txBody>
      </p:sp>
      <p:grpSp>
        <p:nvGrpSpPr>
          <p:cNvPr id="394" name="Google Shape;394;p34"/>
          <p:cNvGrpSpPr/>
          <p:nvPr/>
        </p:nvGrpSpPr>
        <p:grpSpPr>
          <a:xfrm>
            <a:off x="889984" y="1007708"/>
            <a:ext cx="270226" cy="238344"/>
            <a:chOff x="5247525" y="3007275"/>
            <a:chExt cx="517575" cy="456510"/>
          </a:xfrm>
        </p:grpSpPr>
        <p:sp>
          <p:nvSpPr>
            <p:cNvPr id="395" name="Google Shape;395;p34"/>
            <p:cNvSpPr/>
            <p:nvPr/>
          </p:nvSpPr>
          <p:spPr>
            <a:xfrm>
              <a:off x="5247525" y="3007275"/>
              <a:ext cx="348900" cy="348900"/>
            </a:xfrm>
            <a:custGeom>
              <a:avLst/>
              <a:gdLst/>
              <a:ahLst/>
              <a:cxnLst/>
              <a:rect l="l" t="t" r="r" b="b"/>
              <a:pathLst>
                <a:path w="13956" h="13956" fill="none" extrusionOk="0">
                  <a:moveTo>
                    <a:pt x="13323" y="5772"/>
                  </a:moveTo>
                  <a:lnTo>
                    <a:pt x="11861" y="5626"/>
                  </a:lnTo>
                  <a:lnTo>
                    <a:pt x="11861" y="5626"/>
                  </a:lnTo>
                  <a:lnTo>
                    <a:pt x="11788" y="5334"/>
                  </a:lnTo>
                  <a:lnTo>
                    <a:pt x="11667" y="5042"/>
                  </a:lnTo>
                  <a:lnTo>
                    <a:pt x="11545" y="4750"/>
                  </a:lnTo>
                  <a:lnTo>
                    <a:pt x="11399" y="4482"/>
                  </a:lnTo>
                  <a:lnTo>
                    <a:pt x="12300" y="3337"/>
                  </a:lnTo>
                  <a:lnTo>
                    <a:pt x="12300" y="3337"/>
                  </a:lnTo>
                  <a:lnTo>
                    <a:pt x="12373" y="3240"/>
                  </a:lnTo>
                  <a:lnTo>
                    <a:pt x="12422" y="3118"/>
                  </a:lnTo>
                  <a:lnTo>
                    <a:pt x="12446" y="2996"/>
                  </a:lnTo>
                  <a:lnTo>
                    <a:pt x="12446" y="2850"/>
                  </a:lnTo>
                  <a:lnTo>
                    <a:pt x="12422" y="2728"/>
                  </a:lnTo>
                  <a:lnTo>
                    <a:pt x="12397" y="2606"/>
                  </a:lnTo>
                  <a:lnTo>
                    <a:pt x="12324" y="2485"/>
                  </a:lnTo>
                  <a:lnTo>
                    <a:pt x="12251" y="2387"/>
                  </a:lnTo>
                  <a:lnTo>
                    <a:pt x="11569" y="1705"/>
                  </a:lnTo>
                  <a:lnTo>
                    <a:pt x="11569" y="1705"/>
                  </a:lnTo>
                  <a:lnTo>
                    <a:pt x="11472" y="1632"/>
                  </a:lnTo>
                  <a:lnTo>
                    <a:pt x="11350" y="1559"/>
                  </a:lnTo>
                  <a:lnTo>
                    <a:pt x="11228" y="1510"/>
                  </a:lnTo>
                  <a:lnTo>
                    <a:pt x="11106" y="1510"/>
                  </a:lnTo>
                  <a:lnTo>
                    <a:pt x="10960" y="1510"/>
                  </a:lnTo>
                  <a:lnTo>
                    <a:pt x="10838" y="1535"/>
                  </a:lnTo>
                  <a:lnTo>
                    <a:pt x="10717" y="1583"/>
                  </a:lnTo>
                  <a:lnTo>
                    <a:pt x="10619" y="1656"/>
                  </a:lnTo>
                  <a:lnTo>
                    <a:pt x="9475" y="2558"/>
                  </a:lnTo>
                  <a:lnTo>
                    <a:pt x="9475" y="2558"/>
                  </a:lnTo>
                  <a:lnTo>
                    <a:pt x="9207" y="2411"/>
                  </a:lnTo>
                  <a:lnTo>
                    <a:pt x="8914" y="2290"/>
                  </a:lnTo>
                  <a:lnTo>
                    <a:pt x="8622" y="2168"/>
                  </a:lnTo>
                  <a:lnTo>
                    <a:pt x="8330" y="2070"/>
                  </a:lnTo>
                  <a:lnTo>
                    <a:pt x="8159" y="634"/>
                  </a:lnTo>
                  <a:lnTo>
                    <a:pt x="8159" y="634"/>
                  </a:lnTo>
                  <a:lnTo>
                    <a:pt x="8135" y="512"/>
                  </a:lnTo>
                  <a:lnTo>
                    <a:pt x="8086" y="390"/>
                  </a:lnTo>
                  <a:lnTo>
                    <a:pt x="8013" y="293"/>
                  </a:lnTo>
                  <a:lnTo>
                    <a:pt x="7940" y="195"/>
                  </a:lnTo>
                  <a:lnTo>
                    <a:pt x="7818" y="122"/>
                  </a:lnTo>
                  <a:lnTo>
                    <a:pt x="7721" y="49"/>
                  </a:lnTo>
                  <a:lnTo>
                    <a:pt x="7575" y="25"/>
                  </a:lnTo>
                  <a:lnTo>
                    <a:pt x="7453" y="0"/>
                  </a:lnTo>
                  <a:lnTo>
                    <a:pt x="6479" y="0"/>
                  </a:lnTo>
                  <a:lnTo>
                    <a:pt x="6479" y="0"/>
                  </a:lnTo>
                  <a:lnTo>
                    <a:pt x="6357" y="25"/>
                  </a:lnTo>
                  <a:lnTo>
                    <a:pt x="6235" y="49"/>
                  </a:lnTo>
                  <a:lnTo>
                    <a:pt x="6114" y="122"/>
                  </a:lnTo>
                  <a:lnTo>
                    <a:pt x="6016" y="195"/>
                  </a:lnTo>
                  <a:lnTo>
                    <a:pt x="5919" y="293"/>
                  </a:lnTo>
                  <a:lnTo>
                    <a:pt x="5846" y="390"/>
                  </a:lnTo>
                  <a:lnTo>
                    <a:pt x="5797" y="512"/>
                  </a:lnTo>
                  <a:lnTo>
                    <a:pt x="5773" y="634"/>
                  </a:lnTo>
                  <a:lnTo>
                    <a:pt x="5602" y="2070"/>
                  </a:lnTo>
                  <a:lnTo>
                    <a:pt x="5602" y="2070"/>
                  </a:lnTo>
                  <a:lnTo>
                    <a:pt x="5310" y="2168"/>
                  </a:lnTo>
                  <a:lnTo>
                    <a:pt x="5018" y="2290"/>
                  </a:lnTo>
                  <a:lnTo>
                    <a:pt x="4750" y="2411"/>
                  </a:lnTo>
                  <a:lnTo>
                    <a:pt x="4482" y="2558"/>
                  </a:lnTo>
                  <a:lnTo>
                    <a:pt x="3337" y="1656"/>
                  </a:lnTo>
                  <a:lnTo>
                    <a:pt x="3337" y="1656"/>
                  </a:lnTo>
                  <a:lnTo>
                    <a:pt x="3215" y="1583"/>
                  </a:lnTo>
                  <a:lnTo>
                    <a:pt x="3094" y="1535"/>
                  </a:lnTo>
                  <a:lnTo>
                    <a:pt x="2972" y="1510"/>
                  </a:lnTo>
                  <a:lnTo>
                    <a:pt x="2850" y="1510"/>
                  </a:lnTo>
                  <a:lnTo>
                    <a:pt x="2728" y="1510"/>
                  </a:lnTo>
                  <a:lnTo>
                    <a:pt x="2582" y="1559"/>
                  </a:lnTo>
                  <a:lnTo>
                    <a:pt x="2485" y="1632"/>
                  </a:lnTo>
                  <a:lnTo>
                    <a:pt x="2387" y="1705"/>
                  </a:lnTo>
                  <a:lnTo>
                    <a:pt x="1705" y="2387"/>
                  </a:lnTo>
                  <a:lnTo>
                    <a:pt x="1705" y="2387"/>
                  </a:lnTo>
                  <a:lnTo>
                    <a:pt x="1608" y="2485"/>
                  </a:lnTo>
                  <a:lnTo>
                    <a:pt x="1559" y="2606"/>
                  </a:lnTo>
                  <a:lnTo>
                    <a:pt x="1511" y="2728"/>
                  </a:lnTo>
                  <a:lnTo>
                    <a:pt x="1486" y="2850"/>
                  </a:lnTo>
                  <a:lnTo>
                    <a:pt x="1486" y="2996"/>
                  </a:lnTo>
                  <a:lnTo>
                    <a:pt x="1511" y="3118"/>
                  </a:lnTo>
                  <a:lnTo>
                    <a:pt x="1559" y="3240"/>
                  </a:lnTo>
                  <a:lnTo>
                    <a:pt x="1632" y="3337"/>
                  </a:lnTo>
                  <a:lnTo>
                    <a:pt x="2533" y="4482"/>
                  </a:lnTo>
                  <a:lnTo>
                    <a:pt x="2533" y="4482"/>
                  </a:lnTo>
                  <a:lnTo>
                    <a:pt x="2387" y="4750"/>
                  </a:lnTo>
                  <a:lnTo>
                    <a:pt x="2266" y="5042"/>
                  </a:lnTo>
                  <a:lnTo>
                    <a:pt x="2168" y="5334"/>
                  </a:lnTo>
                  <a:lnTo>
                    <a:pt x="2071" y="5626"/>
                  </a:lnTo>
                  <a:lnTo>
                    <a:pt x="634" y="5772"/>
                  </a:lnTo>
                  <a:lnTo>
                    <a:pt x="634" y="5772"/>
                  </a:lnTo>
                  <a:lnTo>
                    <a:pt x="512" y="5821"/>
                  </a:lnTo>
                  <a:lnTo>
                    <a:pt x="390" y="5870"/>
                  </a:lnTo>
                  <a:lnTo>
                    <a:pt x="268" y="5943"/>
                  </a:lnTo>
                  <a:lnTo>
                    <a:pt x="171" y="6016"/>
                  </a:lnTo>
                  <a:lnTo>
                    <a:pt x="98" y="6138"/>
                  </a:lnTo>
                  <a:lnTo>
                    <a:pt x="49" y="6235"/>
                  </a:lnTo>
                  <a:lnTo>
                    <a:pt x="1" y="6381"/>
                  </a:lnTo>
                  <a:lnTo>
                    <a:pt x="1" y="6503"/>
                  </a:lnTo>
                  <a:lnTo>
                    <a:pt x="1" y="7453"/>
                  </a:lnTo>
                  <a:lnTo>
                    <a:pt x="1" y="7453"/>
                  </a:lnTo>
                  <a:lnTo>
                    <a:pt x="1" y="7599"/>
                  </a:lnTo>
                  <a:lnTo>
                    <a:pt x="49" y="7721"/>
                  </a:lnTo>
                  <a:lnTo>
                    <a:pt x="98" y="7843"/>
                  </a:lnTo>
                  <a:lnTo>
                    <a:pt x="171" y="7940"/>
                  </a:lnTo>
                  <a:lnTo>
                    <a:pt x="268" y="8037"/>
                  </a:lnTo>
                  <a:lnTo>
                    <a:pt x="390" y="8111"/>
                  </a:lnTo>
                  <a:lnTo>
                    <a:pt x="512" y="8159"/>
                  </a:lnTo>
                  <a:lnTo>
                    <a:pt x="634" y="8184"/>
                  </a:lnTo>
                  <a:lnTo>
                    <a:pt x="2071" y="8354"/>
                  </a:lnTo>
                  <a:lnTo>
                    <a:pt x="2071" y="8354"/>
                  </a:lnTo>
                  <a:lnTo>
                    <a:pt x="2168" y="8646"/>
                  </a:lnTo>
                  <a:lnTo>
                    <a:pt x="2266" y="8914"/>
                  </a:lnTo>
                  <a:lnTo>
                    <a:pt x="2387" y="9206"/>
                  </a:lnTo>
                  <a:lnTo>
                    <a:pt x="2533" y="9474"/>
                  </a:lnTo>
                  <a:lnTo>
                    <a:pt x="1632" y="10619"/>
                  </a:lnTo>
                  <a:lnTo>
                    <a:pt x="1632" y="10619"/>
                  </a:lnTo>
                  <a:lnTo>
                    <a:pt x="1559" y="10741"/>
                  </a:lnTo>
                  <a:lnTo>
                    <a:pt x="1511" y="10863"/>
                  </a:lnTo>
                  <a:lnTo>
                    <a:pt x="1486" y="10984"/>
                  </a:lnTo>
                  <a:lnTo>
                    <a:pt x="1486" y="11106"/>
                  </a:lnTo>
                  <a:lnTo>
                    <a:pt x="1511" y="11228"/>
                  </a:lnTo>
                  <a:lnTo>
                    <a:pt x="1559" y="11350"/>
                  </a:lnTo>
                  <a:lnTo>
                    <a:pt x="1608" y="11472"/>
                  </a:lnTo>
                  <a:lnTo>
                    <a:pt x="1705" y="11569"/>
                  </a:lnTo>
                  <a:lnTo>
                    <a:pt x="2387" y="12251"/>
                  </a:lnTo>
                  <a:lnTo>
                    <a:pt x="2387" y="12251"/>
                  </a:lnTo>
                  <a:lnTo>
                    <a:pt x="2485" y="12348"/>
                  </a:lnTo>
                  <a:lnTo>
                    <a:pt x="2582" y="12397"/>
                  </a:lnTo>
                  <a:lnTo>
                    <a:pt x="2728" y="12446"/>
                  </a:lnTo>
                  <a:lnTo>
                    <a:pt x="2850" y="12470"/>
                  </a:lnTo>
                  <a:lnTo>
                    <a:pt x="2972" y="12470"/>
                  </a:lnTo>
                  <a:lnTo>
                    <a:pt x="3094" y="12421"/>
                  </a:lnTo>
                  <a:lnTo>
                    <a:pt x="3215" y="12373"/>
                  </a:lnTo>
                  <a:lnTo>
                    <a:pt x="3337" y="12324"/>
                  </a:lnTo>
                  <a:lnTo>
                    <a:pt x="4482" y="11423"/>
                  </a:lnTo>
                  <a:lnTo>
                    <a:pt x="4482" y="11423"/>
                  </a:lnTo>
                  <a:lnTo>
                    <a:pt x="4750" y="11545"/>
                  </a:lnTo>
                  <a:lnTo>
                    <a:pt x="5018" y="11691"/>
                  </a:lnTo>
                  <a:lnTo>
                    <a:pt x="5310" y="11788"/>
                  </a:lnTo>
                  <a:lnTo>
                    <a:pt x="5602" y="11886"/>
                  </a:lnTo>
                  <a:lnTo>
                    <a:pt x="5773" y="13322"/>
                  </a:lnTo>
                  <a:lnTo>
                    <a:pt x="5773" y="13322"/>
                  </a:lnTo>
                  <a:lnTo>
                    <a:pt x="5797" y="13444"/>
                  </a:lnTo>
                  <a:lnTo>
                    <a:pt x="5846" y="13566"/>
                  </a:lnTo>
                  <a:lnTo>
                    <a:pt x="5919" y="13688"/>
                  </a:lnTo>
                  <a:lnTo>
                    <a:pt x="6016" y="13785"/>
                  </a:lnTo>
                  <a:lnTo>
                    <a:pt x="6114" y="13858"/>
                  </a:lnTo>
                  <a:lnTo>
                    <a:pt x="6235" y="13907"/>
                  </a:lnTo>
                  <a:lnTo>
                    <a:pt x="6357" y="13956"/>
                  </a:lnTo>
                  <a:lnTo>
                    <a:pt x="6479" y="13956"/>
                  </a:lnTo>
                  <a:lnTo>
                    <a:pt x="7453" y="13956"/>
                  </a:lnTo>
                  <a:lnTo>
                    <a:pt x="7453" y="13956"/>
                  </a:lnTo>
                  <a:lnTo>
                    <a:pt x="7575" y="13956"/>
                  </a:lnTo>
                  <a:lnTo>
                    <a:pt x="7721" y="13907"/>
                  </a:lnTo>
                  <a:lnTo>
                    <a:pt x="7818" y="13858"/>
                  </a:lnTo>
                  <a:lnTo>
                    <a:pt x="7940" y="13785"/>
                  </a:lnTo>
                  <a:lnTo>
                    <a:pt x="8013" y="13688"/>
                  </a:lnTo>
                  <a:lnTo>
                    <a:pt x="8086" y="13566"/>
                  </a:lnTo>
                  <a:lnTo>
                    <a:pt x="8135" y="13444"/>
                  </a:lnTo>
                  <a:lnTo>
                    <a:pt x="8159" y="13322"/>
                  </a:lnTo>
                  <a:lnTo>
                    <a:pt x="8330" y="11886"/>
                  </a:lnTo>
                  <a:lnTo>
                    <a:pt x="8330" y="11886"/>
                  </a:lnTo>
                  <a:lnTo>
                    <a:pt x="8622" y="11788"/>
                  </a:lnTo>
                  <a:lnTo>
                    <a:pt x="8914" y="11691"/>
                  </a:lnTo>
                  <a:lnTo>
                    <a:pt x="9207" y="11545"/>
                  </a:lnTo>
                  <a:lnTo>
                    <a:pt x="9475" y="11423"/>
                  </a:lnTo>
                  <a:lnTo>
                    <a:pt x="10619" y="12324"/>
                  </a:lnTo>
                  <a:lnTo>
                    <a:pt x="10619" y="12324"/>
                  </a:lnTo>
                  <a:lnTo>
                    <a:pt x="10717" y="12373"/>
                  </a:lnTo>
                  <a:lnTo>
                    <a:pt x="10838" y="12421"/>
                  </a:lnTo>
                  <a:lnTo>
                    <a:pt x="10960" y="12470"/>
                  </a:lnTo>
                  <a:lnTo>
                    <a:pt x="11106" y="12470"/>
                  </a:lnTo>
                  <a:lnTo>
                    <a:pt x="11228" y="12446"/>
                  </a:lnTo>
                  <a:lnTo>
                    <a:pt x="11350" y="12397"/>
                  </a:lnTo>
                  <a:lnTo>
                    <a:pt x="11472" y="12348"/>
                  </a:lnTo>
                  <a:lnTo>
                    <a:pt x="11569" y="12251"/>
                  </a:lnTo>
                  <a:lnTo>
                    <a:pt x="12251" y="11569"/>
                  </a:lnTo>
                  <a:lnTo>
                    <a:pt x="12251" y="11569"/>
                  </a:lnTo>
                  <a:lnTo>
                    <a:pt x="12324" y="11472"/>
                  </a:lnTo>
                  <a:lnTo>
                    <a:pt x="12397" y="11350"/>
                  </a:lnTo>
                  <a:lnTo>
                    <a:pt x="12422" y="11228"/>
                  </a:lnTo>
                  <a:lnTo>
                    <a:pt x="12446" y="11106"/>
                  </a:lnTo>
                  <a:lnTo>
                    <a:pt x="12446" y="10984"/>
                  </a:lnTo>
                  <a:lnTo>
                    <a:pt x="12422" y="10863"/>
                  </a:lnTo>
                  <a:lnTo>
                    <a:pt x="12373" y="10741"/>
                  </a:lnTo>
                  <a:lnTo>
                    <a:pt x="12300" y="10619"/>
                  </a:lnTo>
                  <a:lnTo>
                    <a:pt x="11399" y="9474"/>
                  </a:lnTo>
                  <a:lnTo>
                    <a:pt x="11399" y="9474"/>
                  </a:lnTo>
                  <a:lnTo>
                    <a:pt x="11545" y="9206"/>
                  </a:lnTo>
                  <a:lnTo>
                    <a:pt x="11667" y="8914"/>
                  </a:lnTo>
                  <a:lnTo>
                    <a:pt x="11788" y="8646"/>
                  </a:lnTo>
                  <a:lnTo>
                    <a:pt x="11861" y="8354"/>
                  </a:lnTo>
                  <a:lnTo>
                    <a:pt x="13323" y="8184"/>
                  </a:lnTo>
                  <a:lnTo>
                    <a:pt x="13323" y="8184"/>
                  </a:lnTo>
                  <a:lnTo>
                    <a:pt x="13444" y="8159"/>
                  </a:lnTo>
                  <a:lnTo>
                    <a:pt x="13566" y="8111"/>
                  </a:lnTo>
                  <a:lnTo>
                    <a:pt x="13664" y="8037"/>
                  </a:lnTo>
                  <a:lnTo>
                    <a:pt x="13761" y="7940"/>
                  </a:lnTo>
                  <a:lnTo>
                    <a:pt x="13834" y="7843"/>
                  </a:lnTo>
                  <a:lnTo>
                    <a:pt x="13907" y="7721"/>
                  </a:lnTo>
                  <a:lnTo>
                    <a:pt x="13932" y="7599"/>
                  </a:lnTo>
                  <a:lnTo>
                    <a:pt x="13956" y="7453"/>
                  </a:lnTo>
                  <a:lnTo>
                    <a:pt x="13956" y="6503"/>
                  </a:lnTo>
                  <a:lnTo>
                    <a:pt x="13956" y="6503"/>
                  </a:lnTo>
                  <a:lnTo>
                    <a:pt x="13932" y="6381"/>
                  </a:lnTo>
                  <a:lnTo>
                    <a:pt x="13907" y="6235"/>
                  </a:lnTo>
                  <a:lnTo>
                    <a:pt x="13834" y="6138"/>
                  </a:lnTo>
                  <a:lnTo>
                    <a:pt x="13761" y="6016"/>
                  </a:lnTo>
                  <a:lnTo>
                    <a:pt x="13664" y="5943"/>
                  </a:lnTo>
                  <a:lnTo>
                    <a:pt x="13566" y="5870"/>
                  </a:lnTo>
                  <a:lnTo>
                    <a:pt x="13444" y="5821"/>
                  </a:lnTo>
                  <a:lnTo>
                    <a:pt x="13323" y="5772"/>
                  </a:lnTo>
                  <a:lnTo>
                    <a:pt x="13323" y="5772"/>
                  </a:lnTo>
                  <a:close/>
                  <a:moveTo>
                    <a:pt x="8573" y="8598"/>
                  </a:moveTo>
                  <a:lnTo>
                    <a:pt x="8573" y="8598"/>
                  </a:lnTo>
                  <a:lnTo>
                    <a:pt x="8403" y="8744"/>
                  </a:lnTo>
                  <a:lnTo>
                    <a:pt x="8232" y="8890"/>
                  </a:lnTo>
                  <a:lnTo>
                    <a:pt x="8038" y="8987"/>
                  </a:lnTo>
                  <a:lnTo>
                    <a:pt x="7818" y="9085"/>
                  </a:lnTo>
                  <a:lnTo>
                    <a:pt x="7624" y="9158"/>
                  </a:lnTo>
                  <a:lnTo>
                    <a:pt x="7404" y="9206"/>
                  </a:lnTo>
                  <a:lnTo>
                    <a:pt x="7185" y="9231"/>
                  </a:lnTo>
                  <a:lnTo>
                    <a:pt x="6966" y="9255"/>
                  </a:lnTo>
                  <a:lnTo>
                    <a:pt x="6747" y="9231"/>
                  </a:lnTo>
                  <a:lnTo>
                    <a:pt x="6528" y="9206"/>
                  </a:lnTo>
                  <a:lnTo>
                    <a:pt x="6333" y="9158"/>
                  </a:lnTo>
                  <a:lnTo>
                    <a:pt x="6114" y="9085"/>
                  </a:lnTo>
                  <a:lnTo>
                    <a:pt x="5919" y="8987"/>
                  </a:lnTo>
                  <a:lnTo>
                    <a:pt x="5724" y="8890"/>
                  </a:lnTo>
                  <a:lnTo>
                    <a:pt x="5529" y="8744"/>
                  </a:lnTo>
                  <a:lnTo>
                    <a:pt x="5359" y="8598"/>
                  </a:lnTo>
                  <a:lnTo>
                    <a:pt x="5359" y="8598"/>
                  </a:lnTo>
                  <a:lnTo>
                    <a:pt x="5212" y="8427"/>
                  </a:lnTo>
                  <a:lnTo>
                    <a:pt x="5066" y="8232"/>
                  </a:lnTo>
                  <a:lnTo>
                    <a:pt x="4969" y="8037"/>
                  </a:lnTo>
                  <a:lnTo>
                    <a:pt x="4871" y="7843"/>
                  </a:lnTo>
                  <a:lnTo>
                    <a:pt x="4798" y="7623"/>
                  </a:lnTo>
                  <a:lnTo>
                    <a:pt x="4750" y="7404"/>
                  </a:lnTo>
                  <a:lnTo>
                    <a:pt x="4701" y="7209"/>
                  </a:lnTo>
                  <a:lnTo>
                    <a:pt x="4701" y="6990"/>
                  </a:lnTo>
                  <a:lnTo>
                    <a:pt x="4701" y="6771"/>
                  </a:lnTo>
                  <a:lnTo>
                    <a:pt x="4750" y="6552"/>
                  </a:lnTo>
                  <a:lnTo>
                    <a:pt x="4798" y="6333"/>
                  </a:lnTo>
                  <a:lnTo>
                    <a:pt x="4871" y="6138"/>
                  </a:lnTo>
                  <a:lnTo>
                    <a:pt x="4969" y="5919"/>
                  </a:lnTo>
                  <a:lnTo>
                    <a:pt x="5066" y="5724"/>
                  </a:lnTo>
                  <a:lnTo>
                    <a:pt x="5212" y="5553"/>
                  </a:lnTo>
                  <a:lnTo>
                    <a:pt x="5359" y="5383"/>
                  </a:lnTo>
                  <a:lnTo>
                    <a:pt x="5359" y="5383"/>
                  </a:lnTo>
                  <a:lnTo>
                    <a:pt x="5529" y="5212"/>
                  </a:lnTo>
                  <a:lnTo>
                    <a:pt x="5724" y="5091"/>
                  </a:lnTo>
                  <a:lnTo>
                    <a:pt x="5919" y="4969"/>
                  </a:lnTo>
                  <a:lnTo>
                    <a:pt x="6114" y="4871"/>
                  </a:lnTo>
                  <a:lnTo>
                    <a:pt x="6333" y="4798"/>
                  </a:lnTo>
                  <a:lnTo>
                    <a:pt x="6528" y="4750"/>
                  </a:lnTo>
                  <a:lnTo>
                    <a:pt x="6747" y="4725"/>
                  </a:lnTo>
                  <a:lnTo>
                    <a:pt x="6966" y="4701"/>
                  </a:lnTo>
                  <a:lnTo>
                    <a:pt x="7185" y="4725"/>
                  </a:lnTo>
                  <a:lnTo>
                    <a:pt x="7404" y="4750"/>
                  </a:lnTo>
                  <a:lnTo>
                    <a:pt x="7624" y="4798"/>
                  </a:lnTo>
                  <a:lnTo>
                    <a:pt x="7818" y="4871"/>
                  </a:lnTo>
                  <a:lnTo>
                    <a:pt x="8038" y="4969"/>
                  </a:lnTo>
                  <a:lnTo>
                    <a:pt x="8232" y="5091"/>
                  </a:lnTo>
                  <a:lnTo>
                    <a:pt x="8403" y="5212"/>
                  </a:lnTo>
                  <a:lnTo>
                    <a:pt x="8573" y="5383"/>
                  </a:lnTo>
                  <a:lnTo>
                    <a:pt x="8573" y="5383"/>
                  </a:lnTo>
                  <a:lnTo>
                    <a:pt x="8744" y="5553"/>
                  </a:lnTo>
                  <a:lnTo>
                    <a:pt x="8866" y="5724"/>
                  </a:lnTo>
                  <a:lnTo>
                    <a:pt x="8987" y="5919"/>
                  </a:lnTo>
                  <a:lnTo>
                    <a:pt x="9085" y="6138"/>
                  </a:lnTo>
                  <a:lnTo>
                    <a:pt x="9158" y="6333"/>
                  </a:lnTo>
                  <a:lnTo>
                    <a:pt x="9207" y="6552"/>
                  </a:lnTo>
                  <a:lnTo>
                    <a:pt x="9231" y="6771"/>
                  </a:lnTo>
                  <a:lnTo>
                    <a:pt x="9231" y="6990"/>
                  </a:lnTo>
                  <a:lnTo>
                    <a:pt x="9231" y="7209"/>
                  </a:lnTo>
                  <a:lnTo>
                    <a:pt x="9207" y="7404"/>
                  </a:lnTo>
                  <a:lnTo>
                    <a:pt x="9158" y="7623"/>
                  </a:lnTo>
                  <a:lnTo>
                    <a:pt x="9085" y="7843"/>
                  </a:lnTo>
                  <a:lnTo>
                    <a:pt x="8987" y="8037"/>
                  </a:lnTo>
                  <a:lnTo>
                    <a:pt x="8866" y="8232"/>
                  </a:lnTo>
                  <a:lnTo>
                    <a:pt x="8744" y="8427"/>
                  </a:lnTo>
                  <a:lnTo>
                    <a:pt x="8573" y="8598"/>
                  </a:lnTo>
                  <a:lnTo>
                    <a:pt x="8573" y="8598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5566575" y="3265260"/>
              <a:ext cx="198525" cy="198525"/>
            </a:xfrm>
            <a:custGeom>
              <a:avLst/>
              <a:gdLst/>
              <a:ahLst/>
              <a:cxnLst/>
              <a:rect l="l" t="t" r="r" b="b"/>
              <a:pathLst>
                <a:path w="7941" h="7941" fill="none" extrusionOk="0">
                  <a:moveTo>
                    <a:pt x="7258" y="2144"/>
                  </a:moveTo>
                  <a:lnTo>
                    <a:pt x="6138" y="2388"/>
                  </a:lnTo>
                  <a:lnTo>
                    <a:pt x="6138" y="2388"/>
                  </a:lnTo>
                  <a:lnTo>
                    <a:pt x="6016" y="2217"/>
                  </a:lnTo>
                  <a:lnTo>
                    <a:pt x="5870" y="2071"/>
                  </a:lnTo>
                  <a:lnTo>
                    <a:pt x="6260" y="975"/>
                  </a:lnTo>
                  <a:lnTo>
                    <a:pt x="6260" y="975"/>
                  </a:lnTo>
                  <a:lnTo>
                    <a:pt x="6284" y="902"/>
                  </a:lnTo>
                  <a:lnTo>
                    <a:pt x="6284" y="829"/>
                  </a:lnTo>
                  <a:lnTo>
                    <a:pt x="6260" y="683"/>
                  </a:lnTo>
                  <a:lnTo>
                    <a:pt x="6162" y="561"/>
                  </a:lnTo>
                  <a:lnTo>
                    <a:pt x="6114" y="488"/>
                  </a:lnTo>
                  <a:lnTo>
                    <a:pt x="6065" y="464"/>
                  </a:lnTo>
                  <a:lnTo>
                    <a:pt x="5553" y="196"/>
                  </a:lnTo>
                  <a:lnTo>
                    <a:pt x="5553" y="196"/>
                  </a:lnTo>
                  <a:lnTo>
                    <a:pt x="5480" y="171"/>
                  </a:lnTo>
                  <a:lnTo>
                    <a:pt x="5407" y="171"/>
                  </a:lnTo>
                  <a:lnTo>
                    <a:pt x="5261" y="171"/>
                  </a:lnTo>
                  <a:lnTo>
                    <a:pt x="5115" y="244"/>
                  </a:lnTo>
                  <a:lnTo>
                    <a:pt x="5066" y="293"/>
                  </a:lnTo>
                  <a:lnTo>
                    <a:pt x="5018" y="342"/>
                  </a:lnTo>
                  <a:lnTo>
                    <a:pt x="4384" y="1316"/>
                  </a:lnTo>
                  <a:lnTo>
                    <a:pt x="4384" y="1316"/>
                  </a:lnTo>
                  <a:lnTo>
                    <a:pt x="4165" y="1292"/>
                  </a:lnTo>
                  <a:lnTo>
                    <a:pt x="3970" y="1292"/>
                  </a:lnTo>
                  <a:lnTo>
                    <a:pt x="3483" y="244"/>
                  </a:lnTo>
                  <a:lnTo>
                    <a:pt x="3483" y="244"/>
                  </a:lnTo>
                  <a:lnTo>
                    <a:pt x="3435" y="171"/>
                  </a:lnTo>
                  <a:lnTo>
                    <a:pt x="3386" y="123"/>
                  </a:lnTo>
                  <a:lnTo>
                    <a:pt x="3264" y="50"/>
                  </a:lnTo>
                  <a:lnTo>
                    <a:pt x="3118" y="1"/>
                  </a:lnTo>
                  <a:lnTo>
                    <a:pt x="3045" y="1"/>
                  </a:lnTo>
                  <a:lnTo>
                    <a:pt x="2972" y="25"/>
                  </a:lnTo>
                  <a:lnTo>
                    <a:pt x="2436" y="196"/>
                  </a:lnTo>
                  <a:lnTo>
                    <a:pt x="2436" y="196"/>
                  </a:lnTo>
                  <a:lnTo>
                    <a:pt x="2363" y="220"/>
                  </a:lnTo>
                  <a:lnTo>
                    <a:pt x="2290" y="269"/>
                  </a:lnTo>
                  <a:lnTo>
                    <a:pt x="2192" y="391"/>
                  </a:lnTo>
                  <a:lnTo>
                    <a:pt x="2144" y="537"/>
                  </a:lnTo>
                  <a:lnTo>
                    <a:pt x="2144" y="610"/>
                  </a:lnTo>
                  <a:lnTo>
                    <a:pt x="2144" y="683"/>
                  </a:lnTo>
                  <a:lnTo>
                    <a:pt x="2387" y="1828"/>
                  </a:lnTo>
                  <a:lnTo>
                    <a:pt x="2387" y="1828"/>
                  </a:lnTo>
                  <a:lnTo>
                    <a:pt x="2217" y="1949"/>
                  </a:lnTo>
                  <a:lnTo>
                    <a:pt x="2071" y="2095"/>
                  </a:lnTo>
                  <a:lnTo>
                    <a:pt x="999" y="1681"/>
                  </a:lnTo>
                  <a:lnTo>
                    <a:pt x="999" y="1681"/>
                  </a:lnTo>
                  <a:lnTo>
                    <a:pt x="926" y="1681"/>
                  </a:lnTo>
                  <a:lnTo>
                    <a:pt x="829" y="1657"/>
                  </a:lnTo>
                  <a:lnTo>
                    <a:pt x="682" y="1706"/>
                  </a:lnTo>
                  <a:lnTo>
                    <a:pt x="561" y="1779"/>
                  </a:lnTo>
                  <a:lnTo>
                    <a:pt x="512" y="1828"/>
                  </a:lnTo>
                  <a:lnTo>
                    <a:pt x="463" y="1901"/>
                  </a:lnTo>
                  <a:lnTo>
                    <a:pt x="220" y="2388"/>
                  </a:lnTo>
                  <a:lnTo>
                    <a:pt x="220" y="2388"/>
                  </a:lnTo>
                  <a:lnTo>
                    <a:pt x="195" y="2461"/>
                  </a:lnTo>
                  <a:lnTo>
                    <a:pt x="171" y="2534"/>
                  </a:lnTo>
                  <a:lnTo>
                    <a:pt x="195" y="2704"/>
                  </a:lnTo>
                  <a:lnTo>
                    <a:pt x="244" y="2826"/>
                  </a:lnTo>
                  <a:lnTo>
                    <a:pt x="293" y="2899"/>
                  </a:lnTo>
                  <a:lnTo>
                    <a:pt x="366" y="2948"/>
                  </a:lnTo>
                  <a:lnTo>
                    <a:pt x="1340" y="3581"/>
                  </a:lnTo>
                  <a:lnTo>
                    <a:pt x="1340" y="3581"/>
                  </a:lnTo>
                  <a:lnTo>
                    <a:pt x="1316" y="3776"/>
                  </a:lnTo>
                  <a:lnTo>
                    <a:pt x="1291" y="3995"/>
                  </a:lnTo>
                  <a:lnTo>
                    <a:pt x="244" y="4482"/>
                  </a:lnTo>
                  <a:lnTo>
                    <a:pt x="244" y="4482"/>
                  </a:lnTo>
                  <a:lnTo>
                    <a:pt x="195" y="4507"/>
                  </a:lnTo>
                  <a:lnTo>
                    <a:pt x="122" y="4555"/>
                  </a:lnTo>
                  <a:lnTo>
                    <a:pt x="49" y="4701"/>
                  </a:lnTo>
                  <a:lnTo>
                    <a:pt x="0" y="4848"/>
                  </a:lnTo>
                  <a:lnTo>
                    <a:pt x="25" y="4921"/>
                  </a:lnTo>
                  <a:lnTo>
                    <a:pt x="25" y="4994"/>
                  </a:lnTo>
                  <a:lnTo>
                    <a:pt x="220" y="5530"/>
                  </a:lnTo>
                  <a:lnTo>
                    <a:pt x="220" y="5530"/>
                  </a:lnTo>
                  <a:lnTo>
                    <a:pt x="244" y="5578"/>
                  </a:lnTo>
                  <a:lnTo>
                    <a:pt x="293" y="5651"/>
                  </a:lnTo>
                  <a:lnTo>
                    <a:pt x="390" y="5749"/>
                  </a:lnTo>
                  <a:lnTo>
                    <a:pt x="536" y="5797"/>
                  </a:lnTo>
                  <a:lnTo>
                    <a:pt x="609" y="5797"/>
                  </a:lnTo>
                  <a:lnTo>
                    <a:pt x="682" y="5797"/>
                  </a:lnTo>
                  <a:lnTo>
                    <a:pt x="1827" y="5554"/>
                  </a:lnTo>
                  <a:lnTo>
                    <a:pt x="1827" y="5554"/>
                  </a:lnTo>
                  <a:lnTo>
                    <a:pt x="1949" y="5724"/>
                  </a:lnTo>
                  <a:lnTo>
                    <a:pt x="2095" y="5870"/>
                  </a:lnTo>
                  <a:lnTo>
                    <a:pt x="1705" y="6966"/>
                  </a:lnTo>
                  <a:lnTo>
                    <a:pt x="1705" y="6966"/>
                  </a:lnTo>
                  <a:lnTo>
                    <a:pt x="1681" y="7040"/>
                  </a:lnTo>
                  <a:lnTo>
                    <a:pt x="1681" y="7113"/>
                  </a:lnTo>
                  <a:lnTo>
                    <a:pt x="1705" y="7259"/>
                  </a:lnTo>
                  <a:lnTo>
                    <a:pt x="1778" y="7380"/>
                  </a:lnTo>
                  <a:lnTo>
                    <a:pt x="1851" y="7429"/>
                  </a:lnTo>
                  <a:lnTo>
                    <a:pt x="1900" y="7478"/>
                  </a:lnTo>
                  <a:lnTo>
                    <a:pt x="2412" y="7721"/>
                  </a:lnTo>
                  <a:lnTo>
                    <a:pt x="2412" y="7721"/>
                  </a:lnTo>
                  <a:lnTo>
                    <a:pt x="2485" y="7770"/>
                  </a:lnTo>
                  <a:lnTo>
                    <a:pt x="2558" y="7770"/>
                  </a:lnTo>
                  <a:lnTo>
                    <a:pt x="2704" y="7770"/>
                  </a:lnTo>
                  <a:lnTo>
                    <a:pt x="2850" y="7697"/>
                  </a:lnTo>
                  <a:lnTo>
                    <a:pt x="2899" y="7648"/>
                  </a:lnTo>
                  <a:lnTo>
                    <a:pt x="2947" y="7600"/>
                  </a:lnTo>
                  <a:lnTo>
                    <a:pt x="3581" y="6625"/>
                  </a:lnTo>
                  <a:lnTo>
                    <a:pt x="3581" y="6625"/>
                  </a:lnTo>
                  <a:lnTo>
                    <a:pt x="3800" y="6650"/>
                  </a:lnTo>
                  <a:lnTo>
                    <a:pt x="3995" y="6650"/>
                  </a:lnTo>
                  <a:lnTo>
                    <a:pt x="4482" y="7697"/>
                  </a:lnTo>
                  <a:lnTo>
                    <a:pt x="4482" y="7697"/>
                  </a:lnTo>
                  <a:lnTo>
                    <a:pt x="4531" y="7770"/>
                  </a:lnTo>
                  <a:lnTo>
                    <a:pt x="4579" y="7819"/>
                  </a:lnTo>
                  <a:lnTo>
                    <a:pt x="4701" y="7892"/>
                  </a:lnTo>
                  <a:lnTo>
                    <a:pt x="4847" y="7941"/>
                  </a:lnTo>
                  <a:lnTo>
                    <a:pt x="4920" y="7941"/>
                  </a:lnTo>
                  <a:lnTo>
                    <a:pt x="4993" y="7916"/>
                  </a:lnTo>
                  <a:lnTo>
                    <a:pt x="5529" y="7746"/>
                  </a:lnTo>
                  <a:lnTo>
                    <a:pt x="5529" y="7746"/>
                  </a:lnTo>
                  <a:lnTo>
                    <a:pt x="5602" y="7721"/>
                  </a:lnTo>
                  <a:lnTo>
                    <a:pt x="5651" y="7673"/>
                  </a:lnTo>
                  <a:lnTo>
                    <a:pt x="5748" y="7551"/>
                  </a:lnTo>
                  <a:lnTo>
                    <a:pt x="5821" y="7405"/>
                  </a:lnTo>
                  <a:lnTo>
                    <a:pt x="5821" y="7332"/>
                  </a:lnTo>
                  <a:lnTo>
                    <a:pt x="5821" y="7259"/>
                  </a:lnTo>
                  <a:lnTo>
                    <a:pt x="5578" y="6114"/>
                  </a:lnTo>
                  <a:lnTo>
                    <a:pt x="5578" y="6114"/>
                  </a:lnTo>
                  <a:lnTo>
                    <a:pt x="5724" y="5992"/>
                  </a:lnTo>
                  <a:lnTo>
                    <a:pt x="5894" y="5846"/>
                  </a:lnTo>
                  <a:lnTo>
                    <a:pt x="6966" y="6260"/>
                  </a:lnTo>
                  <a:lnTo>
                    <a:pt x="6966" y="6260"/>
                  </a:lnTo>
                  <a:lnTo>
                    <a:pt x="7039" y="6260"/>
                  </a:lnTo>
                  <a:lnTo>
                    <a:pt x="7112" y="6285"/>
                  </a:lnTo>
                  <a:lnTo>
                    <a:pt x="7258" y="6236"/>
                  </a:lnTo>
                  <a:lnTo>
                    <a:pt x="7404" y="6163"/>
                  </a:lnTo>
                  <a:lnTo>
                    <a:pt x="7453" y="6114"/>
                  </a:lnTo>
                  <a:lnTo>
                    <a:pt x="7502" y="6041"/>
                  </a:lnTo>
                  <a:lnTo>
                    <a:pt x="7745" y="5530"/>
                  </a:lnTo>
                  <a:lnTo>
                    <a:pt x="7745" y="5530"/>
                  </a:lnTo>
                  <a:lnTo>
                    <a:pt x="7770" y="5481"/>
                  </a:lnTo>
                  <a:lnTo>
                    <a:pt x="7794" y="5383"/>
                  </a:lnTo>
                  <a:lnTo>
                    <a:pt x="7770" y="5237"/>
                  </a:lnTo>
                  <a:lnTo>
                    <a:pt x="7697" y="5115"/>
                  </a:lnTo>
                  <a:lnTo>
                    <a:pt x="7648" y="5042"/>
                  </a:lnTo>
                  <a:lnTo>
                    <a:pt x="7599" y="4994"/>
                  </a:lnTo>
                  <a:lnTo>
                    <a:pt x="6625" y="4360"/>
                  </a:lnTo>
                  <a:lnTo>
                    <a:pt x="6625" y="4360"/>
                  </a:lnTo>
                  <a:lnTo>
                    <a:pt x="6649" y="4166"/>
                  </a:lnTo>
                  <a:lnTo>
                    <a:pt x="6649" y="3946"/>
                  </a:lnTo>
                  <a:lnTo>
                    <a:pt x="7697" y="3459"/>
                  </a:lnTo>
                  <a:lnTo>
                    <a:pt x="7697" y="3459"/>
                  </a:lnTo>
                  <a:lnTo>
                    <a:pt x="7770" y="3435"/>
                  </a:lnTo>
                  <a:lnTo>
                    <a:pt x="7843" y="3386"/>
                  </a:lnTo>
                  <a:lnTo>
                    <a:pt x="7916" y="3240"/>
                  </a:lnTo>
                  <a:lnTo>
                    <a:pt x="7940" y="3094"/>
                  </a:lnTo>
                  <a:lnTo>
                    <a:pt x="7940" y="3021"/>
                  </a:lnTo>
                  <a:lnTo>
                    <a:pt x="7940" y="2948"/>
                  </a:lnTo>
                  <a:lnTo>
                    <a:pt x="7745" y="2412"/>
                  </a:lnTo>
                  <a:lnTo>
                    <a:pt x="7745" y="2412"/>
                  </a:lnTo>
                  <a:lnTo>
                    <a:pt x="7721" y="2339"/>
                  </a:lnTo>
                  <a:lnTo>
                    <a:pt x="7672" y="2290"/>
                  </a:lnTo>
                  <a:lnTo>
                    <a:pt x="7551" y="2193"/>
                  </a:lnTo>
                  <a:lnTo>
                    <a:pt x="7429" y="2144"/>
                  </a:lnTo>
                  <a:lnTo>
                    <a:pt x="7356" y="2144"/>
                  </a:lnTo>
                  <a:lnTo>
                    <a:pt x="7258" y="2144"/>
                  </a:lnTo>
                  <a:lnTo>
                    <a:pt x="7258" y="2144"/>
                  </a:lnTo>
                  <a:close/>
                  <a:moveTo>
                    <a:pt x="5480" y="4726"/>
                  </a:moveTo>
                  <a:lnTo>
                    <a:pt x="5480" y="4726"/>
                  </a:lnTo>
                  <a:lnTo>
                    <a:pt x="5383" y="4872"/>
                  </a:lnTo>
                  <a:lnTo>
                    <a:pt x="5286" y="4994"/>
                  </a:lnTo>
                  <a:lnTo>
                    <a:pt x="5188" y="5140"/>
                  </a:lnTo>
                  <a:lnTo>
                    <a:pt x="5066" y="5237"/>
                  </a:lnTo>
                  <a:lnTo>
                    <a:pt x="4945" y="5335"/>
                  </a:lnTo>
                  <a:lnTo>
                    <a:pt x="4798" y="5432"/>
                  </a:lnTo>
                  <a:lnTo>
                    <a:pt x="4652" y="5505"/>
                  </a:lnTo>
                  <a:lnTo>
                    <a:pt x="4506" y="5554"/>
                  </a:lnTo>
                  <a:lnTo>
                    <a:pt x="4360" y="5603"/>
                  </a:lnTo>
                  <a:lnTo>
                    <a:pt x="4190" y="5627"/>
                  </a:lnTo>
                  <a:lnTo>
                    <a:pt x="4043" y="5651"/>
                  </a:lnTo>
                  <a:lnTo>
                    <a:pt x="3873" y="5627"/>
                  </a:lnTo>
                  <a:lnTo>
                    <a:pt x="3702" y="5627"/>
                  </a:lnTo>
                  <a:lnTo>
                    <a:pt x="3556" y="5578"/>
                  </a:lnTo>
                  <a:lnTo>
                    <a:pt x="3386" y="5530"/>
                  </a:lnTo>
                  <a:lnTo>
                    <a:pt x="3240" y="5456"/>
                  </a:lnTo>
                  <a:lnTo>
                    <a:pt x="3240" y="5456"/>
                  </a:lnTo>
                  <a:lnTo>
                    <a:pt x="3094" y="5383"/>
                  </a:lnTo>
                  <a:lnTo>
                    <a:pt x="2947" y="5286"/>
                  </a:lnTo>
                  <a:lnTo>
                    <a:pt x="2826" y="5164"/>
                  </a:lnTo>
                  <a:lnTo>
                    <a:pt x="2704" y="5067"/>
                  </a:lnTo>
                  <a:lnTo>
                    <a:pt x="2606" y="4921"/>
                  </a:lnTo>
                  <a:lnTo>
                    <a:pt x="2533" y="4799"/>
                  </a:lnTo>
                  <a:lnTo>
                    <a:pt x="2460" y="4653"/>
                  </a:lnTo>
                  <a:lnTo>
                    <a:pt x="2387" y="4507"/>
                  </a:lnTo>
                  <a:lnTo>
                    <a:pt x="2363" y="4336"/>
                  </a:lnTo>
                  <a:lnTo>
                    <a:pt x="2314" y="4190"/>
                  </a:lnTo>
                  <a:lnTo>
                    <a:pt x="2314" y="4020"/>
                  </a:lnTo>
                  <a:lnTo>
                    <a:pt x="2314" y="3873"/>
                  </a:lnTo>
                  <a:lnTo>
                    <a:pt x="2339" y="3703"/>
                  </a:lnTo>
                  <a:lnTo>
                    <a:pt x="2363" y="3532"/>
                  </a:lnTo>
                  <a:lnTo>
                    <a:pt x="2412" y="3386"/>
                  </a:lnTo>
                  <a:lnTo>
                    <a:pt x="2485" y="3216"/>
                  </a:lnTo>
                  <a:lnTo>
                    <a:pt x="2485" y="3216"/>
                  </a:lnTo>
                  <a:lnTo>
                    <a:pt x="2582" y="3070"/>
                  </a:lnTo>
                  <a:lnTo>
                    <a:pt x="2680" y="2948"/>
                  </a:lnTo>
                  <a:lnTo>
                    <a:pt x="2777" y="2802"/>
                  </a:lnTo>
                  <a:lnTo>
                    <a:pt x="2899" y="2704"/>
                  </a:lnTo>
                  <a:lnTo>
                    <a:pt x="3020" y="2607"/>
                  </a:lnTo>
                  <a:lnTo>
                    <a:pt x="3167" y="2509"/>
                  </a:lnTo>
                  <a:lnTo>
                    <a:pt x="3313" y="2436"/>
                  </a:lnTo>
                  <a:lnTo>
                    <a:pt x="3459" y="2388"/>
                  </a:lnTo>
                  <a:lnTo>
                    <a:pt x="3605" y="2339"/>
                  </a:lnTo>
                  <a:lnTo>
                    <a:pt x="3775" y="2315"/>
                  </a:lnTo>
                  <a:lnTo>
                    <a:pt x="3922" y="2290"/>
                  </a:lnTo>
                  <a:lnTo>
                    <a:pt x="4092" y="2315"/>
                  </a:lnTo>
                  <a:lnTo>
                    <a:pt x="4263" y="2315"/>
                  </a:lnTo>
                  <a:lnTo>
                    <a:pt x="4409" y="2363"/>
                  </a:lnTo>
                  <a:lnTo>
                    <a:pt x="4579" y="2412"/>
                  </a:lnTo>
                  <a:lnTo>
                    <a:pt x="4725" y="2485"/>
                  </a:lnTo>
                  <a:lnTo>
                    <a:pt x="4725" y="2485"/>
                  </a:lnTo>
                  <a:lnTo>
                    <a:pt x="4871" y="2558"/>
                  </a:lnTo>
                  <a:lnTo>
                    <a:pt x="5018" y="2656"/>
                  </a:lnTo>
                  <a:lnTo>
                    <a:pt x="5139" y="2777"/>
                  </a:lnTo>
                  <a:lnTo>
                    <a:pt x="5261" y="2875"/>
                  </a:lnTo>
                  <a:lnTo>
                    <a:pt x="5359" y="3021"/>
                  </a:lnTo>
                  <a:lnTo>
                    <a:pt x="5432" y="3143"/>
                  </a:lnTo>
                  <a:lnTo>
                    <a:pt x="5505" y="3289"/>
                  </a:lnTo>
                  <a:lnTo>
                    <a:pt x="5578" y="3435"/>
                  </a:lnTo>
                  <a:lnTo>
                    <a:pt x="5602" y="3605"/>
                  </a:lnTo>
                  <a:lnTo>
                    <a:pt x="5626" y="3752"/>
                  </a:lnTo>
                  <a:lnTo>
                    <a:pt x="5651" y="3922"/>
                  </a:lnTo>
                  <a:lnTo>
                    <a:pt x="5651" y="4068"/>
                  </a:lnTo>
                  <a:lnTo>
                    <a:pt x="5626" y="4239"/>
                  </a:lnTo>
                  <a:lnTo>
                    <a:pt x="5602" y="4409"/>
                  </a:lnTo>
                  <a:lnTo>
                    <a:pt x="5553" y="4555"/>
                  </a:lnTo>
                  <a:lnTo>
                    <a:pt x="5480" y="4726"/>
                  </a:lnTo>
                  <a:lnTo>
                    <a:pt x="5480" y="4726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26</a:t>
            </a:fld>
            <a:endParaRPr/>
          </a:p>
        </p:txBody>
      </p:sp>
      <p:pic>
        <p:nvPicPr>
          <p:cNvPr id="10246" name="Picture 6" descr="What Is DevOps? Here Are The Core Concepts You Actually Need To Know | by  Distillery Tech | Medium">
            <a:extLst>
              <a:ext uri="{FF2B5EF4-FFF2-40B4-BE49-F238E27FC236}">
                <a16:creationId xmlns:a16="http://schemas.microsoft.com/office/drawing/2014/main" id="{2D2B44C7-B1FD-4784-858F-6CD609A2AC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2974" y="1383136"/>
            <a:ext cx="6784701" cy="3712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A23A113-DA30-49B8-90D6-FEFD778D3CCC}"/>
              </a:ext>
            </a:extLst>
          </p:cNvPr>
          <p:cNvSpPr/>
          <p:nvPr/>
        </p:nvSpPr>
        <p:spPr>
          <a:xfrm>
            <a:off x="1072145" y="2695575"/>
            <a:ext cx="489955" cy="1238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0042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6"/>
          <p:cNvSpPr/>
          <p:nvPr/>
        </p:nvSpPr>
        <p:spPr>
          <a:xfrm>
            <a:off x="760452" y="382625"/>
            <a:ext cx="7623096" cy="3631475"/>
          </a:xfrm>
          <a:custGeom>
            <a:avLst/>
            <a:gdLst/>
            <a:ahLst/>
            <a:cxnLst/>
            <a:rect l="l" t="t" r="r" b="b"/>
            <a:pathLst>
              <a:path w="285750" h="136125" extrusionOk="0">
                <a:moveTo>
                  <a:pt x="74830" y="1313"/>
                </a:moveTo>
                <a:lnTo>
                  <a:pt x="74352" y="1330"/>
                </a:lnTo>
                <a:lnTo>
                  <a:pt x="74864" y="1330"/>
                </a:lnTo>
                <a:lnTo>
                  <a:pt x="74830" y="1313"/>
                </a:lnTo>
                <a:close/>
                <a:moveTo>
                  <a:pt x="77830" y="1739"/>
                </a:moveTo>
                <a:lnTo>
                  <a:pt x="77830" y="1739"/>
                </a:lnTo>
                <a:lnTo>
                  <a:pt x="77830" y="1739"/>
                </a:lnTo>
                <a:close/>
                <a:moveTo>
                  <a:pt x="176011" y="1432"/>
                </a:moveTo>
                <a:lnTo>
                  <a:pt x="176114" y="1636"/>
                </a:lnTo>
                <a:lnTo>
                  <a:pt x="175500" y="1841"/>
                </a:lnTo>
                <a:lnTo>
                  <a:pt x="175807" y="1943"/>
                </a:lnTo>
                <a:lnTo>
                  <a:pt x="178875" y="1943"/>
                </a:lnTo>
                <a:lnTo>
                  <a:pt x="178773" y="1636"/>
                </a:lnTo>
                <a:lnTo>
                  <a:pt x="176011" y="1432"/>
                </a:lnTo>
                <a:close/>
                <a:moveTo>
                  <a:pt x="135102" y="1841"/>
                </a:moveTo>
                <a:lnTo>
                  <a:pt x="134898" y="1943"/>
                </a:lnTo>
                <a:lnTo>
                  <a:pt x="135102" y="2045"/>
                </a:lnTo>
                <a:lnTo>
                  <a:pt x="134489" y="2045"/>
                </a:lnTo>
                <a:lnTo>
                  <a:pt x="134795" y="2148"/>
                </a:lnTo>
                <a:lnTo>
                  <a:pt x="134489" y="2148"/>
                </a:lnTo>
                <a:lnTo>
                  <a:pt x="135920" y="2352"/>
                </a:lnTo>
                <a:lnTo>
                  <a:pt x="135307" y="2455"/>
                </a:lnTo>
                <a:lnTo>
                  <a:pt x="137148" y="2557"/>
                </a:lnTo>
                <a:lnTo>
                  <a:pt x="137148" y="2659"/>
                </a:lnTo>
                <a:lnTo>
                  <a:pt x="139500" y="2148"/>
                </a:lnTo>
                <a:lnTo>
                  <a:pt x="137148" y="2045"/>
                </a:lnTo>
                <a:lnTo>
                  <a:pt x="137250" y="1841"/>
                </a:lnTo>
                <a:lnTo>
                  <a:pt x="136739" y="1841"/>
                </a:lnTo>
                <a:lnTo>
                  <a:pt x="136739" y="2045"/>
                </a:lnTo>
                <a:lnTo>
                  <a:pt x="135102" y="1841"/>
                </a:lnTo>
                <a:close/>
                <a:moveTo>
                  <a:pt x="178466" y="2045"/>
                </a:moveTo>
                <a:lnTo>
                  <a:pt x="177443" y="2148"/>
                </a:lnTo>
                <a:lnTo>
                  <a:pt x="177136" y="2455"/>
                </a:lnTo>
                <a:lnTo>
                  <a:pt x="181534" y="2864"/>
                </a:lnTo>
                <a:lnTo>
                  <a:pt x="181534" y="2864"/>
                </a:lnTo>
                <a:lnTo>
                  <a:pt x="180716" y="2659"/>
                </a:lnTo>
                <a:lnTo>
                  <a:pt x="181023" y="2659"/>
                </a:lnTo>
                <a:lnTo>
                  <a:pt x="180818" y="2250"/>
                </a:lnTo>
                <a:lnTo>
                  <a:pt x="178466" y="2045"/>
                </a:lnTo>
                <a:close/>
                <a:moveTo>
                  <a:pt x="75068" y="3170"/>
                </a:moveTo>
                <a:lnTo>
                  <a:pt x="74870" y="3225"/>
                </a:lnTo>
                <a:lnTo>
                  <a:pt x="75022" y="3201"/>
                </a:lnTo>
                <a:lnTo>
                  <a:pt x="75022" y="3201"/>
                </a:lnTo>
                <a:lnTo>
                  <a:pt x="75068" y="3170"/>
                </a:lnTo>
                <a:close/>
                <a:moveTo>
                  <a:pt x="72920" y="1227"/>
                </a:moveTo>
                <a:lnTo>
                  <a:pt x="72102" y="1330"/>
                </a:lnTo>
                <a:lnTo>
                  <a:pt x="72511" y="1330"/>
                </a:lnTo>
                <a:lnTo>
                  <a:pt x="70977" y="1534"/>
                </a:lnTo>
                <a:lnTo>
                  <a:pt x="71591" y="1739"/>
                </a:lnTo>
                <a:lnTo>
                  <a:pt x="70364" y="1739"/>
                </a:lnTo>
                <a:lnTo>
                  <a:pt x="70568" y="1841"/>
                </a:lnTo>
                <a:lnTo>
                  <a:pt x="70057" y="1943"/>
                </a:lnTo>
                <a:lnTo>
                  <a:pt x="71080" y="2045"/>
                </a:lnTo>
                <a:lnTo>
                  <a:pt x="69648" y="2045"/>
                </a:lnTo>
                <a:lnTo>
                  <a:pt x="69750" y="2352"/>
                </a:lnTo>
                <a:lnTo>
                  <a:pt x="70670" y="2352"/>
                </a:lnTo>
                <a:lnTo>
                  <a:pt x="69545" y="2557"/>
                </a:lnTo>
                <a:lnTo>
                  <a:pt x="70568" y="2557"/>
                </a:lnTo>
                <a:lnTo>
                  <a:pt x="70466" y="2659"/>
                </a:lnTo>
                <a:lnTo>
                  <a:pt x="72102" y="2557"/>
                </a:lnTo>
                <a:lnTo>
                  <a:pt x="70773" y="2761"/>
                </a:lnTo>
                <a:lnTo>
                  <a:pt x="70466" y="2966"/>
                </a:lnTo>
                <a:lnTo>
                  <a:pt x="70159" y="3068"/>
                </a:lnTo>
                <a:lnTo>
                  <a:pt x="70977" y="3170"/>
                </a:lnTo>
                <a:lnTo>
                  <a:pt x="70364" y="3273"/>
                </a:lnTo>
                <a:lnTo>
                  <a:pt x="72102" y="3477"/>
                </a:lnTo>
                <a:lnTo>
                  <a:pt x="72102" y="3170"/>
                </a:lnTo>
                <a:lnTo>
                  <a:pt x="72307" y="3273"/>
                </a:lnTo>
                <a:lnTo>
                  <a:pt x="73330" y="3170"/>
                </a:lnTo>
                <a:lnTo>
                  <a:pt x="73227" y="3068"/>
                </a:lnTo>
                <a:lnTo>
                  <a:pt x="73739" y="2864"/>
                </a:lnTo>
                <a:lnTo>
                  <a:pt x="73432" y="3068"/>
                </a:lnTo>
                <a:lnTo>
                  <a:pt x="75580" y="2557"/>
                </a:lnTo>
                <a:lnTo>
                  <a:pt x="74557" y="2455"/>
                </a:lnTo>
                <a:lnTo>
                  <a:pt x="74659" y="2045"/>
                </a:lnTo>
                <a:lnTo>
                  <a:pt x="74966" y="1841"/>
                </a:lnTo>
                <a:lnTo>
                  <a:pt x="74352" y="1943"/>
                </a:lnTo>
                <a:lnTo>
                  <a:pt x="74455" y="2045"/>
                </a:lnTo>
                <a:lnTo>
                  <a:pt x="73534" y="1739"/>
                </a:lnTo>
                <a:lnTo>
                  <a:pt x="73534" y="1636"/>
                </a:lnTo>
                <a:lnTo>
                  <a:pt x="72920" y="1227"/>
                </a:lnTo>
                <a:close/>
                <a:moveTo>
                  <a:pt x="74870" y="3225"/>
                </a:moveTo>
                <a:lnTo>
                  <a:pt x="73227" y="3477"/>
                </a:lnTo>
                <a:lnTo>
                  <a:pt x="74301" y="3380"/>
                </a:lnTo>
                <a:lnTo>
                  <a:pt x="74301" y="3380"/>
                </a:lnTo>
                <a:lnTo>
                  <a:pt x="74870" y="3225"/>
                </a:lnTo>
                <a:close/>
                <a:moveTo>
                  <a:pt x="74352" y="3375"/>
                </a:moveTo>
                <a:lnTo>
                  <a:pt x="74301" y="3380"/>
                </a:lnTo>
                <a:lnTo>
                  <a:pt x="74301" y="3380"/>
                </a:lnTo>
                <a:lnTo>
                  <a:pt x="73943" y="3477"/>
                </a:lnTo>
                <a:lnTo>
                  <a:pt x="74352" y="3375"/>
                </a:lnTo>
                <a:close/>
                <a:moveTo>
                  <a:pt x="182148" y="2557"/>
                </a:moveTo>
                <a:lnTo>
                  <a:pt x="182250" y="2966"/>
                </a:lnTo>
                <a:lnTo>
                  <a:pt x="182148" y="3170"/>
                </a:lnTo>
                <a:lnTo>
                  <a:pt x="182045" y="3580"/>
                </a:lnTo>
                <a:lnTo>
                  <a:pt x="185114" y="3170"/>
                </a:lnTo>
                <a:lnTo>
                  <a:pt x="183682" y="2761"/>
                </a:lnTo>
                <a:lnTo>
                  <a:pt x="183170" y="2864"/>
                </a:lnTo>
                <a:lnTo>
                  <a:pt x="182966" y="2761"/>
                </a:lnTo>
                <a:lnTo>
                  <a:pt x="183068" y="2659"/>
                </a:lnTo>
                <a:lnTo>
                  <a:pt x="182455" y="2557"/>
                </a:lnTo>
                <a:lnTo>
                  <a:pt x="182455" y="2557"/>
                </a:lnTo>
                <a:lnTo>
                  <a:pt x="182557" y="2659"/>
                </a:lnTo>
                <a:lnTo>
                  <a:pt x="182148" y="2557"/>
                </a:lnTo>
                <a:close/>
                <a:moveTo>
                  <a:pt x="64739" y="2557"/>
                </a:moveTo>
                <a:lnTo>
                  <a:pt x="63614" y="2864"/>
                </a:lnTo>
                <a:lnTo>
                  <a:pt x="64023" y="2864"/>
                </a:lnTo>
                <a:lnTo>
                  <a:pt x="63716" y="2966"/>
                </a:lnTo>
                <a:lnTo>
                  <a:pt x="63716" y="2966"/>
                </a:lnTo>
                <a:lnTo>
                  <a:pt x="64432" y="2864"/>
                </a:lnTo>
                <a:lnTo>
                  <a:pt x="64125" y="2966"/>
                </a:lnTo>
                <a:lnTo>
                  <a:pt x="64534" y="3068"/>
                </a:lnTo>
                <a:lnTo>
                  <a:pt x="64125" y="3068"/>
                </a:lnTo>
                <a:lnTo>
                  <a:pt x="64330" y="3170"/>
                </a:lnTo>
                <a:lnTo>
                  <a:pt x="63511" y="3375"/>
                </a:lnTo>
                <a:lnTo>
                  <a:pt x="65352" y="3477"/>
                </a:lnTo>
                <a:lnTo>
                  <a:pt x="65352" y="3580"/>
                </a:lnTo>
                <a:lnTo>
                  <a:pt x="66068" y="3682"/>
                </a:lnTo>
                <a:lnTo>
                  <a:pt x="66273" y="3375"/>
                </a:lnTo>
                <a:lnTo>
                  <a:pt x="66580" y="3170"/>
                </a:lnTo>
                <a:lnTo>
                  <a:pt x="65966" y="2966"/>
                </a:lnTo>
                <a:lnTo>
                  <a:pt x="66068" y="2864"/>
                </a:lnTo>
                <a:lnTo>
                  <a:pt x="65148" y="2966"/>
                </a:lnTo>
                <a:lnTo>
                  <a:pt x="65148" y="2864"/>
                </a:lnTo>
                <a:lnTo>
                  <a:pt x="64739" y="2557"/>
                </a:lnTo>
                <a:close/>
                <a:moveTo>
                  <a:pt x="67705" y="2966"/>
                </a:moveTo>
                <a:lnTo>
                  <a:pt x="67295" y="3273"/>
                </a:lnTo>
                <a:lnTo>
                  <a:pt x="67705" y="3477"/>
                </a:lnTo>
                <a:lnTo>
                  <a:pt x="67398" y="3682"/>
                </a:lnTo>
                <a:lnTo>
                  <a:pt x="69136" y="3273"/>
                </a:lnTo>
                <a:lnTo>
                  <a:pt x="67705" y="2966"/>
                </a:lnTo>
                <a:close/>
                <a:moveTo>
                  <a:pt x="136943" y="3170"/>
                </a:moveTo>
                <a:lnTo>
                  <a:pt x="135818" y="3273"/>
                </a:lnTo>
                <a:lnTo>
                  <a:pt x="136841" y="3682"/>
                </a:lnTo>
                <a:lnTo>
                  <a:pt x="136432" y="3886"/>
                </a:lnTo>
                <a:lnTo>
                  <a:pt x="137557" y="3886"/>
                </a:lnTo>
                <a:lnTo>
                  <a:pt x="137352" y="3989"/>
                </a:lnTo>
                <a:lnTo>
                  <a:pt x="137761" y="4091"/>
                </a:lnTo>
                <a:lnTo>
                  <a:pt x="138784" y="3784"/>
                </a:lnTo>
                <a:lnTo>
                  <a:pt x="137659" y="3477"/>
                </a:lnTo>
                <a:lnTo>
                  <a:pt x="137761" y="3477"/>
                </a:lnTo>
                <a:lnTo>
                  <a:pt x="137148" y="3375"/>
                </a:lnTo>
                <a:lnTo>
                  <a:pt x="136943" y="3170"/>
                </a:lnTo>
                <a:close/>
                <a:moveTo>
                  <a:pt x="131114" y="2250"/>
                </a:moveTo>
                <a:lnTo>
                  <a:pt x="131114" y="2352"/>
                </a:lnTo>
                <a:lnTo>
                  <a:pt x="130295" y="2352"/>
                </a:lnTo>
                <a:lnTo>
                  <a:pt x="131318" y="2864"/>
                </a:lnTo>
                <a:lnTo>
                  <a:pt x="130705" y="2864"/>
                </a:lnTo>
                <a:lnTo>
                  <a:pt x="131625" y="3375"/>
                </a:lnTo>
                <a:lnTo>
                  <a:pt x="132648" y="3273"/>
                </a:lnTo>
                <a:lnTo>
                  <a:pt x="132545" y="3170"/>
                </a:lnTo>
                <a:lnTo>
                  <a:pt x="132545" y="3068"/>
                </a:lnTo>
                <a:lnTo>
                  <a:pt x="132955" y="3068"/>
                </a:lnTo>
                <a:lnTo>
                  <a:pt x="133261" y="3273"/>
                </a:lnTo>
                <a:lnTo>
                  <a:pt x="133875" y="3068"/>
                </a:lnTo>
                <a:lnTo>
                  <a:pt x="133670" y="3170"/>
                </a:lnTo>
                <a:lnTo>
                  <a:pt x="134080" y="3273"/>
                </a:lnTo>
                <a:lnTo>
                  <a:pt x="132443" y="3580"/>
                </a:lnTo>
                <a:lnTo>
                  <a:pt x="132750" y="3784"/>
                </a:lnTo>
                <a:lnTo>
                  <a:pt x="134080" y="3784"/>
                </a:lnTo>
                <a:lnTo>
                  <a:pt x="132545" y="4091"/>
                </a:lnTo>
                <a:lnTo>
                  <a:pt x="134284" y="4602"/>
                </a:lnTo>
                <a:lnTo>
                  <a:pt x="134386" y="4398"/>
                </a:lnTo>
                <a:lnTo>
                  <a:pt x="134284" y="4295"/>
                </a:lnTo>
                <a:lnTo>
                  <a:pt x="134898" y="3886"/>
                </a:lnTo>
                <a:lnTo>
                  <a:pt x="134898" y="3580"/>
                </a:lnTo>
                <a:lnTo>
                  <a:pt x="135205" y="3477"/>
                </a:lnTo>
                <a:lnTo>
                  <a:pt x="135511" y="3170"/>
                </a:lnTo>
                <a:lnTo>
                  <a:pt x="136432" y="3068"/>
                </a:lnTo>
                <a:lnTo>
                  <a:pt x="135920" y="2864"/>
                </a:lnTo>
                <a:lnTo>
                  <a:pt x="136023" y="2761"/>
                </a:lnTo>
                <a:lnTo>
                  <a:pt x="134795" y="2659"/>
                </a:lnTo>
                <a:lnTo>
                  <a:pt x="134795" y="2455"/>
                </a:lnTo>
                <a:lnTo>
                  <a:pt x="134182" y="2557"/>
                </a:lnTo>
                <a:lnTo>
                  <a:pt x="134386" y="2352"/>
                </a:lnTo>
                <a:lnTo>
                  <a:pt x="133261" y="2250"/>
                </a:lnTo>
                <a:lnTo>
                  <a:pt x="133261" y="2250"/>
                </a:lnTo>
                <a:lnTo>
                  <a:pt x="133568" y="2864"/>
                </a:lnTo>
                <a:lnTo>
                  <a:pt x="133568" y="2864"/>
                </a:lnTo>
                <a:lnTo>
                  <a:pt x="132750" y="2455"/>
                </a:lnTo>
                <a:lnTo>
                  <a:pt x="131318" y="2455"/>
                </a:lnTo>
                <a:lnTo>
                  <a:pt x="131932" y="2250"/>
                </a:lnTo>
                <a:close/>
                <a:moveTo>
                  <a:pt x="66682" y="4398"/>
                </a:moveTo>
                <a:lnTo>
                  <a:pt x="66784" y="4500"/>
                </a:lnTo>
                <a:lnTo>
                  <a:pt x="66477" y="4500"/>
                </a:lnTo>
                <a:lnTo>
                  <a:pt x="67091" y="4705"/>
                </a:lnTo>
                <a:lnTo>
                  <a:pt x="66784" y="4705"/>
                </a:lnTo>
                <a:lnTo>
                  <a:pt x="68232" y="4795"/>
                </a:lnTo>
                <a:lnTo>
                  <a:pt x="68232" y="4795"/>
                </a:lnTo>
                <a:lnTo>
                  <a:pt x="68625" y="4500"/>
                </a:lnTo>
                <a:lnTo>
                  <a:pt x="66682" y="4398"/>
                </a:lnTo>
                <a:close/>
                <a:moveTo>
                  <a:pt x="68232" y="4795"/>
                </a:moveTo>
                <a:lnTo>
                  <a:pt x="68216" y="4807"/>
                </a:lnTo>
                <a:lnTo>
                  <a:pt x="68324" y="4801"/>
                </a:lnTo>
                <a:lnTo>
                  <a:pt x="68324" y="4801"/>
                </a:lnTo>
                <a:lnTo>
                  <a:pt x="68232" y="4795"/>
                </a:lnTo>
                <a:close/>
                <a:moveTo>
                  <a:pt x="71489" y="4500"/>
                </a:moveTo>
                <a:lnTo>
                  <a:pt x="70568" y="4705"/>
                </a:lnTo>
                <a:lnTo>
                  <a:pt x="71080" y="4807"/>
                </a:lnTo>
                <a:lnTo>
                  <a:pt x="71489" y="4500"/>
                </a:lnTo>
                <a:close/>
                <a:moveTo>
                  <a:pt x="81102" y="205"/>
                </a:moveTo>
                <a:lnTo>
                  <a:pt x="81614" y="409"/>
                </a:lnTo>
                <a:lnTo>
                  <a:pt x="80386" y="307"/>
                </a:lnTo>
                <a:lnTo>
                  <a:pt x="80489" y="409"/>
                </a:lnTo>
                <a:lnTo>
                  <a:pt x="79773" y="409"/>
                </a:lnTo>
                <a:lnTo>
                  <a:pt x="79977" y="511"/>
                </a:lnTo>
                <a:lnTo>
                  <a:pt x="79466" y="511"/>
                </a:lnTo>
                <a:lnTo>
                  <a:pt x="80693" y="920"/>
                </a:lnTo>
                <a:lnTo>
                  <a:pt x="80693" y="920"/>
                </a:lnTo>
                <a:lnTo>
                  <a:pt x="79159" y="716"/>
                </a:lnTo>
                <a:lnTo>
                  <a:pt x="77011" y="716"/>
                </a:lnTo>
                <a:lnTo>
                  <a:pt x="77727" y="818"/>
                </a:lnTo>
                <a:lnTo>
                  <a:pt x="73841" y="1023"/>
                </a:lnTo>
                <a:lnTo>
                  <a:pt x="73943" y="1125"/>
                </a:lnTo>
                <a:lnTo>
                  <a:pt x="74864" y="1023"/>
                </a:lnTo>
                <a:lnTo>
                  <a:pt x="74864" y="1023"/>
                </a:lnTo>
                <a:lnTo>
                  <a:pt x="74250" y="1125"/>
                </a:lnTo>
                <a:lnTo>
                  <a:pt x="75989" y="1125"/>
                </a:lnTo>
                <a:lnTo>
                  <a:pt x="74659" y="1227"/>
                </a:lnTo>
                <a:lnTo>
                  <a:pt x="74830" y="1313"/>
                </a:lnTo>
                <a:lnTo>
                  <a:pt x="74830" y="1313"/>
                </a:lnTo>
                <a:lnTo>
                  <a:pt x="77216" y="1227"/>
                </a:lnTo>
                <a:lnTo>
                  <a:pt x="74557" y="1534"/>
                </a:lnTo>
                <a:lnTo>
                  <a:pt x="74557" y="1534"/>
                </a:lnTo>
                <a:lnTo>
                  <a:pt x="78034" y="1330"/>
                </a:lnTo>
                <a:lnTo>
                  <a:pt x="75784" y="1739"/>
                </a:lnTo>
                <a:lnTo>
                  <a:pt x="75784" y="1739"/>
                </a:lnTo>
                <a:lnTo>
                  <a:pt x="78341" y="1636"/>
                </a:lnTo>
                <a:lnTo>
                  <a:pt x="78341" y="1636"/>
                </a:lnTo>
                <a:lnTo>
                  <a:pt x="77830" y="1739"/>
                </a:lnTo>
                <a:lnTo>
                  <a:pt x="81818" y="1125"/>
                </a:lnTo>
                <a:lnTo>
                  <a:pt x="81818" y="1125"/>
                </a:lnTo>
                <a:lnTo>
                  <a:pt x="80386" y="1534"/>
                </a:lnTo>
                <a:lnTo>
                  <a:pt x="81409" y="1534"/>
                </a:lnTo>
                <a:lnTo>
                  <a:pt x="77523" y="1943"/>
                </a:lnTo>
                <a:lnTo>
                  <a:pt x="78648" y="2352"/>
                </a:lnTo>
                <a:lnTo>
                  <a:pt x="78648" y="2352"/>
                </a:lnTo>
                <a:lnTo>
                  <a:pt x="75375" y="2045"/>
                </a:lnTo>
                <a:lnTo>
                  <a:pt x="75375" y="2352"/>
                </a:lnTo>
                <a:lnTo>
                  <a:pt x="76193" y="2761"/>
                </a:lnTo>
                <a:lnTo>
                  <a:pt x="75682" y="2761"/>
                </a:lnTo>
                <a:lnTo>
                  <a:pt x="77216" y="2864"/>
                </a:lnTo>
                <a:lnTo>
                  <a:pt x="75022" y="3201"/>
                </a:lnTo>
                <a:lnTo>
                  <a:pt x="75022" y="3201"/>
                </a:lnTo>
                <a:lnTo>
                  <a:pt x="74761" y="3375"/>
                </a:lnTo>
                <a:lnTo>
                  <a:pt x="75170" y="3477"/>
                </a:lnTo>
                <a:lnTo>
                  <a:pt x="74148" y="3682"/>
                </a:lnTo>
                <a:lnTo>
                  <a:pt x="74045" y="3886"/>
                </a:lnTo>
                <a:lnTo>
                  <a:pt x="75989" y="3580"/>
                </a:lnTo>
                <a:lnTo>
                  <a:pt x="73739" y="3989"/>
                </a:lnTo>
                <a:lnTo>
                  <a:pt x="73432" y="3682"/>
                </a:lnTo>
                <a:lnTo>
                  <a:pt x="72716" y="3682"/>
                </a:lnTo>
                <a:lnTo>
                  <a:pt x="72818" y="4193"/>
                </a:lnTo>
                <a:lnTo>
                  <a:pt x="71489" y="4500"/>
                </a:lnTo>
                <a:lnTo>
                  <a:pt x="71489" y="4500"/>
                </a:lnTo>
                <a:lnTo>
                  <a:pt x="71489" y="4500"/>
                </a:lnTo>
                <a:lnTo>
                  <a:pt x="71284" y="4807"/>
                </a:lnTo>
                <a:lnTo>
                  <a:pt x="71898" y="4705"/>
                </a:lnTo>
                <a:lnTo>
                  <a:pt x="71898" y="4807"/>
                </a:lnTo>
                <a:lnTo>
                  <a:pt x="75784" y="4807"/>
                </a:lnTo>
                <a:lnTo>
                  <a:pt x="75477" y="5011"/>
                </a:lnTo>
                <a:lnTo>
                  <a:pt x="75477" y="5011"/>
                </a:lnTo>
                <a:lnTo>
                  <a:pt x="77318" y="4705"/>
                </a:lnTo>
                <a:lnTo>
                  <a:pt x="77727" y="4398"/>
                </a:lnTo>
                <a:lnTo>
                  <a:pt x="77114" y="4398"/>
                </a:lnTo>
                <a:lnTo>
                  <a:pt x="77216" y="4193"/>
                </a:lnTo>
                <a:lnTo>
                  <a:pt x="75682" y="4091"/>
                </a:lnTo>
                <a:lnTo>
                  <a:pt x="76193" y="4091"/>
                </a:lnTo>
                <a:lnTo>
                  <a:pt x="76091" y="3989"/>
                </a:lnTo>
                <a:lnTo>
                  <a:pt x="78341" y="3886"/>
                </a:lnTo>
                <a:lnTo>
                  <a:pt x="78545" y="3580"/>
                </a:lnTo>
                <a:lnTo>
                  <a:pt x="80489" y="3375"/>
                </a:lnTo>
                <a:lnTo>
                  <a:pt x="79977" y="3170"/>
                </a:lnTo>
                <a:lnTo>
                  <a:pt x="81205" y="3068"/>
                </a:lnTo>
                <a:lnTo>
                  <a:pt x="79159" y="2761"/>
                </a:lnTo>
                <a:lnTo>
                  <a:pt x="81614" y="2659"/>
                </a:lnTo>
                <a:lnTo>
                  <a:pt x="80386" y="2455"/>
                </a:lnTo>
                <a:lnTo>
                  <a:pt x="82534" y="2352"/>
                </a:lnTo>
                <a:lnTo>
                  <a:pt x="81920" y="2250"/>
                </a:lnTo>
                <a:lnTo>
                  <a:pt x="83966" y="2250"/>
                </a:lnTo>
                <a:lnTo>
                  <a:pt x="83864" y="2148"/>
                </a:lnTo>
                <a:lnTo>
                  <a:pt x="84375" y="2045"/>
                </a:lnTo>
                <a:lnTo>
                  <a:pt x="83557" y="2045"/>
                </a:lnTo>
                <a:lnTo>
                  <a:pt x="84682" y="1943"/>
                </a:lnTo>
                <a:lnTo>
                  <a:pt x="84580" y="1739"/>
                </a:lnTo>
                <a:lnTo>
                  <a:pt x="88466" y="1125"/>
                </a:lnTo>
                <a:lnTo>
                  <a:pt x="86216" y="1330"/>
                </a:lnTo>
                <a:lnTo>
                  <a:pt x="90920" y="614"/>
                </a:lnTo>
                <a:lnTo>
                  <a:pt x="89898" y="511"/>
                </a:lnTo>
                <a:lnTo>
                  <a:pt x="90000" y="409"/>
                </a:lnTo>
                <a:lnTo>
                  <a:pt x="89795" y="409"/>
                </a:lnTo>
                <a:lnTo>
                  <a:pt x="89898" y="307"/>
                </a:lnTo>
                <a:lnTo>
                  <a:pt x="89898" y="307"/>
                </a:lnTo>
                <a:lnTo>
                  <a:pt x="87136" y="409"/>
                </a:lnTo>
                <a:lnTo>
                  <a:pt x="88466" y="205"/>
                </a:lnTo>
                <a:lnTo>
                  <a:pt x="84682" y="205"/>
                </a:lnTo>
                <a:lnTo>
                  <a:pt x="84989" y="409"/>
                </a:lnTo>
                <a:lnTo>
                  <a:pt x="82739" y="205"/>
                </a:lnTo>
                <a:lnTo>
                  <a:pt x="83352" y="409"/>
                </a:lnTo>
                <a:lnTo>
                  <a:pt x="83352" y="409"/>
                </a:lnTo>
                <a:lnTo>
                  <a:pt x="81102" y="205"/>
                </a:lnTo>
                <a:close/>
                <a:moveTo>
                  <a:pt x="62898" y="4909"/>
                </a:moveTo>
                <a:lnTo>
                  <a:pt x="63205" y="5011"/>
                </a:lnTo>
                <a:lnTo>
                  <a:pt x="63205" y="4909"/>
                </a:lnTo>
                <a:close/>
                <a:moveTo>
                  <a:pt x="55227" y="3989"/>
                </a:moveTo>
                <a:lnTo>
                  <a:pt x="55330" y="4091"/>
                </a:lnTo>
                <a:lnTo>
                  <a:pt x="50318" y="5011"/>
                </a:lnTo>
                <a:lnTo>
                  <a:pt x="50523" y="5011"/>
                </a:lnTo>
                <a:lnTo>
                  <a:pt x="50318" y="5216"/>
                </a:lnTo>
                <a:lnTo>
                  <a:pt x="50318" y="5216"/>
                </a:lnTo>
                <a:lnTo>
                  <a:pt x="51545" y="5011"/>
                </a:lnTo>
                <a:lnTo>
                  <a:pt x="51443" y="5318"/>
                </a:lnTo>
                <a:lnTo>
                  <a:pt x="54102" y="4500"/>
                </a:lnTo>
                <a:lnTo>
                  <a:pt x="53591" y="4909"/>
                </a:lnTo>
                <a:lnTo>
                  <a:pt x="53591" y="4909"/>
                </a:lnTo>
                <a:lnTo>
                  <a:pt x="56045" y="4091"/>
                </a:lnTo>
                <a:lnTo>
                  <a:pt x="55227" y="3989"/>
                </a:lnTo>
                <a:close/>
                <a:moveTo>
                  <a:pt x="65761" y="4705"/>
                </a:moveTo>
                <a:lnTo>
                  <a:pt x="63818" y="4807"/>
                </a:lnTo>
                <a:lnTo>
                  <a:pt x="64227" y="4909"/>
                </a:lnTo>
                <a:lnTo>
                  <a:pt x="63920" y="4909"/>
                </a:lnTo>
                <a:lnTo>
                  <a:pt x="64330" y="5011"/>
                </a:lnTo>
                <a:lnTo>
                  <a:pt x="64023" y="5216"/>
                </a:lnTo>
                <a:lnTo>
                  <a:pt x="63205" y="5011"/>
                </a:lnTo>
                <a:lnTo>
                  <a:pt x="62898" y="5114"/>
                </a:lnTo>
                <a:lnTo>
                  <a:pt x="63000" y="5114"/>
                </a:lnTo>
                <a:lnTo>
                  <a:pt x="63102" y="5318"/>
                </a:lnTo>
                <a:lnTo>
                  <a:pt x="63102" y="5318"/>
                </a:lnTo>
                <a:lnTo>
                  <a:pt x="62489" y="5216"/>
                </a:lnTo>
                <a:lnTo>
                  <a:pt x="61875" y="5420"/>
                </a:lnTo>
                <a:lnTo>
                  <a:pt x="64125" y="5420"/>
                </a:lnTo>
                <a:lnTo>
                  <a:pt x="62898" y="5625"/>
                </a:lnTo>
                <a:lnTo>
                  <a:pt x="63102" y="5727"/>
                </a:lnTo>
                <a:lnTo>
                  <a:pt x="63000" y="5932"/>
                </a:lnTo>
                <a:lnTo>
                  <a:pt x="63000" y="5932"/>
                </a:lnTo>
                <a:lnTo>
                  <a:pt x="65148" y="5420"/>
                </a:lnTo>
                <a:lnTo>
                  <a:pt x="64943" y="5318"/>
                </a:lnTo>
                <a:lnTo>
                  <a:pt x="65761" y="4705"/>
                </a:lnTo>
                <a:close/>
                <a:moveTo>
                  <a:pt x="209148" y="5011"/>
                </a:moveTo>
                <a:lnTo>
                  <a:pt x="209455" y="5420"/>
                </a:lnTo>
                <a:lnTo>
                  <a:pt x="207102" y="5216"/>
                </a:lnTo>
                <a:lnTo>
                  <a:pt x="207409" y="5318"/>
                </a:lnTo>
                <a:lnTo>
                  <a:pt x="207205" y="5318"/>
                </a:lnTo>
                <a:lnTo>
                  <a:pt x="207716" y="5625"/>
                </a:lnTo>
                <a:lnTo>
                  <a:pt x="207511" y="5625"/>
                </a:lnTo>
                <a:lnTo>
                  <a:pt x="211705" y="5932"/>
                </a:lnTo>
                <a:lnTo>
                  <a:pt x="210170" y="5420"/>
                </a:lnTo>
                <a:lnTo>
                  <a:pt x="210170" y="5420"/>
                </a:lnTo>
                <a:lnTo>
                  <a:pt x="212420" y="5727"/>
                </a:lnTo>
                <a:lnTo>
                  <a:pt x="212318" y="5523"/>
                </a:lnTo>
                <a:lnTo>
                  <a:pt x="209148" y="5011"/>
                </a:lnTo>
                <a:close/>
                <a:moveTo>
                  <a:pt x="65148" y="5932"/>
                </a:moveTo>
                <a:lnTo>
                  <a:pt x="65966" y="6239"/>
                </a:lnTo>
                <a:lnTo>
                  <a:pt x="66989" y="5932"/>
                </a:lnTo>
                <a:close/>
                <a:moveTo>
                  <a:pt x="59523" y="4500"/>
                </a:moveTo>
                <a:lnTo>
                  <a:pt x="58193" y="4807"/>
                </a:lnTo>
                <a:lnTo>
                  <a:pt x="58295" y="5011"/>
                </a:lnTo>
                <a:lnTo>
                  <a:pt x="57886" y="5216"/>
                </a:lnTo>
                <a:lnTo>
                  <a:pt x="58193" y="5420"/>
                </a:lnTo>
                <a:lnTo>
                  <a:pt x="56455" y="5216"/>
                </a:lnTo>
                <a:lnTo>
                  <a:pt x="56659" y="5216"/>
                </a:lnTo>
                <a:lnTo>
                  <a:pt x="55739" y="4909"/>
                </a:lnTo>
                <a:lnTo>
                  <a:pt x="55841" y="4807"/>
                </a:lnTo>
                <a:lnTo>
                  <a:pt x="54716" y="4909"/>
                </a:lnTo>
                <a:lnTo>
                  <a:pt x="55227" y="5011"/>
                </a:lnTo>
                <a:lnTo>
                  <a:pt x="53795" y="5216"/>
                </a:lnTo>
                <a:lnTo>
                  <a:pt x="54818" y="5216"/>
                </a:lnTo>
                <a:lnTo>
                  <a:pt x="53182" y="5420"/>
                </a:lnTo>
                <a:lnTo>
                  <a:pt x="54511" y="5318"/>
                </a:lnTo>
                <a:lnTo>
                  <a:pt x="52466" y="5727"/>
                </a:lnTo>
                <a:lnTo>
                  <a:pt x="53386" y="5932"/>
                </a:lnTo>
                <a:lnTo>
                  <a:pt x="53693" y="5830"/>
                </a:lnTo>
                <a:lnTo>
                  <a:pt x="53898" y="5932"/>
                </a:lnTo>
                <a:lnTo>
                  <a:pt x="54307" y="5830"/>
                </a:lnTo>
                <a:lnTo>
                  <a:pt x="54409" y="5727"/>
                </a:lnTo>
                <a:lnTo>
                  <a:pt x="55227" y="5625"/>
                </a:lnTo>
                <a:lnTo>
                  <a:pt x="54614" y="5830"/>
                </a:lnTo>
                <a:lnTo>
                  <a:pt x="56455" y="5727"/>
                </a:lnTo>
                <a:lnTo>
                  <a:pt x="56455" y="5727"/>
                </a:lnTo>
                <a:lnTo>
                  <a:pt x="54102" y="6136"/>
                </a:lnTo>
                <a:lnTo>
                  <a:pt x="54102" y="6341"/>
                </a:lnTo>
                <a:lnTo>
                  <a:pt x="57784" y="5932"/>
                </a:lnTo>
                <a:lnTo>
                  <a:pt x="57682" y="5932"/>
                </a:lnTo>
                <a:lnTo>
                  <a:pt x="59625" y="5727"/>
                </a:lnTo>
                <a:lnTo>
                  <a:pt x="60443" y="5114"/>
                </a:lnTo>
                <a:lnTo>
                  <a:pt x="58909" y="5318"/>
                </a:lnTo>
                <a:lnTo>
                  <a:pt x="59216" y="5114"/>
                </a:lnTo>
                <a:lnTo>
                  <a:pt x="58909" y="5114"/>
                </a:lnTo>
                <a:lnTo>
                  <a:pt x="59523" y="4500"/>
                </a:lnTo>
                <a:close/>
                <a:moveTo>
                  <a:pt x="70057" y="4705"/>
                </a:moveTo>
                <a:lnTo>
                  <a:pt x="68324" y="4801"/>
                </a:lnTo>
                <a:lnTo>
                  <a:pt x="68324" y="4801"/>
                </a:lnTo>
                <a:lnTo>
                  <a:pt x="68420" y="4807"/>
                </a:lnTo>
                <a:lnTo>
                  <a:pt x="68420" y="5318"/>
                </a:lnTo>
                <a:lnTo>
                  <a:pt x="67909" y="5625"/>
                </a:lnTo>
                <a:lnTo>
                  <a:pt x="67807" y="5830"/>
                </a:lnTo>
                <a:lnTo>
                  <a:pt x="68420" y="6034"/>
                </a:lnTo>
                <a:lnTo>
                  <a:pt x="68318" y="6136"/>
                </a:lnTo>
                <a:lnTo>
                  <a:pt x="69955" y="6136"/>
                </a:lnTo>
                <a:lnTo>
                  <a:pt x="69648" y="6341"/>
                </a:lnTo>
                <a:lnTo>
                  <a:pt x="75580" y="6034"/>
                </a:lnTo>
                <a:lnTo>
                  <a:pt x="75068" y="5932"/>
                </a:lnTo>
                <a:lnTo>
                  <a:pt x="75580" y="5523"/>
                </a:lnTo>
                <a:lnTo>
                  <a:pt x="74966" y="5420"/>
                </a:lnTo>
                <a:lnTo>
                  <a:pt x="75068" y="5318"/>
                </a:lnTo>
                <a:lnTo>
                  <a:pt x="71898" y="5523"/>
                </a:lnTo>
                <a:lnTo>
                  <a:pt x="72000" y="5625"/>
                </a:lnTo>
                <a:lnTo>
                  <a:pt x="70261" y="5420"/>
                </a:lnTo>
                <a:lnTo>
                  <a:pt x="70159" y="5523"/>
                </a:lnTo>
                <a:lnTo>
                  <a:pt x="69750" y="5523"/>
                </a:lnTo>
                <a:lnTo>
                  <a:pt x="70261" y="5318"/>
                </a:lnTo>
                <a:lnTo>
                  <a:pt x="69239" y="4909"/>
                </a:lnTo>
                <a:lnTo>
                  <a:pt x="70568" y="4909"/>
                </a:lnTo>
                <a:lnTo>
                  <a:pt x="69443" y="4807"/>
                </a:lnTo>
                <a:lnTo>
                  <a:pt x="70057" y="4705"/>
                </a:lnTo>
                <a:close/>
                <a:moveTo>
                  <a:pt x="165273" y="4705"/>
                </a:moveTo>
                <a:lnTo>
                  <a:pt x="160773" y="4909"/>
                </a:lnTo>
                <a:lnTo>
                  <a:pt x="160875" y="5011"/>
                </a:lnTo>
                <a:lnTo>
                  <a:pt x="160364" y="5114"/>
                </a:lnTo>
                <a:lnTo>
                  <a:pt x="159341" y="5420"/>
                </a:lnTo>
                <a:lnTo>
                  <a:pt x="158727" y="5625"/>
                </a:lnTo>
                <a:lnTo>
                  <a:pt x="158830" y="5727"/>
                </a:lnTo>
                <a:lnTo>
                  <a:pt x="158216" y="5830"/>
                </a:lnTo>
                <a:lnTo>
                  <a:pt x="158727" y="5932"/>
                </a:lnTo>
                <a:lnTo>
                  <a:pt x="158318" y="6239"/>
                </a:lnTo>
                <a:lnTo>
                  <a:pt x="158727" y="6341"/>
                </a:lnTo>
                <a:lnTo>
                  <a:pt x="158318" y="6443"/>
                </a:lnTo>
                <a:lnTo>
                  <a:pt x="158114" y="6648"/>
                </a:lnTo>
                <a:lnTo>
                  <a:pt x="157602" y="6955"/>
                </a:lnTo>
                <a:lnTo>
                  <a:pt x="158114" y="7261"/>
                </a:lnTo>
                <a:lnTo>
                  <a:pt x="160057" y="7057"/>
                </a:lnTo>
                <a:lnTo>
                  <a:pt x="159750" y="6852"/>
                </a:lnTo>
                <a:lnTo>
                  <a:pt x="160159" y="6341"/>
                </a:lnTo>
                <a:lnTo>
                  <a:pt x="160875" y="6239"/>
                </a:lnTo>
                <a:lnTo>
                  <a:pt x="160875" y="6136"/>
                </a:lnTo>
                <a:lnTo>
                  <a:pt x="161182" y="6034"/>
                </a:lnTo>
                <a:lnTo>
                  <a:pt x="160977" y="5932"/>
                </a:lnTo>
                <a:lnTo>
                  <a:pt x="165273" y="4705"/>
                </a:lnTo>
                <a:close/>
                <a:moveTo>
                  <a:pt x="212114" y="6852"/>
                </a:moveTo>
                <a:lnTo>
                  <a:pt x="211500" y="7261"/>
                </a:lnTo>
                <a:lnTo>
                  <a:pt x="214057" y="7364"/>
                </a:lnTo>
                <a:lnTo>
                  <a:pt x="212114" y="6852"/>
                </a:lnTo>
                <a:close/>
                <a:moveTo>
                  <a:pt x="177955" y="7159"/>
                </a:moveTo>
                <a:lnTo>
                  <a:pt x="178568" y="7466"/>
                </a:lnTo>
                <a:lnTo>
                  <a:pt x="177852" y="7261"/>
                </a:lnTo>
                <a:lnTo>
                  <a:pt x="177955" y="7159"/>
                </a:lnTo>
                <a:close/>
                <a:moveTo>
                  <a:pt x="58602" y="6955"/>
                </a:moveTo>
                <a:lnTo>
                  <a:pt x="57375" y="7159"/>
                </a:lnTo>
                <a:lnTo>
                  <a:pt x="57784" y="7568"/>
                </a:lnTo>
                <a:lnTo>
                  <a:pt x="58602" y="7261"/>
                </a:lnTo>
                <a:lnTo>
                  <a:pt x="58602" y="6955"/>
                </a:lnTo>
                <a:close/>
                <a:moveTo>
                  <a:pt x="108307" y="7568"/>
                </a:moveTo>
                <a:lnTo>
                  <a:pt x="108211" y="7587"/>
                </a:lnTo>
                <a:lnTo>
                  <a:pt x="108211" y="7587"/>
                </a:lnTo>
                <a:lnTo>
                  <a:pt x="108381" y="7603"/>
                </a:lnTo>
                <a:lnTo>
                  <a:pt x="108381" y="7603"/>
                </a:lnTo>
                <a:lnTo>
                  <a:pt x="108307" y="7568"/>
                </a:lnTo>
                <a:close/>
                <a:moveTo>
                  <a:pt x="73636" y="7159"/>
                </a:moveTo>
                <a:lnTo>
                  <a:pt x="74659" y="7670"/>
                </a:lnTo>
                <a:lnTo>
                  <a:pt x="76193" y="7670"/>
                </a:lnTo>
                <a:lnTo>
                  <a:pt x="76193" y="7466"/>
                </a:lnTo>
                <a:lnTo>
                  <a:pt x="75989" y="7261"/>
                </a:lnTo>
                <a:lnTo>
                  <a:pt x="73636" y="7159"/>
                </a:lnTo>
                <a:close/>
                <a:moveTo>
                  <a:pt x="108381" y="7603"/>
                </a:moveTo>
                <a:lnTo>
                  <a:pt x="109841" y="8284"/>
                </a:lnTo>
                <a:lnTo>
                  <a:pt x="110250" y="7773"/>
                </a:lnTo>
                <a:lnTo>
                  <a:pt x="108381" y="7603"/>
                </a:lnTo>
                <a:close/>
                <a:moveTo>
                  <a:pt x="68011" y="6852"/>
                </a:moveTo>
                <a:lnTo>
                  <a:pt x="64227" y="7364"/>
                </a:lnTo>
                <a:lnTo>
                  <a:pt x="63511" y="8386"/>
                </a:lnTo>
                <a:lnTo>
                  <a:pt x="63511" y="8386"/>
                </a:lnTo>
                <a:lnTo>
                  <a:pt x="64534" y="8182"/>
                </a:lnTo>
                <a:lnTo>
                  <a:pt x="64739" y="7773"/>
                </a:lnTo>
                <a:lnTo>
                  <a:pt x="65352" y="7773"/>
                </a:lnTo>
                <a:lnTo>
                  <a:pt x="68011" y="6852"/>
                </a:lnTo>
                <a:close/>
                <a:moveTo>
                  <a:pt x="216716" y="8182"/>
                </a:moveTo>
                <a:lnTo>
                  <a:pt x="217227" y="8489"/>
                </a:lnTo>
                <a:lnTo>
                  <a:pt x="217330" y="8182"/>
                </a:lnTo>
                <a:close/>
                <a:moveTo>
                  <a:pt x="62080" y="6852"/>
                </a:moveTo>
                <a:lnTo>
                  <a:pt x="60852" y="7159"/>
                </a:lnTo>
                <a:lnTo>
                  <a:pt x="61568" y="7364"/>
                </a:lnTo>
                <a:lnTo>
                  <a:pt x="61057" y="7466"/>
                </a:lnTo>
                <a:lnTo>
                  <a:pt x="61057" y="7568"/>
                </a:lnTo>
                <a:lnTo>
                  <a:pt x="60341" y="7773"/>
                </a:lnTo>
                <a:lnTo>
                  <a:pt x="60034" y="7466"/>
                </a:lnTo>
                <a:lnTo>
                  <a:pt x="59420" y="7773"/>
                </a:lnTo>
                <a:lnTo>
                  <a:pt x="59727" y="8182"/>
                </a:lnTo>
                <a:lnTo>
                  <a:pt x="60136" y="8284"/>
                </a:lnTo>
                <a:lnTo>
                  <a:pt x="60443" y="8898"/>
                </a:lnTo>
                <a:lnTo>
                  <a:pt x="61159" y="8898"/>
                </a:lnTo>
                <a:lnTo>
                  <a:pt x="61364" y="8489"/>
                </a:lnTo>
                <a:lnTo>
                  <a:pt x="62182" y="8591"/>
                </a:lnTo>
                <a:lnTo>
                  <a:pt x="63205" y="7773"/>
                </a:lnTo>
                <a:lnTo>
                  <a:pt x="62795" y="7875"/>
                </a:lnTo>
                <a:lnTo>
                  <a:pt x="62795" y="7670"/>
                </a:lnTo>
                <a:lnTo>
                  <a:pt x="62898" y="7670"/>
                </a:lnTo>
                <a:lnTo>
                  <a:pt x="62182" y="7568"/>
                </a:lnTo>
                <a:lnTo>
                  <a:pt x="63409" y="7261"/>
                </a:lnTo>
                <a:lnTo>
                  <a:pt x="63205" y="7159"/>
                </a:lnTo>
                <a:lnTo>
                  <a:pt x="63511" y="6852"/>
                </a:lnTo>
                <a:close/>
                <a:moveTo>
                  <a:pt x="47250" y="6443"/>
                </a:moveTo>
                <a:lnTo>
                  <a:pt x="47148" y="6852"/>
                </a:lnTo>
                <a:lnTo>
                  <a:pt x="43977" y="8386"/>
                </a:lnTo>
                <a:lnTo>
                  <a:pt x="44284" y="8386"/>
                </a:lnTo>
                <a:lnTo>
                  <a:pt x="44898" y="8693"/>
                </a:lnTo>
                <a:lnTo>
                  <a:pt x="44795" y="9102"/>
                </a:lnTo>
                <a:lnTo>
                  <a:pt x="44795" y="9102"/>
                </a:lnTo>
                <a:lnTo>
                  <a:pt x="51955" y="7159"/>
                </a:lnTo>
                <a:lnTo>
                  <a:pt x="51545" y="6545"/>
                </a:lnTo>
                <a:lnTo>
                  <a:pt x="50318" y="6750"/>
                </a:lnTo>
                <a:lnTo>
                  <a:pt x="50420" y="6545"/>
                </a:lnTo>
                <a:lnTo>
                  <a:pt x="50011" y="6648"/>
                </a:lnTo>
                <a:lnTo>
                  <a:pt x="50216" y="6545"/>
                </a:lnTo>
                <a:lnTo>
                  <a:pt x="47250" y="6443"/>
                </a:lnTo>
                <a:close/>
                <a:moveTo>
                  <a:pt x="158625" y="7261"/>
                </a:moveTo>
                <a:lnTo>
                  <a:pt x="157602" y="7875"/>
                </a:lnTo>
                <a:lnTo>
                  <a:pt x="157500" y="8182"/>
                </a:lnTo>
                <a:lnTo>
                  <a:pt x="156989" y="8284"/>
                </a:lnTo>
                <a:lnTo>
                  <a:pt x="159034" y="9102"/>
                </a:lnTo>
                <a:lnTo>
                  <a:pt x="158830" y="9102"/>
                </a:lnTo>
                <a:lnTo>
                  <a:pt x="158830" y="9205"/>
                </a:lnTo>
                <a:lnTo>
                  <a:pt x="158727" y="9205"/>
                </a:lnTo>
                <a:lnTo>
                  <a:pt x="158727" y="9307"/>
                </a:lnTo>
                <a:lnTo>
                  <a:pt x="158625" y="9307"/>
                </a:lnTo>
                <a:lnTo>
                  <a:pt x="160773" y="9614"/>
                </a:lnTo>
                <a:lnTo>
                  <a:pt x="160773" y="9614"/>
                </a:lnTo>
                <a:lnTo>
                  <a:pt x="160568" y="9511"/>
                </a:lnTo>
                <a:lnTo>
                  <a:pt x="161489" y="9511"/>
                </a:lnTo>
                <a:lnTo>
                  <a:pt x="159239" y="8080"/>
                </a:lnTo>
                <a:lnTo>
                  <a:pt x="159341" y="7773"/>
                </a:lnTo>
                <a:lnTo>
                  <a:pt x="159545" y="7670"/>
                </a:lnTo>
                <a:lnTo>
                  <a:pt x="159545" y="7466"/>
                </a:lnTo>
                <a:lnTo>
                  <a:pt x="158625" y="7261"/>
                </a:lnTo>
                <a:close/>
                <a:moveTo>
                  <a:pt x="18920" y="9818"/>
                </a:moveTo>
                <a:lnTo>
                  <a:pt x="18511" y="9920"/>
                </a:lnTo>
                <a:lnTo>
                  <a:pt x="18511" y="9920"/>
                </a:lnTo>
                <a:lnTo>
                  <a:pt x="18637" y="9901"/>
                </a:lnTo>
                <a:lnTo>
                  <a:pt x="18637" y="9901"/>
                </a:lnTo>
                <a:lnTo>
                  <a:pt x="18920" y="9818"/>
                </a:lnTo>
                <a:close/>
                <a:moveTo>
                  <a:pt x="137352" y="10125"/>
                </a:moveTo>
                <a:lnTo>
                  <a:pt x="137352" y="10125"/>
                </a:lnTo>
                <a:lnTo>
                  <a:pt x="137352" y="10125"/>
                </a:lnTo>
                <a:close/>
                <a:moveTo>
                  <a:pt x="88977" y="9818"/>
                </a:moveTo>
                <a:lnTo>
                  <a:pt x="88670" y="10125"/>
                </a:lnTo>
                <a:lnTo>
                  <a:pt x="88466" y="10125"/>
                </a:lnTo>
                <a:lnTo>
                  <a:pt x="88364" y="10432"/>
                </a:lnTo>
                <a:lnTo>
                  <a:pt x="88875" y="10534"/>
                </a:lnTo>
                <a:lnTo>
                  <a:pt x="88568" y="10636"/>
                </a:lnTo>
                <a:lnTo>
                  <a:pt x="89489" y="10636"/>
                </a:lnTo>
                <a:lnTo>
                  <a:pt x="90000" y="10227"/>
                </a:lnTo>
                <a:lnTo>
                  <a:pt x="88977" y="9818"/>
                </a:lnTo>
                <a:close/>
                <a:moveTo>
                  <a:pt x="52466" y="7261"/>
                </a:moveTo>
                <a:lnTo>
                  <a:pt x="48170" y="8591"/>
                </a:lnTo>
                <a:lnTo>
                  <a:pt x="48784" y="8693"/>
                </a:lnTo>
                <a:lnTo>
                  <a:pt x="48375" y="8898"/>
                </a:lnTo>
                <a:lnTo>
                  <a:pt x="50216" y="8795"/>
                </a:lnTo>
                <a:lnTo>
                  <a:pt x="50216" y="8795"/>
                </a:lnTo>
                <a:lnTo>
                  <a:pt x="49705" y="8898"/>
                </a:lnTo>
                <a:lnTo>
                  <a:pt x="49807" y="8898"/>
                </a:lnTo>
                <a:lnTo>
                  <a:pt x="47761" y="9307"/>
                </a:lnTo>
                <a:lnTo>
                  <a:pt x="51545" y="9818"/>
                </a:lnTo>
                <a:lnTo>
                  <a:pt x="48273" y="9920"/>
                </a:lnTo>
                <a:lnTo>
                  <a:pt x="47557" y="10534"/>
                </a:lnTo>
                <a:lnTo>
                  <a:pt x="49193" y="10739"/>
                </a:lnTo>
                <a:lnTo>
                  <a:pt x="48989" y="11352"/>
                </a:lnTo>
                <a:lnTo>
                  <a:pt x="54102" y="10534"/>
                </a:lnTo>
                <a:lnTo>
                  <a:pt x="54102" y="10739"/>
                </a:lnTo>
                <a:lnTo>
                  <a:pt x="54818" y="10841"/>
                </a:lnTo>
                <a:lnTo>
                  <a:pt x="54614" y="10943"/>
                </a:lnTo>
                <a:lnTo>
                  <a:pt x="56148" y="11045"/>
                </a:lnTo>
                <a:lnTo>
                  <a:pt x="57170" y="10534"/>
                </a:lnTo>
                <a:lnTo>
                  <a:pt x="56250" y="10739"/>
                </a:lnTo>
                <a:lnTo>
                  <a:pt x="56455" y="10534"/>
                </a:lnTo>
                <a:lnTo>
                  <a:pt x="56352" y="10432"/>
                </a:lnTo>
                <a:lnTo>
                  <a:pt x="58295" y="10023"/>
                </a:lnTo>
                <a:lnTo>
                  <a:pt x="57989" y="9920"/>
                </a:lnTo>
                <a:lnTo>
                  <a:pt x="57989" y="9818"/>
                </a:lnTo>
                <a:lnTo>
                  <a:pt x="56864" y="9409"/>
                </a:lnTo>
                <a:lnTo>
                  <a:pt x="57682" y="7670"/>
                </a:lnTo>
                <a:lnTo>
                  <a:pt x="56455" y="7364"/>
                </a:lnTo>
                <a:lnTo>
                  <a:pt x="55739" y="8489"/>
                </a:lnTo>
                <a:lnTo>
                  <a:pt x="55023" y="8693"/>
                </a:lnTo>
                <a:lnTo>
                  <a:pt x="55023" y="8693"/>
                </a:lnTo>
                <a:lnTo>
                  <a:pt x="55227" y="7875"/>
                </a:lnTo>
                <a:lnTo>
                  <a:pt x="54614" y="7773"/>
                </a:lnTo>
                <a:lnTo>
                  <a:pt x="53591" y="8080"/>
                </a:lnTo>
                <a:lnTo>
                  <a:pt x="53693" y="7977"/>
                </a:lnTo>
                <a:lnTo>
                  <a:pt x="53182" y="8080"/>
                </a:lnTo>
                <a:lnTo>
                  <a:pt x="53182" y="8080"/>
                </a:lnTo>
                <a:lnTo>
                  <a:pt x="53898" y="7773"/>
                </a:lnTo>
                <a:lnTo>
                  <a:pt x="51750" y="7875"/>
                </a:lnTo>
                <a:lnTo>
                  <a:pt x="52466" y="7261"/>
                </a:lnTo>
                <a:close/>
                <a:moveTo>
                  <a:pt x="60341" y="10330"/>
                </a:moveTo>
                <a:lnTo>
                  <a:pt x="58602" y="10841"/>
                </a:lnTo>
                <a:lnTo>
                  <a:pt x="59114" y="11148"/>
                </a:lnTo>
                <a:lnTo>
                  <a:pt x="60136" y="11352"/>
                </a:lnTo>
                <a:lnTo>
                  <a:pt x="61159" y="11045"/>
                </a:lnTo>
                <a:lnTo>
                  <a:pt x="60239" y="10432"/>
                </a:lnTo>
                <a:lnTo>
                  <a:pt x="60341" y="10330"/>
                </a:lnTo>
                <a:close/>
                <a:moveTo>
                  <a:pt x="175193" y="11250"/>
                </a:moveTo>
                <a:lnTo>
                  <a:pt x="176114" y="11557"/>
                </a:lnTo>
                <a:lnTo>
                  <a:pt x="176114" y="12068"/>
                </a:lnTo>
                <a:lnTo>
                  <a:pt x="177136" y="12170"/>
                </a:lnTo>
                <a:lnTo>
                  <a:pt x="177136" y="12170"/>
                </a:lnTo>
                <a:lnTo>
                  <a:pt x="176011" y="12068"/>
                </a:lnTo>
                <a:lnTo>
                  <a:pt x="175193" y="11250"/>
                </a:lnTo>
                <a:close/>
                <a:moveTo>
                  <a:pt x="73023" y="11557"/>
                </a:moveTo>
                <a:lnTo>
                  <a:pt x="72307" y="12375"/>
                </a:lnTo>
                <a:lnTo>
                  <a:pt x="73432" y="12375"/>
                </a:lnTo>
                <a:lnTo>
                  <a:pt x="74148" y="11659"/>
                </a:lnTo>
                <a:lnTo>
                  <a:pt x="73023" y="11557"/>
                </a:lnTo>
                <a:close/>
                <a:moveTo>
                  <a:pt x="108409" y="13295"/>
                </a:moveTo>
                <a:lnTo>
                  <a:pt x="108716" y="13398"/>
                </a:lnTo>
                <a:lnTo>
                  <a:pt x="108818" y="13398"/>
                </a:lnTo>
                <a:lnTo>
                  <a:pt x="108409" y="13295"/>
                </a:lnTo>
                <a:close/>
                <a:moveTo>
                  <a:pt x="9205" y="13807"/>
                </a:moveTo>
                <a:lnTo>
                  <a:pt x="9102" y="13909"/>
                </a:lnTo>
                <a:lnTo>
                  <a:pt x="9205" y="13909"/>
                </a:lnTo>
                <a:lnTo>
                  <a:pt x="9205" y="13807"/>
                </a:lnTo>
                <a:close/>
                <a:moveTo>
                  <a:pt x="5420" y="11045"/>
                </a:moveTo>
                <a:lnTo>
                  <a:pt x="0" y="14420"/>
                </a:lnTo>
                <a:lnTo>
                  <a:pt x="511" y="14318"/>
                </a:lnTo>
                <a:lnTo>
                  <a:pt x="1227" y="13909"/>
                </a:lnTo>
                <a:lnTo>
                  <a:pt x="1227" y="13705"/>
                </a:lnTo>
                <a:lnTo>
                  <a:pt x="1739" y="13398"/>
                </a:lnTo>
                <a:lnTo>
                  <a:pt x="1636" y="13500"/>
                </a:lnTo>
                <a:lnTo>
                  <a:pt x="2352" y="13295"/>
                </a:lnTo>
                <a:lnTo>
                  <a:pt x="2148" y="13398"/>
                </a:lnTo>
                <a:lnTo>
                  <a:pt x="2761" y="13193"/>
                </a:lnTo>
                <a:lnTo>
                  <a:pt x="2761" y="13193"/>
                </a:lnTo>
                <a:lnTo>
                  <a:pt x="1636" y="14011"/>
                </a:lnTo>
                <a:lnTo>
                  <a:pt x="3273" y="14114"/>
                </a:lnTo>
                <a:lnTo>
                  <a:pt x="3068" y="14625"/>
                </a:lnTo>
                <a:lnTo>
                  <a:pt x="3375" y="15034"/>
                </a:lnTo>
                <a:lnTo>
                  <a:pt x="3989" y="14932"/>
                </a:lnTo>
                <a:lnTo>
                  <a:pt x="3682" y="15136"/>
                </a:lnTo>
                <a:lnTo>
                  <a:pt x="4295" y="14932"/>
                </a:lnTo>
                <a:lnTo>
                  <a:pt x="4193" y="15034"/>
                </a:lnTo>
                <a:lnTo>
                  <a:pt x="4193" y="15034"/>
                </a:lnTo>
                <a:lnTo>
                  <a:pt x="4602" y="14727"/>
                </a:lnTo>
                <a:lnTo>
                  <a:pt x="4500" y="14625"/>
                </a:lnTo>
                <a:lnTo>
                  <a:pt x="5523" y="14318"/>
                </a:lnTo>
                <a:lnTo>
                  <a:pt x="5318" y="14318"/>
                </a:lnTo>
                <a:lnTo>
                  <a:pt x="5830" y="14114"/>
                </a:lnTo>
                <a:lnTo>
                  <a:pt x="5727" y="14114"/>
                </a:lnTo>
                <a:lnTo>
                  <a:pt x="5727" y="13909"/>
                </a:lnTo>
                <a:lnTo>
                  <a:pt x="6136" y="14011"/>
                </a:lnTo>
                <a:lnTo>
                  <a:pt x="6750" y="14011"/>
                </a:lnTo>
                <a:lnTo>
                  <a:pt x="6852" y="13807"/>
                </a:lnTo>
                <a:lnTo>
                  <a:pt x="7159" y="13909"/>
                </a:lnTo>
                <a:lnTo>
                  <a:pt x="8386" y="13500"/>
                </a:lnTo>
                <a:lnTo>
                  <a:pt x="8080" y="13398"/>
                </a:lnTo>
                <a:lnTo>
                  <a:pt x="7977" y="13398"/>
                </a:lnTo>
                <a:lnTo>
                  <a:pt x="8080" y="13193"/>
                </a:lnTo>
                <a:lnTo>
                  <a:pt x="8080" y="12886"/>
                </a:lnTo>
                <a:lnTo>
                  <a:pt x="7364" y="12682"/>
                </a:lnTo>
                <a:lnTo>
                  <a:pt x="7364" y="12682"/>
                </a:lnTo>
                <a:lnTo>
                  <a:pt x="7568" y="12784"/>
                </a:lnTo>
                <a:lnTo>
                  <a:pt x="6852" y="12886"/>
                </a:lnTo>
                <a:lnTo>
                  <a:pt x="7261" y="12682"/>
                </a:lnTo>
                <a:lnTo>
                  <a:pt x="6341" y="12682"/>
                </a:lnTo>
                <a:lnTo>
                  <a:pt x="6034" y="12989"/>
                </a:lnTo>
                <a:lnTo>
                  <a:pt x="6034" y="13193"/>
                </a:lnTo>
                <a:lnTo>
                  <a:pt x="5625" y="13398"/>
                </a:lnTo>
                <a:lnTo>
                  <a:pt x="5625" y="13398"/>
                </a:lnTo>
                <a:lnTo>
                  <a:pt x="5932" y="13193"/>
                </a:lnTo>
                <a:lnTo>
                  <a:pt x="5523" y="13295"/>
                </a:lnTo>
                <a:lnTo>
                  <a:pt x="5523" y="13091"/>
                </a:lnTo>
                <a:lnTo>
                  <a:pt x="6545" y="12375"/>
                </a:lnTo>
                <a:lnTo>
                  <a:pt x="6136" y="12375"/>
                </a:lnTo>
                <a:lnTo>
                  <a:pt x="6648" y="12068"/>
                </a:lnTo>
                <a:lnTo>
                  <a:pt x="5830" y="11659"/>
                </a:lnTo>
                <a:lnTo>
                  <a:pt x="5932" y="11557"/>
                </a:lnTo>
                <a:lnTo>
                  <a:pt x="5727" y="11352"/>
                </a:lnTo>
                <a:lnTo>
                  <a:pt x="5523" y="11557"/>
                </a:lnTo>
                <a:lnTo>
                  <a:pt x="5523" y="11352"/>
                </a:lnTo>
                <a:lnTo>
                  <a:pt x="5625" y="11250"/>
                </a:lnTo>
                <a:lnTo>
                  <a:pt x="5420" y="11045"/>
                </a:lnTo>
                <a:close/>
                <a:moveTo>
                  <a:pt x="113011" y="13193"/>
                </a:moveTo>
                <a:lnTo>
                  <a:pt x="112807" y="13398"/>
                </a:lnTo>
                <a:lnTo>
                  <a:pt x="112500" y="13398"/>
                </a:lnTo>
                <a:lnTo>
                  <a:pt x="112193" y="13602"/>
                </a:lnTo>
                <a:lnTo>
                  <a:pt x="111682" y="13500"/>
                </a:lnTo>
                <a:lnTo>
                  <a:pt x="111682" y="13500"/>
                </a:lnTo>
                <a:lnTo>
                  <a:pt x="111784" y="13807"/>
                </a:lnTo>
                <a:lnTo>
                  <a:pt x="111170" y="13500"/>
                </a:lnTo>
                <a:lnTo>
                  <a:pt x="110864" y="13500"/>
                </a:lnTo>
                <a:lnTo>
                  <a:pt x="110864" y="13807"/>
                </a:lnTo>
                <a:lnTo>
                  <a:pt x="110250" y="13602"/>
                </a:lnTo>
                <a:lnTo>
                  <a:pt x="110148" y="14011"/>
                </a:lnTo>
                <a:lnTo>
                  <a:pt x="109739" y="14011"/>
                </a:lnTo>
                <a:lnTo>
                  <a:pt x="109636" y="14216"/>
                </a:lnTo>
                <a:lnTo>
                  <a:pt x="109432" y="14114"/>
                </a:lnTo>
                <a:lnTo>
                  <a:pt x="109534" y="14011"/>
                </a:lnTo>
                <a:lnTo>
                  <a:pt x="109330" y="13807"/>
                </a:lnTo>
                <a:lnTo>
                  <a:pt x="109534" y="13602"/>
                </a:lnTo>
                <a:lnTo>
                  <a:pt x="108716" y="13398"/>
                </a:lnTo>
                <a:lnTo>
                  <a:pt x="108511" y="13398"/>
                </a:lnTo>
                <a:lnTo>
                  <a:pt x="108716" y="13705"/>
                </a:lnTo>
                <a:lnTo>
                  <a:pt x="108102" y="13500"/>
                </a:lnTo>
                <a:lnTo>
                  <a:pt x="108102" y="13500"/>
                </a:lnTo>
                <a:lnTo>
                  <a:pt x="108205" y="13602"/>
                </a:lnTo>
                <a:lnTo>
                  <a:pt x="108102" y="13705"/>
                </a:lnTo>
                <a:lnTo>
                  <a:pt x="107898" y="13705"/>
                </a:lnTo>
                <a:lnTo>
                  <a:pt x="108205" y="13807"/>
                </a:lnTo>
                <a:lnTo>
                  <a:pt x="107693" y="13807"/>
                </a:lnTo>
                <a:lnTo>
                  <a:pt x="107795" y="14011"/>
                </a:lnTo>
                <a:lnTo>
                  <a:pt x="107386" y="14011"/>
                </a:lnTo>
                <a:lnTo>
                  <a:pt x="109125" y="14114"/>
                </a:lnTo>
                <a:lnTo>
                  <a:pt x="108614" y="14318"/>
                </a:lnTo>
                <a:lnTo>
                  <a:pt x="109125" y="14318"/>
                </a:lnTo>
                <a:lnTo>
                  <a:pt x="109125" y="14420"/>
                </a:lnTo>
                <a:lnTo>
                  <a:pt x="107898" y="14523"/>
                </a:lnTo>
                <a:lnTo>
                  <a:pt x="107795" y="14727"/>
                </a:lnTo>
                <a:lnTo>
                  <a:pt x="109227" y="14830"/>
                </a:lnTo>
                <a:lnTo>
                  <a:pt x="108818" y="15136"/>
                </a:lnTo>
                <a:lnTo>
                  <a:pt x="109227" y="15034"/>
                </a:lnTo>
                <a:lnTo>
                  <a:pt x="108307" y="15341"/>
                </a:lnTo>
                <a:lnTo>
                  <a:pt x="108716" y="15545"/>
                </a:lnTo>
                <a:lnTo>
                  <a:pt x="109432" y="15443"/>
                </a:lnTo>
                <a:lnTo>
                  <a:pt x="111375" y="15852"/>
                </a:lnTo>
                <a:lnTo>
                  <a:pt x="114648" y="14625"/>
                </a:lnTo>
                <a:lnTo>
                  <a:pt x="114648" y="14216"/>
                </a:lnTo>
                <a:lnTo>
                  <a:pt x="114034" y="13807"/>
                </a:lnTo>
                <a:lnTo>
                  <a:pt x="113830" y="13500"/>
                </a:lnTo>
                <a:lnTo>
                  <a:pt x="114239" y="13295"/>
                </a:lnTo>
                <a:lnTo>
                  <a:pt x="113011" y="13193"/>
                </a:lnTo>
                <a:close/>
                <a:moveTo>
                  <a:pt x="65557" y="13705"/>
                </a:moveTo>
                <a:lnTo>
                  <a:pt x="63102" y="15750"/>
                </a:lnTo>
                <a:lnTo>
                  <a:pt x="63818" y="15750"/>
                </a:lnTo>
                <a:lnTo>
                  <a:pt x="64023" y="16159"/>
                </a:lnTo>
                <a:lnTo>
                  <a:pt x="66309" y="15364"/>
                </a:lnTo>
                <a:lnTo>
                  <a:pt x="66309" y="15364"/>
                </a:lnTo>
                <a:lnTo>
                  <a:pt x="67091" y="15852"/>
                </a:lnTo>
                <a:lnTo>
                  <a:pt x="68114" y="15545"/>
                </a:lnTo>
                <a:lnTo>
                  <a:pt x="67091" y="15443"/>
                </a:lnTo>
                <a:lnTo>
                  <a:pt x="67295" y="14830"/>
                </a:lnTo>
                <a:lnTo>
                  <a:pt x="65659" y="14011"/>
                </a:lnTo>
                <a:lnTo>
                  <a:pt x="65557" y="13705"/>
                </a:lnTo>
                <a:close/>
                <a:moveTo>
                  <a:pt x="128864" y="16773"/>
                </a:moveTo>
                <a:lnTo>
                  <a:pt x="128455" y="16875"/>
                </a:lnTo>
                <a:lnTo>
                  <a:pt x="128455" y="16875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8864" y="16773"/>
                </a:lnTo>
                <a:close/>
                <a:moveTo>
                  <a:pt x="73227" y="6955"/>
                </a:moveTo>
                <a:lnTo>
                  <a:pt x="70773" y="7364"/>
                </a:lnTo>
                <a:lnTo>
                  <a:pt x="71080" y="7670"/>
                </a:lnTo>
                <a:lnTo>
                  <a:pt x="70159" y="7773"/>
                </a:lnTo>
                <a:lnTo>
                  <a:pt x="70466" y="8080"/>
                </a:lnTo>
                <a:lnTo>
                  <a:pt x="70466" y="8386"/>
                </a:lnTo>
                <a:lnTo>
                  <a:pt x="69443" y="8386"/>
                </a:lnTo>
                <a:lnTo>
                  <a:pt x="69955" y="8693"/>
                </a:lnTo>
                <a:lnTo>
                  <a:pt x="69545" y="9205"/>
                </a:lnTo>
                <a:lnTo>
                  <a:pt x="68318" y="9205"/>
                </a:lnTo>
                <a:lnTo>
                  <a:pt x="69545" y="8898"/>
                </a:lnTo>
                <a:lnTo>
                  <a:pt x="69136" y="8489"/>
                </a:lnTo>
                <a:lnTo>
                  <a:pt x="69443" y="7773"/>
                </a:lnTo>
                <a:lnTo>
                  <a:pt x="71284" y="6955"/>
                </a:lnTo>
                <a:lnTo>
                  <a:pt x="71284" y="6955"/>
                </a:lnTo>
                <a:lnTo>
                  <a:pt x="67193" y="8284"/>
                </a:lnTo>
                <a:lnTo>
                  <a:pt x="66682" y="8898"/>
                </a:lnTo>
                <a:lnTo>
                  <a:pt x="67909" y="9205"/>
                </a:lnTo>
                <a:lnTo>
                  <a:pt x="66477" y="9205"/>
                </a:lnTo>
                <a:lnTo>
                  <a:pt x="68114" y="9716"/>
                </a:lnTo>
                <a:lnTo>
                  <a:pt x="67909" y="9920"/>
                </a:lnTo>
                <a:lnTo>
                  <a:pt x="70875" y="10125"/>
                </a:lnTo>
                <a:lnTo>
                  <a:pt x="70875" y="10023"/>
                </a:lnTo>
                <a:lnTo>
                  <a:pt x="72205" y="10227"/>
                </a:lnTo>
                <a:lnTo>
                  <a:pt x="72614" y="9716"/>
                </a:lnTo>
                <a:lnTo>
                  <a:pt x="73534" y="9920"/>
                </a:lnTo>
                <a:lnTo>
                  <a:pt x="73432" y="10227"/>
                </a:lnTo>
                <a:lnTo>
                  <a:pt x="73841" y="10330"/>
                </a:lnTo>
                <a:lnTo>
                  <a:pt x="73636" y="10432"/>
                </a:lnTo>
                <a:lnTo>
                  <a:pt x="74148" y="10330"/>
                </a:lnTo>
                <a:lnTo>
                  <a:pt x="74250" y="10739"/>
                </a:lnTo>
                <a:lnTo>
                  <a:pt x="73432" y="11148"/>
                </a:lnTo>
                <a:lnTo>
                  <a:pt x="74685" y="10969"/>
                </a:lnTo>
                <a:lnTo>
                  <a:pt x="74761" y="11045"/>
                </a:lnTo>
                <a:lnTo>
                  <a:pt x="74557" y="11148"/>
                </a:lnTo>
                <a:lnTo>
                  <a:pt x="75375" y="11557"/>
                </a:lnTo>
                <a:lnTo>
                  <a:pt x="75477" y="12273"/>
                </a:lnTo>
                <a:lnTo>
                  <a:pt x="73534" y="13398"/>
                </a:lnTo>
                <a:lnTo>
                  <a:pt x="73636" y="13807"/>
                </a:lnTo>
                <a:lnTo>
                  <a:pt x="72000" y="14216"/>
                </a:lnTo>
                <a:lnTo>
                  <a:pt x="72000" y="14318"/>
                </a:lnTo>
                <a:lnTo>
                  <a:pt x="72000" y="14420"/>
                </a:lnTo>
                <a:lnTo>
                  <a:pt x="71898" y="14625"/>
                </a:lnTo>
                <a:lnTo>
                  <a:pt x="72000" y="14318"/>
                </a:lnTo>
                <a:lnTo>
                  <a:pt x="71080" y="14114"/>
                </a:lnTo>
                <a:lnTo>
                  <a:pt x="70057" y="14727"/>
                </a:lnTo>
                <a:lnTo>
                  <a:pt x="70977" y="15136"/>
                </a:lnTo>
                <a:lnTo>
                  <a:pt x="72307" y="14727"/>
                </a:lnTo>
                <a:lnTo>
                  <a:pt x="72818" y="14830"/>
                </a:lnTo>
                <a:lnTo>
                  <a:pt x="72716" y="15034"/>
                </a:lnTo>
                <a:lnTo>
                  <a:pt x="72716" y="15034"/>
                </a:lnTo>
                <a:lnTo>
                  <a:pt x="73330" y="14830"/>
                </a:lnTo>
                <a:lnTo>
                  <a:pt x="73125" y="15034"/>
                </a:lnTo>
                <a:lnTo>
                  <a:pt x="73739" y="15545"/>
                </a:lnTo>
                <a:lnTo>
                  <a:pt x="73636" y="15648"/>
                </a:lnTo>
                <a:lnTo>
                  <a:pt x="74148" y="15750"/>
                </a:lnTo>
                <a:lnTo>
                  <a:pt x="73636" y="15955"/>
                </a:lnTo>
                <a:lnTo>
                  <a:pt x="74250" y="16261"/>
                </a:lnTo>
                <a:lnTo>
                  <a:pt x="74045" y="16364"/>
                </a:lnTo>
                <a:lnTo>
                  <a:pt x="76909" y="17386"/>
                </a:lnTo>
                <a:lnTo>
                  <a:pt x="77318" y="17080"/>
                </a:lnTo>
                <a:lnTo>
                  <a:pt x="76398" y="16364"/>
                </a:lnTo>
                <a:lnTo>
                  <a:pt x="76500" y="16261"/>
                </a:lnTo>
                <a:lnTo>
                  <a:pt x="75989" y="15648"/>
                </a:lnTo>
                <a:lnTo>
                  <a:pt x="76705" y="15648"/>
                </a:lnTo>
                <a:lnTo>
                  <a:pt x="78034" y="16568"/>
                </a:lnTo>
                <a:lnTo>
                  <a:pt x="78239" y="16364"/>
                </a:lnTo>
                <a:lnTo>
                  <a:pt x="78545" y="16364"/>
                </a:lnTo>
                <a:lnTo>
                  <a:pt x="78545" y="15648"/>
                </a:lnTo>
                <a:lnTo>
                  <a:pt x="78955" y="15955"/>
                </a:lnTo>
                <a:lnTo>
                  <a:pt x="78955" y="15443"/>
                </a:lnTo>
                <a:lnTo>
                  <a:pt x="79057" y="15341"/>
                </a:lnTo>
                <a:lnTo>
                  <a:pt x="78750" y="15341"/>
                </a:lnTo>
                <a:lnTo>
                  <a:pt x="78545" y="15136"/>
                </a:lnTo>
                <a:lnTo>
                  <a:pt x="78955" y="14932"/>
                </a:lnTo>
                <a:lnTo>
                  <a:pt x="78648" y="14932"/>
                </a:lnTo>
                <a:lnTo>
                  <a:pt x="78955" y="14830"/>
                </a:lnTo>
                <a:lnTo>
                  <a:pt x="78648" y="14625"/>
                </a:lnTo>
                <a:lnTo>
                  <a:pt x="78034" y="14625"/>
                </a:lnTo>
                <a:lnTo>
                  <a:pt x="77830" y="14216"/>
                </a:lnTo>
                <a:lnTo>
                  <a:pt x="78034" y="14114"/>
                </a:lnTo>
                <a:lnTo>
                  <a:pt x="77523" y="14011"/>
                </a:lnTo>
                <a:lnTo>
                  <a:pt x="77727" y="13807"/>
                </a:lnTo>
                <a:lnTo>
                  <a:pt x="77318" y="13398"/>
                </a:lnTo>
                <a:lnTo>
                  <a:pt x="78341" y="13602"/>
                </a:lnTo>
                <a:lnTo>
                  <a:pt x="78136" y="13193"/>
                </a:lnTo>
                <a:lnTo>
                  <a:pt x="78545" y="13091"/>
                </a:lnTo>
                <a:lnTo>
                  <a:pt x="79466" y="13398"/>
                </a:lnTo>
                <a:lnTo>
                  <a:pt x="79159" y="13602"/>
                </a:lnTo>
                <a:lnTo>
                  <a:pt x="79159" y="13602"/>
                </a:lnTo>
                <a:lnTo>
                  <a:pt x="80284" y="13295"/>
                </a:lnTo>
                <a:lnTo>
                  <a:pt x="79466" y="13909"/>
                </a:lnTo>
                <a:lnTo>
                  <a:pt x="79568" y="14318"/>
                </a:lnTo>
                <a:lnTo>
                  <a:pt x="79977" y="14114"/>
                </a:lnTo>
                <a:lnTo>
                  <a:pt x="80182" y="14420"/>
                </a:lnTo>
                <a:lnTo>
                  <a:pt x="80489" y="14420"/>
                </a:lnTo>
                <a:lnTo>
                  <a:pt x="80693" y="13909"/>
                </a:lnTo>
                <a:lnTo>
                  <a:pt x="80489" y="13909"/>
                </a:lnTo>
                <a:lnTo>
                  <a:pt x="81818" y="13602"/>
                </a:lnTo>
                <a:lnTo>
                  <a:pt x="81511" y="13398"/>
                </a:lnTo>
                <a:lnTo>
                  <a:pt x="81716" y="13295"/>
                </a:lnTo>
                <a:lnTo>
                  <a:pt x="81614" y="13193"/>
                </a:lnTo>
                <a:lnTo>
                  <a:pt x="82023" y="13295"/>
                </a:lnTo>
                <a:lnTo>
                  <a:pt x="82023" y="12989"/>
                </a:lnTo>
                <a:lnTo>
                  <a:pt x="82227" y="12989"/>
                </a:lnTo>
                <a:lnTo>
                  <a:pt x="82227" y="12682"/>
                </a:lnTo>
                <a:lnTo>
                  <a:pt x="81000" y="12886"/>
                </a:lnTo>
                <a:lnTo>
                  <a:pt x="81716" y="12477"/>
                </a:lnTo>
                <a:lnTo>
                  <a:pt x="80591" y="12375"/>
                </a:lnTo>
                <a:lnTo>
                  <a:pt x="81307" y="12170"/>
                </a:lnTo>
                <a:lnTo>
                  <a:pt x="80591" y="11966"/>
                </a:lnTo>
                <a:lnTo>
                  <a:pt x="80795" y="11864"/>
                </a:lnTo>
                <a:lnTo>
                  <a:pt x="80284" y="12068"/>
                </a:lnTo>
                <a:lnTo>
                  <a:pt x="80386" y="11864"/>
                </a:lnTo>
                <a:lnTo>
                  <a:pt x="80080" y="11864"/>
                </a:lnTo>
                <a:lnTo>
                  <a:pt x="80182" y="11761"/>
                </a:lnTo>
                <a:lnTo>
                  <a:pt x="79670" y="11966"/>
                </a:lnTo>
                <a:lnTo>
                  <a:pt x="80080" y="11557"/>
                </a:lnTo>
                <a:lnTo>
                  <a:pt x="79670" y="11761"/>
                </a:lnTo>
                <a:lnTo>
                  <a:pt x="79466" y="11761"/>
                </a:lnTo>
                <a:lnTo>
                  <a:pt x="79568" y="11557"/>
                </a:lnTo>
                <a:lnTo>
                  <a:pt x="79773" y="11455"/>
                </a:lnTo>
                <a:lnTo>
                  <a:pt x="79057" y="11352"/>
                </a:lnTo>
                <a:lnTo>
                  <a:pt x="78955" y="11148"/>
                </a:lnTo>
                <a:lnTo>
                  <a:pt x="78239" y="11045"/>
                </a:lnTo>
                <a:lnTo>
                  <a:pt x="79466" y="10943"/>
                </a:lnTo>
                <a:lnTo>
                  <a:pt x="78648" y="10841"/>
                </a:lnTo>
                <a:lnTo>
                  <a:pt x="80284" y="10739"/>
                </a:lnTo>
                <a:lnTo>
                  <a:pt x="78648" y="10534"/>
                </a:lnTo>
                <a:lnTo>
                  <a:pt x="80080" y="10330"/>
                </a:lnTo>
                <a:lnTo>
                  <a:pt x="79670" y="10023"/>
                </a:lnTo>
                <a:lnTo>
                  <a:pt x="79057" y="10125"/>
                </a:lnTo>
                <a:lnTo>
                  <a:pt x="79364" y="9920"/>
                </a:lnTo>
                <a:lnTo>
                  <a:pt x="78443" y="10023"/>
                </a:lnTo>
                <a:lnTo>
                  <a:pt x="79568" y="9716"/>
                </a:lnTo>
                <a:lnTo>
                  <a:pt x="79466" y="9409"/>
                </a:lnTo>
                <a:lnTo>
                  <a:pt x="78750" y="9409"/>
                </a:lnTo>
                <a:lnTo>
                  <a:pt x="77625" y="10023"/>
                </a:lnTo>
                <a:lnTo>
                  <a:pt x="77420" y="9716"/>
                </a:lnTo>
                <a:lnTo>
                  <a:pt x="78545" y="9205"/>
                </a:lnTo>
                <a:lnTo>
                  <a:pt x="77216" y="9409"/>
                </a:lnTo>
                <a:lnTo>
                  <a:pt x="77216" y="9409"/>
                </a:lnTo>
                <a:lnTo>
                  <a:pt x="78341" y="8898"/>
                </a:lnTo>
                <a:lnTo>
                  <a:pt x="76500" y="8898"/>
                </a:lnTo>
                <a:lnTo>
                  <a:pt x="77011" y="8591"/>
                </a:lnTo>
                <a:lnTo>
                  <a:pt x="75886" y="9000"/>
                </a:lnTo>
                <a:lnTo>
                  <a:pt x="76398" y="8693"/>
                </a:lnTo>
                <a:lnTo>
                  <a:pt x="76091" y="8693"/>
                </a:lnTo>
                <a:lnTo>
                  <a:pt x="76807" y="8386"/>
                </a:lnTo>
                <a:lnTo>
                  <a:pt x="76807" y="8386"/>
                </a:lnTo>
                <a:lnTo>
                  <a:pt x="75580" y="8591"/>
                </a:lnTo>
                <a:lnTo>
                  <a:pt x="75580" y="8591"/>
                </a:lnTo>
                <a:lnTo>
                  <a:pt x="76500" y="8182"/>
                </a:lnTo>
                <a:lnTo>
                  <a:pt x="74761" y="7875"/>
                </a:lnTo>
                <a:lnTo>
                  <a:pt x="74761" y="7875"/>
                </a:lnTo>
                <a:lnTo>
                  <a:pt x="74864" y="8182"/>
                </a:lnTo>
                <a:lnTo>
                  <a:pt x="74045" y="8489"/>
                </a:lnTo>
                <a:lnTo>
                  <a:pt x="73739" y="8080"/>
                </a:lnTo>
                <a:lnTo>
                  <a:pt x="72511" y="8489"/>
                </a:lnTo>
                <a:lnTo>
                  <a:pt x="72818" y="8284"/>
                </a:lnTo>
                <a:lnTo>
                  <a:pt x="72716" y="8182"/>
                </a:lnTo>
                <a:lnTo>
                  <a:pt x="73125" y="7977"/>
                </a:lnTo>
                <a:lnTo>
                  <a:pt x="72614" y="8182"/>
                </a:lnTo>
                <a:lnTo>
                  <a:pt x="73534" y="7773"/>
                </a:lnTo>
                <a:lnTo>
                  <a:pt x="73227" y="6955"/>
                </a:lnTo>
                <a:close/>
                <a:moveTo>
                  <a:pt x="103500" y="0"/>
                </a:moveTo>
                <a:lnTo>
                  <a:pt x="103807" y="102"/>
                </a:lnTo>
                <a:lnTo>
                  <a:pt x="99205" y="205"/>
                </a:lnTo>
                <a:lnTo>
                  <a:pt x="101864" y="307"/>
                </a:lnTo>
                <a:lnTo>
                  <a:pt x="99614" y="409"/>
                </a:lnTo>
                <a:lnTo>
                  <a:pt x="100125" y="511"/>
                </a:lnTo>
                <a:lnTo>
                  <a:pt x="99818" y="818"/>
                </a:lnTo>
                <a:lnTo>
                  <a:pt x="97057" y="511"/>
                </a:lnTo>
                <a:lnTo>
                  <a:pt x="97057" y="818"/>
                </a:lnTo>
                <a:lnTo>
                  <a:pt x="94705" y="1023"/>
                </a:lnTo>
                <a:lnTo>
                  <a:pt x="94705" y="614"/>
                </a:lnTo>
                <a:lnTo>
                  <a:pt x="91841" y="818"/>
                </a:lnTo>
                <a:lnTo>
                  <a:pt x="92966" y="1227"/>
                </a:lnTo>
                <a:lnTo>
                  <a:pt x="90716" y="920"/>
                </a:lnTo>
                <a:lnTo>
                  <a:pt x="86625" y="1841"/>
                </a:lnTo>
                <a:lnTo>
                  <a:pt x="86932" y="2148"/>
                </a:lnTo>
                <a:lnTo>
                  <a:pt x="87955" y="2045"/>
                </a:lnTo>
                <a:lnTo>
                  <a:pt x="87955" y="2045"/>
                </a:lnTo>
                <a:lnTo>
                  <a:pt x="81818" y="3477"/>
                </a:lnTo>
                <a:lnTo>
                  <a:pt x="83148" y="3682"/>
                </a:lnTo>
                <a:lnTo>
                  <a:pt x="82841" y="3784"/>
                </a:lnTo>
                <a:lnTo>
                  <a:pt x="85091" y="3989"/>
                </a:lnTo>
                <a:lnTo>
                  <a:pt x="82023" y="4295"/>
                </a:lnTo>
                <a:lnTo>
                  <a:pt x="82125" y="4398"/>
                </a:lnTo>
                <a:lnTo>
                  <a:pt x="82125" y="4500"/>
                </a:lnTo>
                <a:lnTo>
                  <a:pt x="83557" y="4602"/>
                </a:lnTo>
                <a:lnTo>
                  <a:pt x="82534" y="4807"/>
                </a:lnTo>
                <a:lnTo>
                  <a:pt x="88568" y="5318"/>
                </a:lnTo>
                <a:lnTo>
                  <a:pt x="88568" y="5625"/>
                </a:lnTo>
                <a:lnTo>
                  <a:pt x="89489" y="6341"/>
                </a:lnTo>
                <a:lnTo>
                  <a:pt x="88670" y="6648"/>
                </a:lnTo>
                <a:lnTo>
                  <a:pt x="89386" y="6750"/>
                </a:lnTo>
                <a:lnTo>
                  <a:pt x="89182" y="7057"/>
                </a:lnTo>
                <a:lnTo>
                  <a:pt x="89386" y="7466"/>
                </a:lnTo>
                <a:lnTo>
                  <a:pt x="89386" y="7568"/>
                </a:lnTo>
                <a:lnTo>
                  <a:pt x="89591" y="7773"/>
                </a:lnTo>
                <a:lnTo>
                  <a:pt x="88977" y="7977"/>
                </a:lnTo>
                <a:lnTo>
                  <a:pt x="89080" y="8080"/>
                </a:lnTo>
                <a:lnTo>
                  <a:pt x="88773" y="8182"/>
                </a:lnTo>
                <a:lnTo>
                  <a:pt x="88773" y="8182"/>
                </a:lnTo>
                <a:lnTo>
                  <a:pt x="89386" y="8080"/>
                </a:lnTo>
                <a:lnTo>
                  <a:pt x="88568" y="8795"/>
                </a:lnTo>
                <a:lnTo>
                  <a:pt x="90102" y="8489"/>
                </a:lnTo>
                <a:lnTo>
                  <a:pt x="90102" y="8591"/>
                </a:lnTo>
                <a:lnTo>
                  <a:pt x="90205" y="8591"/>
                </a:lnTo>
                <a:lnTo>
                  <a:pt x="90205" y="8693"/>
                </a:lnTo>
                <a:lnTo>
                  <a:pt x="91023" y="8693"/>
                </a:lnTo>
                <a:lnTo>
                  <a:pt x="90000" y="9102"/>
                </a:lnTo>
                <a:lnTo>
                  <a:pt x="91227" y="9205"/>
                </a:lnTo>
                <a:lnTo>
                  <a:pt x="90716" y="9205"/>
                </a:lnTo>
                <a:lnTo>
                  <a:pt x="91023" y="9409"/>
                </a:lnTo>
                <a:lnTo>
                  <a:pt x="91227" y="9716"/>
                </a:lnTo>
                <a:lnTo>
                  <a:pt x="88875" y="9614"/>
                </a:lnTo>
                <a:lnTo>
                  <a:pt x="91330" y="10125"/>
                </a:lnTo>
                <a:lnTo>
                  <a:pt x="90511" y="10739"/>
                </a:lnTo>
                <a:lnTo>
                  <a:pt x="91023" y="10739"/>
                </a:lnTo>
                <a:lnTo>
                  <a:pt x="90511" y="10841"/>
                </a:lnTo>
                <a:lnTo>
                  <a:pt x="90205" y="11148"/>
                </a:lnTo>
                <a:lnTo>
                  <a:pt x="90511" y="11148"/>
                </a:lnTo>
                <a:lnTo>
                  <a:pt x="88568" y="11557"/>
                </a:lnTo>
                <a:lnTo>
                  <a:pt x="90102" y="11455"/>
                </a:lnTo>
                <a:lnTo>
                  <a:pt x="88057" y="12170"/>
                </a:lnTo>
                <a:lnTo>
                  <a:pt x="90102" y="11966"/>
                </a:lnTo>
                <a:lnTo>
                  <a:pt x="89898" y="12068"/>
                </a:lnTo>
                <a:lnTo>
                  <a:pt x="90205" y="12273"/>
                </a:lnTo>
                <a:lnTo>
                  <a:pt x="88261" y="12273"/>
                </a:lnTo>
                <a:lnTo>
                  <a:pt x="87955" y="12784"/>
                </a:lnTo>
                <a:lnTo>
                  <a:pt x="88773" y="12784"/>
                </a:lnTo>
                <a:lnTo>
                  <a:pt x="87648" y="13500"/>
                </a:lnTo>
                <a:lnTo>
                  <a:pt x="89489" y="12784"/>
                </a:lnTo>
                <a:lnTo>
                  <a:pt x="89489" y="12784"/>
                </a:lnTo>
                <a:lnTo>
                  <a:pt x="87750" y="13602"/>
                </a:lnTo>
                <a:lnTo>
                  <a:pt x="87852" y="13602"/>
                </a:lnTo>
                <a:lnTo>
                  <a:pt x="87750" y="14011"/>
                </a:lnTo>
                <a:lnTo>
                  <a:pt x="89182" y="13807"/>
                </a:lnTo>
                <a:lnTo>
                  <a:pt x="88261" y="14114"/>
                </a:lnTo>
                <a:lnTo>
                  <a:pt x="88057" y="15239"/>
                </a:lnTo>
                <a:lnTo>
                  <a:pt x="88773" y="14727"/>
                </a:lnTo>
                <a:lnTo>
                  <a:pt x="89080" y="14318"/>
                </a:lnTo>
                <a:lnTo>
                  <a:pt x="89489" y="15034"/>
                </a:lnTo>
                <a:lnTo>
                  <a:pt x="88466" y="15034"/>
                </a:lnTo>
                <a:lnTo>
                  <a:pt x="88364" y="15341"/>
                </a:lnTo>
                <a:lnTo>
                  <a:pt x="89080" y="15136"/>
                </a:lnTo>
                <a:lnTo>
                  <a:pt x="88977" y="15239"/>
                </a:lnTo>
                <a:lnTo>
                  <a:pt x="89182" y="15239"/>
                </a:lnTo>
                <a:lnTo>
                  <a:pt x="88261" y="15443"/>
                </a:lnTo>
                <a:lnTo>
                  <a:pt x="88568" y="16466"/>
                </a:lnTo>
                <a:lnTo>
                  <a:pt x="89080" y="16261"/>
                </a:lnTo>
                <a:lnTo>
                  <a:pt x="88568" y="16773"/>
                </a:lnTo>
                <a:lnTo>
                  <a:pt x="89386" y="17182"/>
                </a:lnTo>
                <a:lnTo>
                  <a:pt x="88977" y="17591"/>
                </a:lnTo>
                <a:lnTo>
                  <a:pt x="89386" y="18205"/>
                </a:lnTo>
                <a:lnTo>
                  <a:pt x="89795" y="18205"/>
                </a:lnTo>
                <a:lnTo>
                  <a:pt x="89386" y="18409"/>
                </a:lnTo>
                <a:lnTo>
                  <a:pt x="89795" y="18409"/>
                </a:lnTo>
                <a:lnTo>
                  <a:pt x="89795" y="18307"/>
                </a:lnTo>
                <a:lnTo>
                  <a:pt x="91227" y="18000"/>
                </a:lnTo>
                <a:lnTo>
                  <a:pt x="91023" y="18614"/>
                </a:lnTo>
                <a:lnTo>
                  <a:pt x="91943" y="18511"/>
                </a:lnTo>
                <a:lnTo>
                  <a:pt x="91943" y="18511"/>
                </a:lnTo>
                <a:lnTo>
                  <a:pt x="91330" y="18920"/>
                </a:lnTo>
                <a:lnTo>
                  <a:pt x="91330" y="18920"/>
                </a:lnTo>
                <a:lnTo>
                  <a:pt x="92148" y="18818"/>
                </a:lnTo>
                <a:lnTo>
                  <a:pt x="92148" y="19227"/>
                </a:lnTo>
                <a:lnTo>
                  <a:pt x="92455" y="19227"/>
                </a:lnTo>
                <a:lnTo>
                  <a:pt x="92250" y="19125"/>
                </a:lnTo>
                <a:lnTo>
                  <a:pt x="92966" y="18920"/>
                </a:lnTo>
                <a:lnTo>
                  <a:pt x="92455" y="18614"/>
                </a:lnTo>
                <a:lnTo>
                  <a:pt x="93375" y="18409"/>
                </a:lnTo>
                <a:lnTo>
                  <a:pt x="93989" y="17591"/>
                </a:lnTo>
                <a:lnTo>
                  <a:pt x="93784" y="17489"/>
                </a:lnTo>
                <a:lnTo>
                  <a:pt x="94091" y="17386"/>
                </a:lnTo>
                <a:lnTo>
                  <a:pt x="94295" y="16670"/>
                </a:lnTo>
                <a:lnTo>
                  <a:pt x="93784" y="16568"/>
                </a:lnTo>
                <a:lnTo>
                  <a:pt x="94807" y="16364"/>
                </a:lnTo>
                <a:lnTo>
                  <a:pt x="94500" y="16159"/>
                </a:lnTo>
                <a:lnTo>
                  <a:pt x="95830" y="15648"/>
                </a:lnTo>
                <a:lnTo>
                  <a:pt x="95830" y="15239"/>
                </a:lnTo>
                <a:lnTo>
                  <a:pt x="95216" y="15136"/>
                </a:lnTo>
                <a:lnTo>
                  <a:pt x="96136" y="15034"/>
                </a:lnTo>
                <a:lnTo>
                  <a:pt x="95830" y="14625"/>
                </a:lnTo>
                <a:lnTo>
                  <a:pt x="96955" y="14216"/>
                </a:lnTo>
                <a:lnTo>
                  <a:pt x="96545" y="14011"/>
                </a:lnTo>
                <a:lnTo>
                  <a:pt x="98489" y="13398"/>
                </a:lnTo>
                <a:lnTo>
                  <a:pt x="98182" y="13295"/>
                </a:lnTo>
                <a:lnTo>
                  <a:pt x="98795" y="13295"/>
                </a:lnTo>
                <a:lnTo>
                  <a:pt x="98386" y="13909"/>
                </a:lnTo>
                <a:lnTo>
                  <a:pt x="99205" y="13602"/>
                </a:lnTo>
                <a:lnTo>
                  <a:pt x="99307" y="13705"/>
                </a:lnTo>
                <a:lnTo>
                  <a:pt x="102580" y="11659"/>
                </a:lnTo>
                <a:lnTo>
                  <a:pt x="102682" y="11455"/>
                </a:lnTo>
                <a:lnTo>
                  <a:pt x="109125" y="10227"/>
                </a:lnTo>
                <a:lnTo>
                  <a:pt x="109023" y="10227"/>
                </a:lnTo>
                <a:lnTo>
                  <a:pt x="109636" y="10023"/>
                </a:lnTo>
                <a:lnTo>
                  <a:pt x="106159" y="10023"/>
                </a:lnTo>
                <a:lnTo>
                  <a:pt x="106977" y="9716"/>
                </a:lnTo>
                <a:lnTo>
                  <a:pt x="105239" y="9716"/>
                </a:lnTo>
                <a:lnTo>
                  <a:pt x="105852" y="9205"/>
                </a:lnTo>
                <a:lnTo>
                  <a:pt x="107386" y="9205"/>
                </a:lnTo>
                <a:lnTo>
                  <a:pt x="106773" y="8693"/>
                </a:lnTo>
                <a:lnTo>
                  <a:pt x="108409" y="9102"/>
                </a:lnTo>
                <a:lnTo>
                  <a:pt x="109023" y="9716"/>
                </a:lnTo>
                <a:lnTo>
                  <a:pt x="109636" y="9307"/>
                </a:lnTo>
                <a:lnTo>
                  <a:pt x="109636" y="9716"/>
                </a:lnTo>
                <a:lnTo>
                  <a:pt x="110148" y="9307"/>
                </a:lnTo>
                <a:lnTo>
                  <a:pt x="110148" y="8795"/>
                </a:lnTo>
                <a:lnTo>
                  <a:pt x="109739" y="9000"/>
                </a:lnTo>
                <a:lnTo>
                  <a:pt x="110148" y="8591"/>
                </a:lnTo>
                <a:lnTo>
                  <a:pt x="108205" y="8080"/>
                </a:lnTo>
                <a:lnTo>
                  <a:pt x="108511" y="7977"/>
                </a:lnTo>
                <a:lnTo>
                  <a:pt x="108307" y="7670"/>
                </a:lnTo>
                <a:lnTo>
                  <a:pt x="107284" y="7773"/>
                </a:lnTo>
                <a:lnTo>
                  <a:pt x="107284" y="7773"/>
                </a:lnTo>
                <a:lnTo>
                  <a:pt x="108211" y="7587"/>
                </a:lnTo>
                <a:lnTo>
                  <a:pt x="108211" y="7587"/>
                </a:lnTo>
                <a:lnTo>
                  <a:pt x="106875" y="7466"/>
                </a:lnTo>
                <a:lnTo>
                  <a:pt x="107489" y="7364"/>
                </a:lnTo>
                <a:lnTo>
                  <a:pt x="107080" y="7159"/>
                </a:lnTo>
                <a:lnTo>
                  <a:pt x="108716" y="7159"/>
                </a:lnTo>
                <a:lnTo>
                  <a:pt x="108307" y="6852"/>
                </a:lnTo>
                <a:lnTo>
                  <a:pt x="111375" y="7159"/>
                </a:lnTo>
                <a:lnTo>
                  <a:pt x="111068" y="6750"/>
                </a:lnTo>
                <a:lnTo>
                  <a:pt x="110352" y="6750"/>
                </a:lnTo>
                <a:lnTo>
                  <a:pt x="110352" y="6545"/>
                </a:lnTo>
                <a:lnTo>
                  <a:pt x="110659" y="6239"/>
                </a:lnTo>
                <a:lnTo>
                  <a:pt x="110557" y="6545"/>
                </a:lnTo>
                <a:lnTo>
                  <a:pt x="112295" y="6443"/>
                </a:lnTo>
                <a:lnTo>
                  <a:pt x="111989" y="6034"/>
                </a:lnTo>
                <a:lnTo>
                  <a:pt x="111273" y="6239"/>
                </a:lnTo>
                <a:lnTo>
                  <a:pt x="111273" y="5830"/>
                </a:lnTo>
                <a:lnTo>
                  <a:pt x="110557" y="5830"/>
                </a:lnTo>
                <a:lnTo>
                  <a:pt x="111784" y="5727"/>
                </a:lnTo>
                <a:lnTo>
                  <a:pt x="112091" y="5830"/>
                </a:lnTo>
                <a:lnTo>
                  <a:pt x="112193" y="5011"/>
                </a:lnTo>
                <a:lnTo>
                  <a:pt x="111375" y="4909"/>
                </a:lnTo>
                <a:lnTo>
                  <a:pt x="111068" y="4705"/>
                </a:lnTo>
                <a:lnTo>
                  <a:pt x="110659" y="4602"/>
                </a:lnTo>
                <a:lnTo>
                  <a:pt x="113011" y="4500"/>
                </a:lnTo>
                <a:lnTo>
                  <a:pt x="113216" y="4091"/>
                </a:lnTo>
                <a:lnTo>
                  <a:pt x="111989" y="3886"/>
                </a:lnTo>
                <a:lnTo>
                  <a:pt x="112807" y="3886"/>
                </a:lnTo>
                <a:lnTo>
                  <a:pt x="111580" y="3784"/>
                </a:lnTo>
                <a:lnTo>
                  <a:pt x="112091" y="3170"/>
                </a:lnTo>
                <a:lnTo>
                  <a:pt x="111989" y="3068"/>
                </a:lnTo>
                <a:lnTo>
                  <a:pt x="113114" y="2557"/>
                </a:lnTo>
                <a:lnTo>
                  <a:pt x="112909" y="2352"/>
                </a:lnTo>
                <a:lnTo>
                  <a:pt x="113216" y="1943"/>
                </a:lnTo>
                <a:lnTo>
                  <a:pt x="115261" y="1841"/>
                </a:lnTo>
                <a:lnTo>
                  <a:pt x="114750" y="1739"/>
                </a:lnTo>
                <a:lnTo>
                  <a:pt x="116284" y="1534"/>
                </a:lnTo>
                <a:lnTo>
                  <a:pt x="116080" y="1432"/>
                </a:lnTo>
                <a:lnTo>
                  <a:pt x="117818" y="1125"/>
                </a:lnTo>
                <a:lnTo>
                  <a:pt x="111273" y="1636"/>
                </a:lnTo>
                <a:lnTo>
                  <a:pt x="111273" y="1636"/>
                </a:lnTo>
                <a:lnTo>
                  <a:pt x="112398" y="1125"/>
                </a:lnTo>
                <a:lnTo>
                  <a:pt x="107898" y="818"/>
                </a:lnTo>
                <a:lnTo>
                  <a:pt x="112500" y="409"/>
                </a:lnTo>
                <a:lnTo>
                  <a:pt x="106977" y="205"/>
                </a:lnTo>
                <a:lnTo>
                  <a:pt x="110352" y="0"/>
                </a:lnTo>
                <a:close/>
                <a:moveTo>
                  <a:pt x="5114" y="22807"/>
                </a:moveTo>
                <a:lnTo>
                  <a:pt x="5069" y="22823"/>
                </a:lnTo>
                <a:lnTo>
                  <a:pt x="5069" y="22823"/>
                </a:lnTo>
                <a:lnTo>
                  <a:pt x="5011" y="22909"/>
                </a:lnTo>
                <a:lnTo>
                  <a:pt x="5114" y="22807"/>
                </a:lnTo>
                <a:close/>
                <a:moveTo>
                  <a:pt x="133057" y="23011"/>
                </a:moveTo>
                <a:lnTo>
                  <a:pt x="132955" y="23216"/>
                </a:lnTo>
                <a:lnTo>
                  <a:pt x="132443" y="23216"/>
                </a:lnTo>
                <a:lnTo>
                  <a:pt x="132955" y="23727"/>
                </a:lnTo>
                <a:lnTo>
                  <a:pt x="133261" y="23727"/>
                </a:lnTo>
                <a:lnTo>
                  <a:pt x="133568" y="23216"/>
                </a:lnTo>
                <a:lnTo>
                  <a:pt x="133057" y="23011"/>
                </a:lnTo>
                <a:close/>
                <a:moveTo>
                  <a:pt x="1125" y="23625"/>
                </a:moveTo>
                <a:lnTo>
                  <a:pt x="102" y="24034"/>
                </a:lnTo>
                <a:lnTo>
                  <a:pt x="1120" y="23634"/>
                </a:lnTo>
                <a:lnTo>
                  <a:pt x="1120" y="23634"/>
                </a:lnTo>
                <a:lnTo>
                  <a:pt x="1125" y="23625"/>
                </a:lnTo>
                <a:close/>
                <a:moveTo>
                  <a:pt x="102" y="24034"/>
                </a:moveTo>
                <a:lnTo>
                  <a:pt x="102" y="24034"/>
                </a:lnTo>
                <a:lnTo>
                  <a:pt x="102" y="24034"/>
                </a:lnTo>
                <a:close/>
                <a:moveTo>
                  <a:pt x="138170" y="24136"/>
                </a:moveTo>
                <a:lnTo>
                  <a:pt x="138375" y="24239"/>
                </a:lnTo>
                <a:lnTo>
                  <a:pt x="138477" y="24239"/>
                </a:lnTo>
                <a:lnTo>
                  <a:pt x="138170" y="24136"/>
                </a:lnTo>
                <a:close/>
                <a:moveTo>
                  <a:pt x="118534" y="23523"/>
                </a:moveTo>
                <a:lnTo>
                  <a:pt x="118636" y="23625"/>
                </a:lnTo>
                <a:lnTo>
                  <a:pt x="118330" y="23932"/>
                </a:lnTo>
                <a:lnTo>
                  <a:pt x="118330" y="23727"/>
                </a:lnTo>
                <a:lnTo>
                  <a:pt x="117818" y="23830"/>
                </a:lnTo>
                <a:lnTo>
                  <a:pt x="117511" y="24239"/>
                </a:lnTo>
                <a:lnTo>
                  <a:pt x="117920" y="24239"/>
                </a:lnTo>
                <a:lnTo>
                  <a:pt x="117614" y="24648"/>
                </a:lnTo>
                <a:lnTo>
                  <a:pt x="116489" y="24750"/>
                </a:lnTo>
                <a:lnTo>
                  <a:pt x="116591" y="24852"/>
                </a:lnTo>
                <a:lnTo>
                  <a:pt x="116591" y="25057"/>
                </a:lnTo>
                <a:lnTo>
                  <a:pt x="116795" y="24955"/>
                </a:lnTo>
                <a:lnTo>
                  <a:pt x="116693" y="25261"/>
                </a:lnTo>
                <a:lnTo>
                  <a:pt x="116386" y="25364"/>
                </a:lnTo>
                <a:lnTo>
                  <a:pt x="116386" y="25466"/>
                </a:lnTo>
                <a:lnTo>
                  <a:pt x="116591" y="25466"/>
                </a:lnTo>
                <a:lnTo>
                  <a:pt x="116591" y="25568"/>
                </a:lnTo>
                <a:lnTo>
                  <a:pt x="117307" y="25670"/>
                </a:lnTo>
                <a:lnTo>
                  <a:pt x="116489" y="26284"/>
                </a:lnTo>
                <a:lnTo>
                  <a:pt x="116489" y="26284"/>
                </a:lnTo>
                <a:lnTo>
                  <a:pt x="117409" y="26182"/>
                </a:lnTo>
                <a:lnTo>
                  <a:pt x="116489" y="26489"/>
                </a:lnTo>
                <a:lnTo>
                  <a:pt x="116591" y="26591"/>
                </a:lnTo>
                <a:lnTo>
                  <a:pt x="116080" y="26693"/>
                </a:lnTo>
                <a:lnTo>
                  <a:pt x="116489" y="26693"/>
                </a:lnTo>
                <a:lnTo>
                  <a:pt x="116080" y="27000"/>
                </a:lnTo>
                <a:lnTo>
                  <a:pt x="116693" y="27000"/>
                </a:lnTo>
                <a:lnTo>
                  <a:pt x="116284" y="27205"/>
                </a:lnTo>
                <a:lnTo>
                  <a:pt x="116284" y="27205"/>
                </a:lnTo>
                <a:lnTo>
                  <a:pt x="116693" y="27102"/>
                </a:lnTo>
                <a:lnTo>
                  <a:pt x="116489" y="27307"/>
                </a:lnTo>
                <a:lnTo>
                  <a:pt x="119250" y="26591"/>
                </a:lnTo>
                <a:lnTo>
                  <a:pt x="119148" y="26489"/>
                </a:lnTo>
                <a:lnTo>
                  <a:pt x="119455" y="24852"/>
                </a:lnTo>
                <a:lnTo>
                  <a:pt x="119352" y="24750"/>
                </a:lnTo>
                <a:lnTo>
                  <a:pt x="119966" y="24545"/>
                </a:lnTo>
                <a:lnTo>
                  <a:pt x="119864" y="24341"/>
                </a:lnTo>
                <a:lnTo>
                  <a:pt x="119659" y="24239"/>
                </a:lnTo>
                <a:lnTo>
                  <a:pt x="119455" y="23727"/>
                </a:lnTo>
                <a:lnTo>
                  <a:pt x="118636" y="23830"/>
                </a:lnTo>
                <a:lnTo>
                  <a:pt x="118841" y="23625"/>
                </a:lnTo>
                <a:lnTo>
                  <a:pt x="118534" y="23523"/>
                </a:lnTo>
                <a:close/>
                <a:moveTo>
                  <a:pt x="121398" y="20455"/>
                </a:moveTo>
                <a:lnTo>
                  <a:pt x="120477" y="20761"/>
                </a:lnTo>
                <a:lnTo>
                  <a:pt x="119966" y="21682"/>
                </a:lnTo>
                <a:lnTo>
                  <a:pt x="119761" y="22091"/>
                </a:lnTo>
                <a:lnTo>
                  <a:pt x="119864" y="22091"/>
                </a:lnTo>
                <a:lnTo>
                  <a:pt x="119557" y="22295"/>
                </a:lnTo>
                <a:lnTo>
                  <a:pt x="120273" y="22193"/>
                </a:lnTo>
                <a:lnTo>
                  <a:pt x="119966" y="23523"/>
                </a:lnTo>
                <a:lnTo>
                  <a:pt x="120170" y="23011"/>
                </a:lnTo>
                <a:lnTo>
                  <a:pt x="120580" y="22807"/>
                </a:lnTo>
                <a:lnTo>
                  <a:pt x="120682" y="23011"/>
                </a:lnTo>
                <a:lnTo>
                  <a:pt x="120375" y="24239"/>
                </a:lnTo>
                <a:lnTo>
                  <a:pt x="121807" y="23932"/>
                </a:lnTo>
                <a:lnTo>
                  <a:pt x="122011" y="25568"/>
                </a:lnTo>
                <a:lnTo>
                  <a:pt x="120580" y="26080"/>
                </a:lnTo>
                <a:lnTo>
                  <a:pt x="120580" y="26080"/>
                </a:lnTo>
                <a:lnTo>
                  <a:pt x="120989" y="25977"/>
                </a:lnTo>
                <a:lnTo>
                  <a:pt x="121091" y="26284"/>
                </a:lnTo>
                <a:lnTo>
                  <a:pt x="120068" y="27000"/>
                </a:lnTo>
                <a:lnTo>
                  <a:pt x="120989" y="27205"/>
                </a:lnTo>
                <a:lnTo>
                  <a:pt x="120886" y="27307"/>
                </a:lnTo>
                <a:lnTo>
                  <a:pt x="121602" y="27409"/>
                </a:lnTo>
                <a:lnTo>
                  <a:pt x="122216" y="27102"/>
                </a:lnTo>
                <a:lnTo>
                  <a:pt x="121602" y="27614"/>
                </a:lnTo>
                <a:lnTo>
                  <a:pt x="120989" y="27614"/>
                </a:lnTo>
                <a:lnTo>
                  <a:pt x="119761" y="28739"/>
                </a:lnTo>
                <a:lnTo>
                  <a:pt x="120068" y="28841"/>
                </a:lnTo>
                <a:lnTo>
                  <a:pt x="120375" y="28534"/>
                </a:lnTo>
                <a:lnTo>
                  <a:pt x="121091" y="28534"/>
                </a:lnTo>
                <a:lnTo>
                  <a:pt x="121807" y="28125"/>
                </a:lnTo>
                <a:lnTo>
                  <a:pt x="122625" y="28227"/>
                </a:lnTo>
                <a:lnTo>
                  <a:pt x="122523" y="28125"/>
                </a:lnTo>
                <a:lnTo>
                  <a:pt x="123136" y="28023"/>
                </a:lnTo>
                <a:lnTo>
                  <a:pt x="123034" y="27920"/>
                </a:lnTo>
                <a:lnTo>
                  <a:pt x="124773" y="27920"/>
                </a:lnTo>
                <a:lnTo>
                  <a:pt x="125182" y="27409"/>
                </a:lnTo>
                <a:lnTo>
                  <a:pt x="124466" y="27409"/>
                </a:lnTo>
                <a:lnTo>
                  <a:pt x="125080" y="26898"/>
                </a:lnTo>
                <a:lnTo>
                  <a:pt x="125284" y="25977"/>
                </a:lnTo>
                <a:lnTo>
                  <a:pt x="124159" y="25977"/>
                </a:lnTo>
                <a:lnTo>
                  <a:pt x="123648" y="25159"/>
                </a:lnTo>
                <a:lnTo>
                  <a:pt x="124261" y="25261"/>
                </a:lnTo>
                <a:lnTo>
                  <a:pt x="124261" y="25261"/>
                </a:lnTo>
                <a:lnTo>
                  <a:pt x="124057" y="24750"/>
                </a:lnTo>
                <a:lnTo>
                  <a:pt x="123239" y="24239"/>
                </a:lnTo>
                <a:lnTo>
                  <a:pt x="122932" y="23420"/>
                </a:lnTo>
                <a:lnTo>
                  <a:pt x="121295" y="22807"/>
                </a:lnTo>
                <a:lnTo>
                  <a:pt x="122011" y="22705"/>
                </a:lnTo>
                <a:lnTo>
                  <a:pt x="121705" y="22602"/>
                </a:lnTo>
                <a:lnTo>
                  <a:pt x="122318" y="22295"/>
                </a:lnTo>
                <a:lnTo>
                  <a:pt x="122830" y="21580"/>
                </a:lnTo>
                <a:lnTo>
                  <a:pt x="121091" y="21375"/>
                </a:lnTo>
                <a:lnTo>
                  <a:pt x="121295" y="21170"/>
                </a:lnTo>
                <a:lnTo>
                  <a:pt x="121193" y="21170"/>
                </a:lnTo>
                <a:lnTo>
                  <a:pt x="121807" y="20659"/>
                </a:lnTo>
                <a:lnTo>
                  <a:pt x="121398" y="20455"/>
                </a:lnTo>
                <a:close/>
                <a:moveTo>
                  <a:pt x="23830" y="27920"/>
                </a:moveTo>
                <a:lnTo>
                  <a:pt x="23523" y="28330"/>
                </a:lnTo>
                <a:lnTo>
                  <a:pt x="24034" y="28227"/>
                </a:lnTo>
                <a:lnTo>
                  <a:pt x="23932" y="28432"/>
                </a:lnTo>
                <a:lnTo>
                  <a:pt x="23523" y="28534"/>
                </a:lnTo>
                <a:lnTo>
                  <a:pt x="23625" y="28534"/>
                </a:lnTo>
                <a:lnTo>
                  <a:pt x="23420" y="28739"/>
                </a:lnTo>
                <a:lnTo>
                  <a:pt x="23830" y="28739"/>
                </a:lnTo>
                <a:lnTo>
                  <a:pt x="23932" y="28636"/>
                </a:lnTo>
                <a:lnTo>
                  <a:pt x="24034" y="28943"/>
                </a:lnTo>
                <a:lnTo>
                  <a:pt x="24443" y="29148"/>
                </a:lnTo>
                <a:lnTo>
                  <a:pt x="24034" y="29455"/>
                </a:lnTo>
                <a:lnTo>
                  <a:pt x="24443" y="29455"/>
                </a:lnTo>
                <a:lnTo>
                  <a:pt x="24341" y="29557"/>
                </a:lnTo>
                <a:lnTo>
                  <a:pt x="24545" y="29659"/>
                </a:lnTo>
                <a:lnTo>
                  <a:pt x="24341" y="29761"/>
                </a:lnTo>
                <a:lnTo>
                  <a:pt x="25261" y="29557"/>
                </a:lnTo>
                <a:lnTo>
                  <a:pt x="25057" y="30273"/>
                </a:lnTo>
                <a:lnTo>
                  <a:pt x="25057" y="30273"/>
                </a:lnTo>
                <a:lnTo>
                  <a:pt x="25875" y="30170"/>
                </a:lnTo>
                <a:lnTo>
                  <a:pt x="25466" y="28534"/>
                </a:lnTo>
                <a:lnTo>
                  <a:pt x="23830" y="27920"/>
                </a:lnTo>
                <a:close/>
                <a:moveTo>
                  <a:pt x="25875" y="30170"/>
                </a:moveTo>
                <a:lnTo>
                  <a:pt x="25875" y="30273"/>
                </a:lnTo>
                <a:lnTo>
                  <a:pt x="25977" y="30170"/>
                </a:lnTo>
                <a:close/>
                <a:moveTo>
                  <a:pt x="72102" y="30989"/>
                </a:moveTo>
                <a:lnTo>
                  <a:pt x="72146" y="31003"/>
                </a:lnTo>
                <a:lnTo>
                  <a:pt x="72146" y="31003"/>
                </a:lnTo>
                <a:lnTo>
                  <a:pt x="72205" y="30989"/>
                </a:lnTo>
                <a:close/>
                <a:moveTo>
                  <a:pt x="25568" y="31398"/>
                </a:moveTo>
                <a:lnTo>
                  <a:pt x="25364" y="31500"/>
                </a:lnTo>
                <a:lnTo>
                  <a:pt x="25364" y="31500"/>
                </a:lnTo>
                <a:lnTo>
                  <a:pt x="25466" y="31398"/>
                </a:lnTo>
                <a:close/>
                <a:moveTo>
                  <a:pt x="80386" y="31500"/>
                </a:moveTo>
                <a:lnTo>
                  <a:pt x="80386" y="31500"/>
                </a:lnTo>
                <a:lnTo>
                  <a:pt x="80386" y="31500"/>
                </a:lnTo>
                <a:close/>
                <a:moveTo>
                  <a:pt x="80693" y="27307"/>
                </a:moveTo>
                <a:lnTo>
                  <a:pt x="80182" y="27409"/>
                </a:lnTo>
                <a:lnTo>
                  <a:pt x="78136" y="29864"/>
                </a:lnTo>
                <a:lnTo>
                  <a:pt x="77625" y="29966"/>
                </a:lnTo>
                <a:lnTo>
                  <a:pt x="77318" y="30170"/>
                </a:lnTo>
                <a:lnTo>
                  <a:pt x="77420" y="30068"/>
                </a:lnTo>
                <a:lnTo>
                  <a:pt x="77011" y="30273"/>
                </a:lnTo>
                <a:lnTo>
                  <a:pt x="77727" y="30273"/>
                </a:lnTo>
                <a:lnTo>
                  <a:pt x="76705" y="30989"/>
                </a:lnTo>
                <a:lnTo>
                  <a:pt x="79466" y="30989"/>
                </a:lnTo>
                <a:lnTo>
                  <a:pt x="79159" y="31295"/>
                </a:lnTo>
                <a:lnTo>
                  <a:pt x="80284" y="31193"/>
                </a:lnTo>
                <a:lnTo>
                  <a:pt x="79261" y="32011"/>
                </a:lnTo>
                <a:lnTo>
                  <a:pt x="80489" y="31295"/>
                </a:lnTo>
                <a:lnTo>
                  <a:pt x="80386" y="31500"/>
                </a:lnTo>
                <a:lnTo>
                  <a:pt x="80795" y="30989"/>
                </a:lnTo>
                <a:lnTo>
                  <a:pt x="81000" y="31398"/>
                </a:lnTo>
                <a:lnTo>
                  <a:pt x="80591" y="32011"/>
                </a:lnTo>
                <a:lnTo>
                  <a:pt x="81102" y="31705"/>
                </a:lnTo>
                <a:lnTo>
                  <a:pt x="81000" y="32216"/>
                </a:lnTo>
                <a:lnTo>
                  <a:pt x="81000" y="32216"/>
                </a:lnTo>
                <a:lnTo>
                  <a:pt x="81409" y="32114"/>
                </a:lnTo>
                <a:lnTo>
                  <a:pt x="81920" y="31091"/>
                </a:lnTo>
                <a:lnTo>
                  <a:pt x="81511" y="31398"/>
                </a:lnTo>
                <a:lnTo>
                  <a:pt x="81920" y="30682"/>
                </a:lnTo>
                <a:lnTo>
                  <a:pt x="81205" y="31193"/>
                </a:lnTo>
                <a:lnTo>
                  <a:pt x="81205" y="31193"/>
                </a:lnTo>
                <a:lnTo>
                  <a:pt x="81307" y="30784"/>
                </a:lnTo>
                <a:lnTo>
                  <a:pt x="81102" y="30784"/>
                </a:lnTo>
                <a:lnTo>
                  <a:pt x="81920" y="30170"/>
                </a:lnTo>
                <a:lnTo>
                  <a:pt x="81920" y="30170"/>
                </a:lnTo>
                <a:lnTo>
                  <a:pt x="81000" y="30477"/>
                </a:lnTo>
                <a:lnTo>
                  <a:pt x="81409" y="30170"/>
                </a:lnTo>
                <a:lnTo>
                  <a:pt x="81205" y="30068"/>
                </a:lnTo>
                <a:lnTo>
                  <a:pt x="81307" y="29966"/>
                </a:lnTo>
                <a:lnTo>
                  <a:pt x="81102" y="30068"/>
                </a:lnTo>
                <a:lnTo>
                  <a:pt x="81716" y="29557"/>
                </a:lnTo>
                <a:lnTo>
                  <a:pt x="81000" y="29455"/>
                </a:lnTo>
                <a:lnTo>
                  <a:pt x="81102" y="29250"/>
                </a:lnTo>
                <a:lnTo>
                  <a:pt x="80284" y="29761"/>
                </a:lnTo>
                <a:lnTo>
                  <a:pt x="80489" y="29250"/>
                </a:lnTo>
                <a:lnTo>
                  <a:pt x="80489" y="29250"/>
                </a:lnTo>
                <a:lnTo>
                  <a:pt x="80284" y="29455"/>
                </a:lnTo>
                <a:lnTo>
                  <a:pt x="80386" y="29352"/>
                </a:lnTo>
                <a:lnTo>
                  <a:pt x="79773" y="29352"/>
                </a:lnTo>
                <a:lnTo>
                  <a:pt x="79977" y="29148"/>
                </a:lnTo>
                <a:lnTo>
                  <a:pt x="79773" y="29250"/>
                </a:lnTo>
                <a:lnTo>
                  <a:pt x="80386" y="28841"/>
                </a:lnTo>
                <a:lnTo>
                  <a:pt x="79261" y="29250"/>
                </a:lnTo>
                <a:lnTo>
                  <a:pt x="80489" y="27716"/>
                </a:lnTo>
                <a:lnTo>
                  <a:pt x="80591" y="27511"/>
                </a:lnTo>
                <a:lnTo>
                  <a:pt x="80898" y="27307"/>
                </a:lnTo>
                <a:close/>
                <a:moveTo>
                  <a:pt x="239523" y="32216"/>
                </a:moveTo>
                <a:lnTo>
                  <a:pt x="240239" y="32830"/>
                </a:lnTo>
                <a:lnTo>
                  <a:pt x="239727" y="32318"/>
                </a:lnTo>
                <a:lnTo>
                  <a:pt x="239523" y="32216"/>
                </a:lnTo>
                <a:close/>
                <a:moveTo>
                  <a:pt x="232875" y="24443"/>
                </a:moveTo>
                <a:lnTo>
                  <a:pt x="232773" y="24648"/>
                </a:lnTo>
                <a:lnTo>
                  <a:pt x="233591" y="25159"/>
                </a:lnTo>
                <a:lnTo>
                  <a:pt x="233489" y="25261"/>
                </a:lnTo>
                <a:lnTo>
                  <a:pt x="233386" y="25364"/>
                </a:lnTo>
                <a:lnTo>
                  <a:pt x="234511" y="27102"/>
                </a:lnTo>
                <a:lnTo>
                  <a:pt x="239216" y="32932"/>
                </a:lnTo>
                <a:lnTo>
                  <a:pt x="239114" y="32114"/>
                </a:lnTo>
                <a:lnTo>
                  <a:pt x="239523" y="32216"/>
                </a:lnTo>
                <a:lnTo>
                  <a:pt x="239523" y="32216"/>
                </a:lnTo>
                <a:lnTo>
                  <a:pt x="238193" y="31091"/>
                </a:lnTo>
                <a:lnTo>
                  <a:pt x="237784" y="29557"/>
                </a:lnTo>
                <a:lnTo>
                  <a:pt x="239318" y="30170"/>
                </a:lnTo>
                <a:lnTo>
                  <a:pt x="232875" y="24443"/>
                </a:lnTo>
                <a:close/>
                <a:moveTo>
                  <a:pt x="244841" y="33341"/>
                </a:moveTo>
                <a:lnTo>
                  <a:pt x="244330" y="33443"/>
                </a:lnTo>
                <a:lnTo>
                  <a:pt x="244432" y="33648"/>
                </a:lnTo>
                <a:lnTo>
                  <a:pt x="244125" y="34364"/>
                </a:lnTo>
                <a:lnTo>
                  <a:pt x="244125" y="34466"/>
                </a:lnTo>
                <a:lnTo>
                  <a:pt x="244330" y="33955"/>
                </a:lnTo>
                <a:lnTo>
                  <a:pt x="245045" y="33545"/>
                </a:lnTo>
                <a:lnTo>
                  <a:pt x="244841" y="33341"/>
                </a:lnTo>
                <a:close/>
                <a:moveTo>
                  <a:pt x="243409" y="34466"/>
                </a:moveTo>
                <a:lnTo>
                  <a:pt x="243409" y="35080"/>
                </a:lnTo>
                <a:lnTo>
                  <a:pt x="243614" y="35284"/>
                </a:lnTo>
                <a:lnTo>
                  <a:pt x="243920" y="34466"/>
                </a:lnTo>
                <a:close/>
                <a:moveTo>
                  <a:pt x="54102" y="29864"/>
                </a:moveTo>
                <a:lnTo>
                  <a:pt x="56352" y="30886"/>
                </a:lnTo>
                <a:lnTo>
                  <a:pt x="56045" y="31193"/>
                </a:lnTo>
                <a:lnTo>
                  <a:pt x="56250" y="31602"/>
                </a:lnTo>
                <a:lnTo>
                  <a:pt x="56045" y="31807"/>
                </a:lnTo>
                <a:lnTo>
                  <a:pt x="56250" y="32011"/>
                </a:lnTo>
                <a:lnTo>
                  <a:pt x="56045" y="32114"/>
                </a:lnTo>
                <a:lnTo>
                  <a:pt x="56148" y="32114"/>
                </a:lnTo>
                <a:lnTo>
                  <a:pt x="55943" y="32318"/>
                </a:lnTo>
                <a:lnTo>
                  <a:pt x="58193" y="32727"/>
                </a:lnTo>
                <a:lnTo>
                  <a:pt x="58091" y="32830"/>
                </a:lnTo>
                <a:lnTo>
                  <a:pt x="58500" y="32830"/>
                </a:lnTo>
                <a:lnTo>
                  <a:pt x="58500" y="32932"/>
                </a:lnTo>
                <a:lnTo>
                  <a:pt x="58909" y="33239"/>
                </a:lnTo>
                <a:lnTo>
                  <a:pt x="59114" y="34057"/>
                </a:lnTo>
                <a:lnTo>
                  <a:pt x="59216" y="34057"/>
                </a:lnTo>
                <a:lnTo>
                  <a:pt x="59216" y="34159"/>
                </a:lnTo>
                <a:lnTo>
                  <a:pt x="59011" y="34057"/>
                </a:lnTo>
                <a:lnTo>
                  <a:pt x="58807" y="34364"/>
                </a:lnTo>
                <a:lnTo>
                  <a:pt x="58091" y="34261"/>
                </a:lnTo>
                <a:lnTo>
                  <a:pt x="57989" y="34159"/>
                </a:lnTo>
                <a:lnTo>
                  <a:pt x="58193" y="33955"/>
                </a:lnTo>
                <a:lnTo>
                  <a:pt x="58091" y="33955"/>
                </a:lnTo>
                <a:lnTo>
                  <a:pt x="58091" y="33648"/>
                </a:lnTo>
                <a:lnTo>
                  <a:pt x="57682" y="33648"/>
                </a:lnTo>
                <a:lnTo>
                  <a:pt x="56250" y="35898"/>
                </a:lnTo>
                <a:lnTo>
                  <a:pt x="56045" y="34875"/>
                </a:lnTo>
                <a:lnTo>
                  <a:pt x="55330" y="35182"/>
                </a:lnTo>
                <a:lnTo>
                  <a:pt x="55330" y="35182"/>
                </a:lnTo>
                <a:lnTo>
                  <a:pt x="56352" y="33750"/>
                </a:lnTo>
                <a:lnTo>
                  <a:pt x="56250" y="33443"/>
                </a:lnTo>
                <a:lnTo>
                  <a:pt x="55330" y="33136"/>
                </a:lnTo>
                <a:lnTo>
                  <a:pt x="54409" y="34159"/>
                </a:lnTo>
                <a:lnTo>
                  <a:pt x="54614" y="33648"/>
                </a:lnTo>
                <a:lnTo>
                  <a:pt x="52568" y="36818"/>
                </a:lnTo>
                <a:lnTo>
                  <a:pt x="51545" y="37125"/>
                </a:lnTo>
                <a:lnTo>
                  <a:pt x="52773" y="34364"/>
                </a:lnTo>
                <a:lnTo>
                  <a:pt x="52364" y="34364"/>
                </a:lnTo>
                <a:lnTo>
                  <a:pt x="53693" y="32932"/>
                </a:lnTo>
                <a:lnTo>
                  <a:pt x="53693" y="33136"/>
                </a:lnTo>
                <a:lnTo>
                  <a:pt x="54102" y="32932"/>
                </a:lnTo>
                <a:lnTo>
                  <a:pt x="53898" y="33239"/>
                </a:lnTo>
                <a:lnTo>
                  <a:pt x="53898" y="33239"/>
                </a:lnTo>
                <a:lnTo>
                  <a:pt x="55125" y="32727"/>
                </a:lnTo>
                <a:lnTo>
                  <a:pt x="55534" y="32932"/>
                </a:lnTo>
                <a:lnTo>
                  <a:pt x="55636" y="32830"/>
                </a:lnTo>
                <a:lnTo>
                  <a:pt x="56250" y="32830"/>
                </a:lnTo>
                <a:lnTo>
                  <a:pt x="55534" y="32318"/>
                </a:lnTo>
                <a:lnTo>
                  <a:pt x="55739" y="32114"/>
                </a:lnTo>
                <a:lnTo>
                  <a:pt x="53693" y="32318"/>
                </a:lnTo>
                <a:lnTo>
                  <a:pt x="53591" y="32011"/>
                </a:lnTo>
                <a:lnTo>
                  <a:pt x="52977" y="32011"/>
                </a:lnTo>
                <a:lnTo>
                  <a:pt x="52977" y="31602"/>
                </a:lnTo>
                <a:lnTo>
                  <a:pt x="50830" y="32216"/>
                </a:lnTo>
                <a:lnTo>
                  <a:pt x="50830" y="31909"/>
                </a:lnTo>
                <a:lnTo>
                  <a:pt x="50011" y="32011"/>
                </a:lnTo>
                <a:lnTo>
                  <a:pt x="53489" y="30273"/>
                </a:lnTo>
                <a:lnTo>
                  <a:pt x="53489" y="30273"/>
                </a:lnTo>
                <a:lnTo>
                  <a:pt x="53693" y="30068"/>
                </a:lnTo>
                <a:lnTo>
                  <a:pt x="53898" y="30068"/>
                </a:lnTo>
                <a:lnTo>
                  <a:pt x="53591" y="30375"/>
                </a:lnTo>
                <a:lnTo>
                  <a:pt x="54102" y="30068"/>
                </a:lnTo>
                <a:lnTo>
                  <a:pt x="54102" y="29864"/>
                </a:lnTo>
                <a:close/>
                <a:moveTo>
                  <a:pt x="131932" y="36000"/>
                </a:moveTo>
                <a:lnTo>
                  <a:pt x="131830" y="36205"/>
                </a:lnTo>
                <a:lnTo>
                  <a:pt x="131216" y="36511"/>
                </a:lnTo>
                <a:lnTo>
                  <a:pt x="131318" y="36614"/>
                </a:lnTo>
                <a:lnTo>
                  <a:pt x="131318" y="37023"/>
                </a:lnTo>
                <a:lnTo>
                  <a:pt x="131830" y="37432"/>
                </a:lnTo>
                <a:lnTo>
                  <a:pt x="131932" y="36000"/>
                </a:lnTo>
                <a:close/>
                <a:moveTo>
                  <a:pt x="239216" y="33443"/>
                </a:moveTo>
                <a:lnTo>
                  <a:pt x="240341" y="35693"/>
                </a:lnTo>
                <a:lnTo>
                  <a:pt x="239625" y="35591"/>
                </a:lnTo>
                <a:lnTo>
                  <a:pt x="239625" y="36205"/>
                </a:lnTo>
                <a:lnTo>
                  <a:pt x="240750" y="37432"/>
                </a:lnTo>
                <a:lnTo>
                  <a:pt x="240750" y="37125"/>
                </a:lnTo>
                <a:lnTo>
                  <a:pt x="241159" y="37125"/>
                </a:lnTo>
                <a:lnTo>
                  <a:pt x="240239" y="36614"/>
                </a:lnTo>
                <a:lnTo>
                  <a:pt x="240341" y="36307"/>
                </a:lnTo>
                <a:lnTo>
                  <a:pt x="240750" y="36511"/>
                </a:lnTo>
                <a:lnTo>
                  <a:pt x="241364" y="36409"/>
                </a:lnTo>
                <a:lnTo>
                  <a:pt x="242795" y="36920"/>
                </a:lnTo>
                <a:lnTo>
                  <a:pt x="242693" y="36409"/>
                </a:lnTo>
                <a:lnTo>
                  <a:pt x="244023" y="35489"/>
                </a:lnTo>
                <a:lnTo>
                  <a:pt x="243716" y="35591"/>
                </a:lnTo>
                <a:lnTo>
                  <a:pt x="243205" y="35284"/>
                </a:lnTo>
                <a:lnTo>
                  <a:pt x="242898" y="34568"/>
                </a:lnTo>
                <a:lnTo>
                  <a:pt x="242284" y="34875"/>
                </a:lnTo>
                <a:lnTo>
                  <a:pt x="239216" y="33443"/>
                </a:lnTo>
                <a:close/>
                <a:moveTo>
                  <a:pt x="143693" y="38659"/>
                </a:moveTo>
                <a:lnTo>
                  <a:pt x="144000" y="38864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3693" y="38659"/>
                </a:lnTo>
                <a:close/>
                <a:moveTo>
                  <a:pt x="155250" y="31602"/>
                </a:moveTo>
                <a:lnTo>
                  <a:pt x="155148" y="31705"/>
                </a:lnTo>
                <a:lnTo>
                  <a:pt x="155659" y="31705"/>
                </a:lnTo>
                <a:lnTo>
                  <a:pt x="155148" y="32011"/>
                </a:lnTo>
                <a:lnTo>
                  <a:pt x="155148" y="32216"/>
                </a:lnTo>
                <a:lnTo>
                  <a:pt x="154636" y="32216"/>
                </a:lnTo>
                <a:lnTo>
                  <a:pt x="155250" y="32727"/>
                </a:lnTo>
                <a:lnTo>
                  <a:pt x="154943" y="32932"/>
                </a:lnTo>
                <a:lnTo>
                  <a:pt x="154739" y="33341"/>
                </a:lnTo>
                <a:lnTo>
                  <a:pt x="154023" y="33443"/>
                </a:lnTo>
                <a:lnTo>
                  <a:pt x="154125" y="33545"/>
                </a:lnTo>
                <a:lnTo>
                  <a:pt x="153920" y="33648"/>
                </a:lnTo>
                <a:lnTo>
                  <a:pt x="158318" y="36205"/>
                </a:lnTo>
                <a:lnTo>
                  <a:pt x="158318" y="37636"/>
                </a:lnTo>
                <a:lnTo>
                  <a:pt x="148398" y="37636"/>
                </a:lnTo>
                <a:lnTo>
                  <a:pt x="149011" y="38148"/>
                </a:lnTo>
                <a:lnTo>
                  <a:pt x="148193" y="38352"/>
                </a:lnTo>
                <a:lnTo>
                  <a:pt x="148398" y="38455"/>
                </a:lnTo>
                <a:lnTo>
                  <a:pt x="147477" y="38557"/>
                </a:lnTo>
                <a:lnTo>
                  <a:pt x="147273" y="38455"/>
                </a:lnTo>
                <a:lnTo>
                  <a:pt x="147273" y="38455"/>
                </a:lnTo>
                <a:lnTo>
                  <a:pt x="147375" y="38557"/>
                </a:lnTo>
                <a:lnTo>
                  <a:pt x="146761" y="38455"/>
                </a:lnTo>
                <a:lnTo>
                  <a:pt x="146045" y="38864"/>
                </a:lnTo>
                <a:lnTo>
                  <a:pt x="146045" y="38864"/>
                </a:lnTo>
                <a:lnTo>
                  <a:pt x="147580" y="37841"/>
                </a:lnTo>
                <a:lnTo>
                  <a:pt x="148091" y="37943"/>
                </a:lnTo>
                <a:lnTo>
                  <a:pt x="148091" y="37943"/>
                </a:lnTo>
                <a:lnTo>
                  <a:pt x="146864" y="36409"/>
                </a:lnTo>
                <a:lnTo>
                  <a:pt x="147682" y="34364"/>
                </a:lnTo>
                <a:lnTo>
                  <a:pt x="147886" y="33955"/>
                </a:lnTo>
                <a:lnTo>
                  <a:pt x="147886" y="34159"/>
                </a:lnTo>
                <a:lnTo>
                  <a:pt x="148295" y="33545"/>
                </a:lnTo>
                <a:lnTo>
                  <a:pt x="148193" y="33239"/>
                </a:lnTo>
                <a:lnTo>
                  <a:pt x="149523" y="32011"/>
                </a:lnTo>
                <a:lnTo>
                  <a:pt x="149830" y="32114"/>
                </a:lnTo>
                <a:lnTo>
                  <a:pt x="149625" y="31602"/>
                </a:lnTo>
                <a:lnTo>
                  <a:pt x="150443" y="32216"/>
                </a:lnTo>
                <a:lnTo>
                  <a:pt x="149625" y="32318"/>
                </a:lnTo>
                <a:lnTo>
                  <a:pt x="150341" y="32727"/>
                </a:lnTo>
                <a:lnTo>
                  <a:pt x="151159" y="32727"/>
                </a:lnTo>
                <a:lnTo>
                  <a:pt x="151261" y="33034"/>
                </a:lnTo>
                <a:lnTo>
                  <a:pt x="150545" y="33443"/>
                </a:lnTo>
                <a:lnTo>
                  <a:pt x="151466" y="33852"/>
                </a:lnTo>
                <a:lnTo>
                  <a:pt x="151466" y="34364"/>
                </a:lnTo>
                <a:lnTo>
                  <a:pt x="152080" y="34364"/>
                </a:lnTo>
                <a:lnTo>
                  <a:pt x="153102" y="33750"/>
                </a:lnTo>
                <a:lnTo>
                  <a:pt x="153614" y="33852"/>
                </a:lnTo>
                <a:lnTo>
                  <a:pt x="153818" y="33443"/>
                </a:lnTo>
                <a:lnTo>
                  <a:pt x="152795" y="33443"/>
                </a:lnTo>
                <a:lnTo>
                  <a:pt x="152386" y="32830"/>
                </a:lnTo>
                <a:lnTo>
                  <a:pt x="152591" y="32420"/>
                </a:lnTo>
                <a:lnTo>
                  <a:pt x="152489" y="32727"/>
                </a:lnTo>
                <a:lnTo>
                  <a:pt x="152489" y="32727"/>
                </a:lnTo>
                <a:lnTo>
                  <a:pt x="155250" y="31602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31011" y="37943"/>
                </a:moveTo>
                <a:lnTo>
                  <a:pt x="131011" y="38250"/>
                </a:lnTo>
                <a:lnTo>
                  <a:pt x="131216" y="39580"/>
                </a:lnTo>
                <a:lnTo>
                  <a:pt x="132136" y="39682"/>
                </a:lnTo>
                <a:lnTo>
                  <a:pt x="132136" y="37943"/>
                </a:lnTo>
                <a:close/>
                <a:moveTo>
                  <a:pt x="165580" y="31807"/>
                </a:moveTo>
                <a:lnTo>
                  <a:pt x="166091" y="32011"/>
                </a:lnTo>
                <a:lnTo>
                  <a:pt x="166295" y="31909"/>
                </a:lnTo>
                <a:lnTo>
                  <a:pt x="166705" y="31909"/>
                </a:lnTo>
                <a:lnTo>
                  <a:pt x="167420" y="33545"/>
                </a:lnTo>
                <a:lnTo>
                  <a:pt x="165886" y="33545"/>
                </a:lnTo>
                <a:lnTo>
                  <a:pt x="166193" y="34364"/>
                </a:lnTo>
                <a:lnTo>
                  <a:pt x="165273" y="34568"/>
                </a:lnTo>
                <a:lnTo>
                  <a:pt x="165682" y="34670"/>
                </a:lnTo>
                <a:lnTo>
                  <a:pt x="166398" y="35693"/>
                </a:lnTo>
                <a:lnTo>
                  <a:pt x="166705" y="35795"/>
                </a:lnTo>
                <a:lnTo>
                  <a:pt x="166909" y="36000"/>
                </a:lnTo>
                <a:lnTo>
                  <a:pt x="167420" y="36102"/>
                </a:lnTo>
                <a:lnTo>
                  <a:pt x="168136" y="37739"/>
                </a:lnTo>
                <a:lnTo>
                  <a:pt x="168136" y="36818"/>
                </a:lnTo>
                <a:lnTo>
                  <a:pt x="169670" y="37841"/>
                </a:lnTo>
                <a:lnTo>
                  <a:pt x="169466" y="38250"/>
                </a:lnTo>
                <a:lnTo>
                  <a:pt x="168239" y="37841"/>
                </a:lnTo>
                <a:lnTo>
                  <a:pt x="168648" y="39068"/>
                </a:lnTo>
                <a:lnTo>
                  <a:pt x="168955" y="38864"/>
                </a:lnTo>
                <a:lnTo>
                  <a:pt x="169159" y="39273"/>
                </a:lnTo>
                <a:lnTo>
                  <a:pt x="168852" y="39273"/>
                </a:lnTo>
                <a:lnTo>
                  <a:pt x="168852" y="39580"/>
                </a:lnTo>
                <a:lnTo>
                  <a:pt x="169261" y="39682"/>
                </a:lnTo>
                <a:lnTo>
                  <a:pt x="169773" y="42034"/>
                </a:lnTo>
                <a:lnTo>
                  <a:pt x="169977" y="42034"/>
                </a:lnTo>
                <a:lnTo>
                  <a:pt x="169773" y="42136"/>
                </a:lnTo>
                <a:lnTo>
                  <a:pt x="169773" y="42034"/>
                </a:lnTo>
                <a:lnTo>
                  <a:pt x="167420" y="42136"/>
                </a:lnTo>
                <a:lnTo>
                  <a:pt x="165580" y="41114"/>
                </a:lnTo>
                <a:lnTo>
                  <a:pt x="165375" y="39682"/>
                </a:lnTo>
                <a:lnTo>
                  <a:pt x="165375" y="39682"/>
                </a:lnTo>
                <a:lnTo>
                  <a:pt x="165477" y="39886"/>
                </a:lnTo>
                <a:lnTo>
                  <a:pt x="166295" y="38659"/>
                </a:lnTo>
                <a:lnTo>
                  <a:pt x="163227" y="35693"/>
                </a:lnTo>
                <a:lnTo>
                  <a:pt x="163227" y="35080"/>
                </a:lnTo>
                <a:lnTo>
                  <a:pt x="163125" y="35386"/>
                </a:lnTo>
                <a:lnTo>
                  <a:pt x="162307" y="34261"/>
                </a:lnTo>
                <a:lnTo>
                  <a:pt x="162409" y="34057"/>
                </a:lnTo>
                <a:lnTo>
                  <a:pt x="162511" y="34057"/>
                </a:lnTo>
                <a:lnTo>
                  <a:pt x="162614" y="33136"/>
                </a:lnTo>
                <a:lnTo>
                  <a:pt x="162818" y="33239"/>
                </a:lnTo>
                <a:lnTo>
                  <a:pt x="163636" y="32932"/>
                </a:lnTo>
                <a:lnTo>
                  <a:pt x="163534" y="32727"/>
                </a:lnTo>
                <a:lnTo>
                  <a:pt x="163943" y="32523"/>
                </a:lnTo>
                <a:lnTo>
                  <a:pt x="164045" y="32420"/>
                </a:lnTo>
                <a:lnTo>
                  <a:pt x="163943" y="32318"/>
                </a:lnTo>
                <a:lnTo>
                  <a:pt x="165580" y="31807"/>
                </a:lnTo>
                <a:close/>
                <a:moveTo>
                  <a:pt x="137352" y="40602"/>
                </a:moveTo>
                <a:lnTo>
                  <a:pt x="135511" y="40807"/>
                </a:lnTo>
                <a:lnTo>
                  <a:pt x="134898" y="40705"/>
                </a:lnTo>
                <a:lnTo>
                  <a:pt x="137045" y="42239"/>
                </a:lnTo>
                <a:lnTo>
                  <a:pt x="137148" y="41932"/>
                </a:lnTo>
                <a:lnTo>
                  <a:pt x="137045" y="41625"/>
                </a:lnTo>
                <a:lnTo>
                  <a:pt x="137352" y="40602"/>
                </a:lnTo>
                <a:close/>
                <a:moveTo>
                  <a:pt x="146659" y="43670"/>
                </a:moveTo>
                <a:lnTo>
                  <a:pt x="146148" y="43875"/>
                </a:lnTo>
                <a:lnTo>
                  <a:pt x="146250" y="43875"/>
                </a:lnTo>
                <a:lnTo>
                  <a:pt x="146659" y="43670"/>
                </a:lnTo>
                <a:close/>
                <a:moveTo>
                  <a:pt x="144409" y="43364"/>
                </a:moveTo>
                <a:lnTo>
                  <a:pt x="144307" y="43466"/>
                </a:lnTo>
                <a:lnTo>
                  <a:pt x="144307" y="43773"/>
                </a:lnTo>
                <a:lnTo>
                  <a:pt x="145330" y="44080"/>
                </a:lnTo>
                <a:lnTo>
                  <a:pt x="146148" y="43875"/>
                </a:lnTo>
                <a:lnTo>
                  <a:pt x="146045" y="43670"/>
                </a:lnTo>
                <a:lnTo>
                  <a:pt x="144716" y="43568"/>
                </a:lnTo>
                <a:lnTo>
                  <a:pt x="144818" y="43466"/>
                </a:lnTo>
                <a:lnTo>
                  <a:pt x="144409" y="43364"/>
                </a:lnTo>
                <a:close/>
                <a:moveTo>
                  <a:pt x="153614" y="43364"/>
                </a:moveTo>
                <a:lnTo>
                  <a:pt x="151773" y="43977"/>
                </a:lnTo>
                <a:lnTo>
                  <a:pt x="152489" y="44489"/>
                </a:lnTo>
                <a:lnTo>
                  <a:pt x="153307" y="44080"/>
                </a:lnTo>
                <a:lnTo>
                  <a:pt x="153614" y="43466"/>
                </a:lnTo>
                <a:lnTo>
                  <a:pt x="153614" y="43364"/>
                </a:lnTo>
                <a:close/>
                <a:moveTo>
                  <a:pt x="241568" y="37534"/>
                </a:moveTo>
                <a:lnTo>
                  <a:pt x="241261" y="37636"/>
                </a:lnTo>
                <a:lnTo>
                  <a:pt x="241670" y="37739"/>
                </a:lnTo>
                <a:lnTo>
                  <a:pt x="241466" y="38045"/>
                </a:lnTo>
                <a:lnTo>
                  <a:pt x="240955" y="37636"/>
                </a:lnTo>
                <a:lnTo>
                  <a:pt x="241057" y="37943"/>
                </a:lnTo>
                <a:lnTo>
                  <a:pt x="240955" y="38148"/>
                </a:lnTo>
                <a:lnTo>
                  <a:pt x="241261" y="38864"/>
                </a:lnTo>
                <a:lnTo>
                  <a:pt x="241159" y="38864"/>
                </a:lnTo>
                <a:lnTo>
                  <a:pt x="241875" y="40807"/>
                </a:lnTo>
                <a:lnTo>
                  <a:pt x="241670" y="41114"/>
                </a:lnTo>
                <a:lnTo>
                  <a:pt x="241466" y="41727"/>
                </a:lnTo>
                <a:lnTo>
                  <a:pt x="240955" y="42136"/>
                </a:lnTo>
                <a:lnTo>
                  <a:pt x="240443" y="41932"/>
                </a:lnTo>
                <a:lnTo>
                  <a:pt x="240545" y="41420"/>
                </a:lnTo>
                <a:lnTo>
                  <a:pt x="240545" y="41420"/>
                </a:lnTo>
                <a:lnTo>
                  <a:pt x="240136" y="41727"/>
                </a:lnTo>
                <a:lnTo>
                  <a:pt x="240341" y="43261"/>
                </a:lnTo>
                <a:lnTo>
                  <a:pt x="239727" y="43466"/>
                </a:lnTo>
                <a:lnTo>
                  <a:pt x="239420" y="43364"/>
                </a:lnTo>
                <a:lnTo>
                  <a:pt x="237477" y="43977"/>
                </a:lnTo>
                <a:lnTo>
                  <a:pt x="236761" y="45102"/>
                </a:lnTo>
                <a:lnTo>
                  <a:pt x="237886" y="45205"/>
                </a:lnTo>
                <a:lnTo>
                  <a:pt x="237784" y="44795"/>
                </a:lnTo>
                <a:lnTo>
                  <a:pt x="240341" y="44489"/>
                </a:lnTo>
                <a:lnTo>
                  <a:pt x="240239" y="44795"/>
                </a:lnTo>
                <a:lnTo>
                  <a:pt x="240955" y="45614"/>
                </a:lnTo>
                <a:lnTo>
                  <a:pt x="241670" y="44795"/>
                </a:lnTo>
                <a:lnTo>
                  <a:pt x="241261" y="44080"/>
                </a:lnTo>
                <a:lnTo>
                  <a:pt x="241568" y="44386"/>
                </a:lnTo>
                <a:lnTo>
                  <a:pt x="241568" y="44182"/>
                </a:lnTo>
                <a:lnTo>
                  <a:pt x="241670" y="44489"/>
                </a:lnTo>
                <a:lnTo>
                  <a:pt x="242693" y="44489"/>
                </a:lnTo>
                <a:lnTo>
                  <a:pt x="243102" y="43977"/>
                </a:lnTo>
                <a:lnTo>
                  <a:pt x="243307" y="43977"/>
                </a:lnTo>
                <a:lnTo>
                  <a:pt x="243409" y="43773"/>
                </a:lnTo>
                <a:lnTo>
                  <a:pt x="243614" y="43773"/>
                </a:lnTo>
                <a:lnTo>
                  <a:pt x="243511" y="43364"/>
                </a:lnTo>
                <a:lnTo>
                  <a:pt x="243818" y="43466"/>
                </a:lnTo>
                <a:lnTo>
                  <a:pt x="243818" y="43773"/>
                </a:lnTo>
                <a:lnTo>
                  <a:pt x="244023" y="44182"/>
                </a:lnTo>
                <a:lnTo>
                  <a:pt x="244432" y="43261"/>
                </a:lnTo>
                <a:lnTo>
                  <a:pt x="244023" y="42852"/>
                </a:lnTo>
                <a:lnTo>
                  <a:pt x="243205" y="40602"/>
                </a:lnTo>
                <a:lnTo>
                  <a:pt x="243511" y="40500"/>
                </a:lnTo>
                <a:lnTo>
                  <a:pt x="243409" y="39886"/>
                </a:lnTo>
                <a:lnTo>
                  <a:pt x="243409" y="39784"/>
                </a:lnTo>
                <a:lnTo>
                  <a:pt x="241568" y="37534"/>
                </a:lnTo>
                <a:close/>
                <a:moveTo>
                  <a:pt x="238909" y="44795"/>
                </a:moveTo>
                <a:lnTo>
                  <a:pt x="238807" y="45102"/>
                </a:lnTo>
                <a:lnTo>
                  <a:pt x="238398" y="45000"/>
                </a:lnTo>
                <a:lnTo>
                  <a:pt x="238295" y="45307"/>
                </a:lnTo>
                <a:lnTo>
                  <a:pt x="237989" y="45716"/>
                </a:lnTo>
                <a:lnTo>
                  <a:pt x="238398" y="45920"/>
                </a:lnTo>
                <a:lnTo>
                  <a:pt x="238705" y="46330"/>
                </a:lnTo>
                <a:lnTo>
                  <a:pt x="239523" y="45614"/>
                </a:lnTo>
                <a:lnTo>
                  <a:pt x="239830" y="45818"/>
                </a:lnTo>
                <a:lnTo>
                  <a:pt x="240034" y="45307"/>
                </a:lnTo>
                <a:lnTo>
                  <a:pt x="239625" y="44795"/>
                </a:lnTo>
                <a:close/>
                <a:moveTo>
                  <a:pt x="151875" y="47659"/>
                </a:moveTo>
                <a:lnTo>
                  <a:pt x="151773" y="47761"/>
                </a:lnTo>
                <a:lnTo>
                  <a:pt x="152080" y="47864"/>
                </a:lnTo>
                <a:lnTo>
                  <a:pt x="151875" y="47659"/>
                </a:lnTo>
                <a:close/>
                <a:moveTo>
                  <a:pt x="236455" y="45307"/>
                </a:moveTo>
                <a:lnTo>
                  <a:pt x="236045" y="45614"/>
                </a:lnTo>
                <a:lnTo>
                  <a:pt x="236045" y="45818"/>
                </a:lnTo>
                <a:lnTo>
                  <a:pt x="235943" y="45716"/>
                </a:lnTo>
                <a:lnTo>
                  <a:pt x="236352" y="46227"/>
                </a:lnTo>
                <a:lnTo>
                  <a:pt x="236045" y="46023"/>
                </a:lnTo>
                <a:lnTo>
                  <a:pt x="236352" y="46534"/>
                </a:lnTo>
                <a:lnTo>
                  <a:pt x="236659" y="46227"/>
                </a:lnTo>
                <a:lnTo>
                  <a:pt x="236455" y="46023"/>
                </a:lnTo>
                <a:lnTo>
                  <a:pt x="236659" y="46125"/>
                </a:lnTo>
                <a:lnTo>
                  <a:pt x="236966" y="46534"/>
                </a:lnTo>
                <a:lnTo>
                  <a:pt x="237068" y="47761"/>
                </a:lnTo>
                <a:lnTo>
                  <a:pt x="237580" y="47966"/>
                </a:lnTo>
                <a:lnTo>
                  <a:pt x="237580" y="47455"/>
                </a:lnTo>
                <a:lnTo>
                  <a:pt x="237784" y="48170"/>
                </a:lnTo>
                <a:lnTo>
                  <a:pt x="237886" y="47966"/>
                </a:lnTo>
                <a:lnTo>
                  <a:pt x="237886" y="47761"/>
                </a:lnTo>
                <a:lnTo>
                  <a:pt x="238193" y="47761"/>
                </a:lnTo>
                <a:lnTo>
                  <a:pt x="237886" y="45818"/>
                </a:lnTo>
                <a:lnTo>
                  <a:pt x="237580" y="45818"/>
                </a:lnTo>
                <a:lnTo>
                  <a:pt x="237477" y="45409"/>
                </a:lnTo>
                <a:lnTo>
                  <a:pt x="237273" y="45511"/>
                </a:lnTo>
                <a:lnTo>
                  <a:pt x="236864" y="45307"/>
                </a:lnTo>
                <a:close/>
                <a:moveTo>
                  <a:pt x="49602" y="49398"/>
                </a:moveTo>
                <a:lnTo>
                  <a:pt x="49705" y="49500"/>
                </a:lnTo>
                <a:lnTo>
                  <a:pt x="49655" y="49401"/>
                </a:lnTo>
                <a:lnTo>
                  <a:pt x="49655" y="49401"/>
                </a:lnTo>
                <a:lnTo>
                  <a:pt x="49602" y="49398"/>
                </a:lnTo>
                <a:close/>
                <a:moveTo>
                  <a:pt x="53489" y="53386"/>
                </a:moveTo>
                <a:lnTo>
                  <a:pt x="53485" y="53390"/>
                </a:lnTo>
                <a:lnTo>
                  <a:pt x="53485" y="53390"/>
                </a:lnTo>
                <a:lnTo>
                  <a:pt x="53489" y="53489"/>
                </a:lnTo>
                <a:lnTo>
                  <a:pt x="53489" y="53386"/>
                </a:lnTo>
                <a:close/>
                <a:moveTo>
                  <a:pt x="231648" y="54102"/>
                </a:moveTo>
                <a:lnTo>
                  <a:pt x="231239" y="54205"/>
                </a:lnTo>
                <a:lnTo>
                  <a:pt x="230625" y="55739"/>
                </a:lnTo>
                <a:lnTo>
                  <a:pt x="231648" y="57477"/>
                </a:lnTo>
                <a:lnTo>
                  <a:pt x="231852" y="54511"/>
                </a:lnTo>
                <a:lnTo>
                  <a:pt x="231648" y="54102"/>
                </a:lnTo>
                <a:close/>
                <a:moveTo>
                  <a:pt x="46432" y="57886"/>
                </a:moveTo>
                <a:lnTo>
                  <a:pt x="46432" y="57989"/>
                </a:lnTo>
                <a:lnTo>
                  <a:pt x="46636" y="57886"/>
                </a:lnTo>
                <a:close/>
                <a:moveTo>
                  <a:pt x="176216" y="59114"/>
                </a:moveTo>
                <a:lnTo>
                  <a:pt x="176216" y="59114"/>
                </a:lnTo>
                <a:lnTo>
                  <a:pt x="176216" y="59114"/>
                </a:lnTo>
                <a:close/>
                <a:moveTo>
                  <a:pt x="52057" y="56250"/>
                </a:moveTo>
                <a:lnTo>
                  <a:pt x="49193" y="57170"/>
                </a:lnTo>
                <a:lnTo>
                  <a:pt x="49091" y="57375"/>
                </a:lnTo>
                <a:lnTo>
                  <a:pt x="48682" y="57580"/>
                </a:lnTo>
                <a:lnTo>
                  <a:pt x="48989" y="57477"/>
                </a:lnTo>
                <a:lnTo>
                  <a:pt x="48989" y="57682"/>
                </a:lnTo>
                <a:lnTo>
                  <a:pt x="51443" y="56761"/>
                </a:lnTo>
                <a:lnTo>
                  <a:pt x="51443" y="56761"/>
                </a:lnTo>
                <a:lnTo>
                  <a:pt x="51239" y="56966"/>
                </a:lnTo>
                <a:lnTo>
                  <a:pt x="54205" y="57886"/>
                </a:lnTo>
                <a:lnTo>
                  <a:pt x="54307" y="58500"/>
                </a:lnTo>
                <a:lnTo>
                  <a:pt x="55330" y="58807"/>
                </a:lnTo>
                <a:lnTo>
                  <a:pt x="54818" y="59625"/>
                </a:lnTo>
                <a:lnTo>
                  <a:pt x="54818" y="59625"/>
                </a:lnTo>
                <a:lnTo>
                  <a:pt x="57068" y="59420"/>
                </a:lnTo>
                <a:lnTo>
                  <a:pt x="57170" y="59523"/>
                </a:lnTo>
                <a:lnTo>
                  <a:pt x="57886" y="59420"/>
                </a:lnTo>
                <a:lnTo>
                  <a:pt x="57886" y="59114"/>
                </a:lnTo>
                <a:lnTo>
                  <a:pt x="55739" y="58091"/>
                </a:lnTo>
                <a:lnTo>
                  <a:pt x="55534" y="57886"/>
                </a:lnTo>
                <a:lnTo>
                  <a:pt x="55330" y="57784"/>
                </a:lnTo>
                <a:lnTo>
                  <a:pt x="55534" y="57784"/>
                </a:lnTo>
                <a:lnTo>
                  <a:pt x="55125" y="57580"/>
                </a:lnTo>
                <a:lnTo>
                  <a:pt x="55227" y="57682"/>
                </a:lnTo>
                <a:lnTo>
                  <a:pt x="52057" y="56250"/>
                </a:lnTo>
                <a:close/>
                <a:moveTo>
                  <a:pt x="207307" y="59625"/>
                </a:moveTo>
                <a:lnTo>
                  <a:pt x="207307" y="59625"/>
                </a:lnTo>
                <a:lnTo>
                  <a:pt x="207307" y="59625"/>
                </a:lnTo>
                <a:close/>
                <a:moveTo>
                  <a:pt x="222648" y="59420"/>
                </a:moveTo>
                <a:lnTo>
                  <a:pt x="222648" y="59523"/>
                </a:lnTo>
                <a:lnTo>
                  <a:pt x="221625" y="59727"/>
                </a:lnTo>
                <a:lnTo>
                  <a:pt x="221727" y="59727"/>
                </a:lnTo>
                <a:lnTo>
                  <a:pt x="221216" y="60341"/>
                </a:lnTo>
                <a:lnTo>
                  <a:pt x="221727" y="61159"/>
                </a:lnTo>
                <a:lnTo>
                  <a:pt x="222750" y="60852"/>
                </a:lnTo>
                <a:lnTo>
                  <a:pt x="223159" y="59932"/>
                </a:lnTo>
                <a:lnTo>
                  <a:pt x="222648" y="59420"/>
                </a:lnTo>
                <a:close/>
                <a:moveTo>
                  <a:pt x="54511" y="60955"/>
                </a:moveTo>
                <a:lnTo>
                  <a:pt x="54205" y="61057"/>
                </a:lnTo>
                <a:lnTo>
                  <a:pt x="54614" y="61670"/>
                </a:lnTo>
                <a:lnTo>
                  <a:pt x="55023" y="61773"/>
                </a:lnTo>
                <a:lnTo>
                  <a:pt x="55534" y="61568"/>
                </a:lnTo>
                <a:lnTo>
                  <a:pt x="55943" y="61568"/>
                </a:lnTo>
                <a:lnTo>
                  <a:pt x="54511" y="60955"/>
                </a:lnTo>
                <a:close/>
                <a:moveTo>
                  <a:pt x="58602" y="59727"/>
                </a:moveTo>
                <a:lnTo>
                  <a:pt x="59114" y="60034"/>
                </a:lnTo>
                <a:lnTo>
                  <a:pt x="59114" y="60443"/>
                </a:lnTo>
                <a:lnTo>
                  <a:pt x="59420" y="60955"/>
                </a:lnTo>
                <a:lnTo>
                  <a:pt x="59114" y="61057"/>
                </a:lnTo>
                <a:lnTo>
                  <a:pt x="57784" y="60852"/>
                </a:lnTo>
                <a:lnTo>
                  <a:pt x="57580" y="61159"/>
                </a:lnTo>
                <a:lnTo>
                  <a:pt x="57989" y="61466"/>
                </a:lnTo>
                <a:lnTo>
                  <a:pt x="59420" y="61261"/>
                </a:lnTo>
                <a:lnTo>
                  <a:pt x="59932" y="61568"/>
                </a:lnTo>
                <a:lnTo>
                  <a:pt x="60239" y="61875"/>
                </a:lnTo>
                <a:lnTo>
                  <a:pt x="60545" y="61261"/>
                </a:lnTo>
                <a:lnTo>
                  <a:pt x="62693" y="61261"/>
                </a:lnTo>
                <a:lnTo>
                  <a:pt x="63000" y="60750"/>
                </a:lnTo>
                <a:lnTo>
                  <a:pt x="61977" y="60341"/>
                </a:lnTo>
                <a:lnTo>
                  <a:pt x="62284" y="60239"/>
                </a:lnTo>
                <a:lnTo>
                  <a:pt x="58602" y="59727"/>
                </a:lnTo>
                <a:close/>
                <a:moveTo>
                  <a:pt x="208739" y="63614"/>
                </a:moveTo>
                <a:lnTo>
                  <a:pt x="208739" y="63614"/>
                </a:lnTo>
                <a:lnTo>
                  <a:pt x="208739" y="63614"/>
                </a:lnTo>
                <a:close/>
                <a:moveTo>
                  <a:pt x="48989" y="64227"/>
                </a:moveTo>
                <a:lnTo>
                  <a:pt x="48989" y="64330"/>
                </a:lnTo>
                <a:lnTo>
                  <a:pt x="49091" y="64432"/>
                </a:lnTo>
                <a:lnTo>
                  <a:pt x="49091" y="64432"/>
                </a:lnTo>
                <a:lnTo>
                  <a:pt x="48989" y="64227"/>
                </a:lnTo>
                <a:close/>
                <a:moveTo>
                  <a:pt x="44182" y="66375"/>
                </a:moveTo>
                <a:lnTo>
                  <a:pt x="44386" y="66477"/>
                </a:lnTo>
                <a:lnTo>
                  <a:pt x="44386" y="66477"/>
                </a:lnTo>
                <a:lnTo>
                  <a:pt x="44284" y="66375"/>
                </a:lnTo>
                <a:close/>
                <a:moveTo>
                  <a:pt x="232261" y="60955"/>
                </a:moveTo>
                <a:lnTo>
                  <a:pt x="231955" y="61670"/>
                </a:lnTo>
                <a:lnTo>
                  <a:pt x="232159" y="63511"/>
                </a:lnTo>
                <a:lnTo>
                  <a:pt x="231648" y="63307"/>
                </a:lnTo>
                <a:lnTo>
                  <a:pt x="232364" y="64943"/>
                </a:lnTo>
                <a:lnTo>
                  <a:pt x="232568" y="64739"/>
                </a:lnTo>
                <a:lnTo>
                  <a:pt x="232977" y="65148"/>
                </a:lnTo>
                <a:lnTo>
                  <a:pt x="232773" y="65864"/>
                </a:lnTo>
                <a:lnTo>
                  <a:pt x="233591" y="65966"/>
                </a:lnTo>
                <a:lnTo>
                  <a:pt x="233795" y="65659"/>
                </a:lnTo>
                <a:lnTo>
                  <a:pt x="234716" y="66375"/>
                </a:lnTo>
                <a:lnTo>
                  <a:pt x="234409" y="65761"/>
                </a:lnTo>
                <a:lnTo>
                  <a:pt x="236045" y="67091"/>
                </a:lnTo>
                <a:lnTo>
                  <a:pt x="235432" y="65966"/>
                </a:lnTo>
                <a:lnTo>
                  <a:pt x="235739" y="65864"/>
                </a:lnTo>
                <a:lnTo>
                  <a:pt x="235125" y="65659"/>
                </a:lnTo>
                <a:lnTo>
                  <a:pt x="235125" y="65864"/>
                </a:lnTo>
                <a:lnTo>
                  <a:pt x="234511" y="65352"/>
                </a:lnTo>
                <a:lnTo>
                  <a:pt x="234205" y="65455"/>
                </a:lnTo>
                <a:lnTo>
                  <a:pt x="234307" y="65659"/>
                </a:lnTo>
                <a:lnTo>
                  <a:pt x="233284" y="64330"/>
                </a:lnTo>
                <a:lnTo>
                  <a:pt x="233489" y="63511"/>
                </a:lnTo>
                <a:lnTo>
                  <a:pt x="233795" y="63205"/>
                </a:lnTo>
                <a:lnTo>
                  <a:pt x="233591" y="61159"/>
                </a:lnTo>
                <a:lnTo>
                  <a:pt x="233284" y="61261"/>
                </a:lnTo>
                <a:lnTo>
                  <a:pt x="232261" y="60955"/>
                </a:lnTo>
                <a:close/>
                <a:moveTo>
                  <a:pt x="236045" y="67091"/>
                </a:moveTo>
                <a:lnTo>
                  <a:pt x="236045" y="67091"/>
                </a:lnTo>
                <a:lnTo>
                  <a:pt x="236045" y="67091"/>
                </a:lnTo>
                <a:close/>
                <a:moveTo>
                  <a:pt x="232670" y="66170"/>
                </a:moveTo>
                <a:lnTo>
                  <a:pt x="233693" y="67398"/>
                </a:lnTo>
                <a:lnTo>
                  <a:pt x="233693" y="66580"/>
                </a:lnTo>
                <a:lnTo>
                  <a:pt x="233080" y="66170"/>
                </a:lnTo>
                <a:close/>
                <a:moveTo>
                  <a:pt x="222750" y="67705"/>
                </a:moveTo>
                <a:lnTo>
                  <a:pt x="222750" y="67705"/>
                </a:lnTo>
                <a:lnTo>
                  <a:pt x="222750" y="67705"/>
                </a:lnTo>
                <a:close/>
                <a:moveTo>
                  <a:pt x="222750" y="67705"/>
                </a:moveTo>
                <a:lnTo>
                  <a:pt x="222737" y="67743"/>
                </a:lnTo>
                <a:lnTo>
                  <a:pt x="222750" y="67807"/>
                </a:lnTo>
                <a:lnTo>
                  <a:pt x="222750" y="67705"/>
                </a:lnTo>
                <a:close/>
                <a:moveTo>
                  <a:pt x="235330" y="67091"/>
                </a:moveTo>
                <a:lnTo>
                  <a:pt x="235330" y="67807"/>
                </a:lnTo>
                <a:lnTo>
                  <a:pt x="235739" y="67602"/>
                </a:lnTo>
                <a:lnTo>
                  <a:pt x="236148" y="67909"/>
                </a:lnTo>
                <a:lnTo>
                  <a:pt x="235534" y="67193"/>
                </a:lnTo>
                <a:lnTo>
                  <a:pt x="235330" y="67091"/>
                </a:lnTo>
                <a:close/>
                <a:moveTo>
                  <a:pt x="236250" y="67091"/>
                </a:moveTo>
                <a:lnTo>
                  <a:pt x="237068" y="68420"/>
                </a:lnTo>
                <a:lnTo>
                  <a:pt x="237682" y="68625"/>
                </a:lnTo>
                <a:lnTo>
                  <a:pt x="237784" y="68625"/>
                </a:lnTo>
                <a:lnTo>
                  <a:pt x="237170" y="67295"/>
                </a:lnTo>
                <a:lnTo>
                  <a:pt x="236250" y="67091"/>
                </a:lnTo>
                <a:close/>
                <a:moveTo>
                  <a:pt x="234307" y="67807"/>
                </a:moveTo>
                <a:lnTo>
                  <a:pt x="234205" y="67909"/>
                </a:lnTo>
                <a:lnTo>
                  <a:pt x="234409" y="68011"/>
                </a:lnTo>
                <a:lnTo>
                  <a:pt x="234409" y="69341"/>
                </a:lnTo>
                <a:lnTo>
                  <a:pt x="235330" y="68420"/>
                </a:lnTo>
                <a:lnTo>
                  <a:pt x="234307" y="67807"/>
                </a:lnTo>
                <a:close/>
                <a:moveTo>
                  <a:pt x="236455" y="68216"/>
                </a:moveTo>
                <a:lnTo>
                  <a:pt x="236557" y="68625"/>
                </a:lnTo>
                <a:lnTo>
                  <a:pt x="236864" y="68932"/>
                </a:lnTo>
                <a:lnTo>
                  <a:pt x="237170" y="69750"/>
                </a:lnTo>
                <a:lnTo>
                  <a:pt x="237170" y="69341"/>
                </a:lnTo>
                <a:lnTo>
                  <a:pt x="237273" y="69545"/>
                </a:lnTo>
                <a:lnTo>
                  <a:pt x="237273" y="69443"/>
                </a:lnTo>
                <a:lnTo>
                  <a:pt x="237273" y="69136"/>
                </a:lnTo>
                <a:lnTo>
                  <a:pt x="237170" y="68932"/>
                </a:lnTo>
                <a:lnTo>
                  <a:pt x="236966" y="68318"/>
                </a:lnTo>
                <a:lnTo>
                  <a:pt x="236761" y="68420"/>
                </a:lnTo>
                <a:lnTo>
                  <a:pt x="236455" y="68216"/>
                </a:lnTo>
                <a:close/>
                <a:moveTo>
                  <a:pt x="193091" y="69852"/>
                </a:moveTo>
                <a:lnTo>
                  <a:pt x="193295" y="70261"/>
                </a:lnTo>
                <a:lnTo>
                  <a:pt x="193160" y="69965"/>
                </a:lnTo>
                <a:lnTo>
                  <a:pt x="193091" y="69852"/>
                </a:lnTo>
                <a:close/>
                <a:moveTo>
                  <a:pt x="235636" y="68830"/>
                </a:moveTo>
                <a:lnTo>
                  <a:pt x="235227" y="69034"/>
                </a:lnTo>
                <a:lnTo>
                  <a:pt x="235125" y="69239"/>
                </a:lnTo>
                <a:lnTo>
                  <a:pt x="235227" y="69648"/>
                </a:lnTo>
                <a:lnTo>
                  <a:pt x="234818" y="69955"/>
                </a:lnTo>
                <a:lnTo>
                  <a:pt x="235636" y="70670"/>
                </a:lnTo>
                <a:lnTo>
                  <a:pt x="235636" y="68830"/>
                </a:lnTo>
                <a:close/>
                <a:moveTo>
                  <a:pt x="232057" y="68420"/>
                </a:moveTo>
                <a:lnTo>
                  <a:pt x="230318" y="71284"/>
                </a:lnTo>
                <a:lnTo>
                  <a:pt x="230318" y="71386"/>
                </a:lnTo>
                <a:lnTo>
                  <a:pt x="232261" y="69341"/>
                </a:lnTo>
                <a:lnTo>
                  <a:pt x="232057" y="68420"/>
                </a:lnTo>
                <a:close/>
                <a:moveTo>
                  <a:pt x="196568" y="70159"/>
                </a:moveTo>
                <a:lnTo>
                  <a:pt x="196364" y="71795"/>
                </a:lnTo>
                <a:lnTo>
                  <a:pt x="196364" y="72000"/>
                </a:lnTo>
                <a:lnTo>
                  <a:pt x="197591" y="73739"/>
                </a:lnTo>
                <a:lnTo>
                  <a:pt x="198102" y="72102"/>
                </a:lnTo>
                <a:lnTo>
                  <a:pt x="196875" y="70261"/>
                </a:lnTo>
                <a:lnTo>
                  <a:pt x="196568" y="70159"/>
                </a:lnTo>
                <a:close/>
                <a:moveTo>
                  <a:pt x="237580" y="70261"/>
                </a:moveTo>
                <a:lnTo>
                  <a:pt x="237580" y="70773"/>
                </a:lnTo>
                <a:lnTo>
                  <a:pt x="237068" y="70977"/>
                </a:lnTo>
                <a:lnTo>
                  <a:pt x="237068" y="71182"/>
                </a:lnTo>
                <a:lnTo>
                  <a:pt x="236761" y="71182"/>
                </a:lnTo>
                <a:lnTo>
                  <a:pt x="236659" y="71591"/>
                </a:lnTo>
                <a:lnTo>
                  <a:pt x="236250" y="71795"/>
                </a:lnTo>
                <a:lnTo>
                  <a:pt x="236148" y="71182"/>
                </a:lnTo>
                <a:lnTo>
                  <a:pt x="235739" y="71284"/>
                </a:lnTo>
                <a:lnTo>
                  <a:pt x="235432" y="71693"/>
                </a:lnTo>
                <a:lnTo>
                  <a:pt x="234818" y="71898"/>
                </a:lnTo>
                <a:lnTo>
                  <a:pt x="234818" y="72818"/>
                </a:lnTo>
                <a:lnTo>
                  <a:pt x="235227" y="72000"/>
                </a:lnTo>
                <a:lnTo>
                  <a:pt x="235636" y="72102"/>
                </a:lnTo>
                <a:lnTo>
                  <a:pt x="235943" y="72409"/>
                </a:lnTo>
                <a:lnTo>
                  <a:pt x="236045" y="72000"/>
                </a:lnTo>
                <a:lnTo>
                  <a:pt x="236455" y="72205"/>
                </a:lnTo>
                <a:lnTo>
                  <a:pt x="236557" y="73125"/>
                </a:lnTo>
                <a:lnTo>
                  <a:pt x="237580" y="73943"/>
                </a:lnTo>
                <a:lnTo>
                  <a:pt x="237682" y="73841"/>
                </a:lnTo>
                <a:lnTo>
                  <a:pt x="237682" y="74045"/>
                </a:lnTo>
                <a:lnTo>
                  <a:pt x="238091" y="73841"/>
                </a:lnTo>
                <a:lnTo>
                  <a:pt x="237784" y="73227"/>
                </a:lnTo>
                <a:lnTo>
                  <a:pt x="237989" y="72614"/>
                </a:lnTo>
                <a:lnTo>
                  <a:pt x="238295" y="72818"/>
                </a:lnTo>
                <a:lnTo>
                  <a:pt x="238500" y="73534"/>
                </a:lnTo>
                <a:lnTo>
                  <a:pt x="238500" y="73023"/>
                </a:lnTo>
                <a:lnTo>
                  <a:pt x="238807" y="72614"/>
                </a:lnTo>
                <a:lnTo>
                  <a:pt x="238500" y="71284"/>
                </a:lnTo>
                <a:lnTo>
                  <a:pt x="238398" y="71182"/>
                </a:lnTo>
                <a:lnTo>
                  <a:pt x="238500" y="70977"/>
                </a:lnTo>
                <a:lnTo>
                  <a:pt x="238295" y="70466"/>
                </a:lnTo>
                <a:lnTo>
                  <a:pt x="237580" y="70261"/>
                </a:lnTo>
                <a:close/>
                <a:moveTo>
                  <a:pt x="240443" y="77727"/>
                </a:moveTo>
                <a:lnTo>
                  <a:pt x="240034" y="78545"/>
                </a:lnTo>
                <a:lnTo>
                  <a:pt x="240136" y="80284"/>
                </a:lnTo>
                <a:lnTo>
                  <a:pt x="240852" y="81000"/>
                </a:lnTo>
                <a:lnTo>
                  <a:pt x="240341" y="79568"/>
                </a:lnTo>
                <a:lnTo>
                  <a:pt x="241261" y="79773"/>
                </a:lnTo>
                <a:lnTo>
                  <a:pt x="240750" y="79057"/>
                </a:lnTo>
                <a:lnTo>
                  <a:pt x="241057" y="78852"/>
                </a:lnTo>
                <a:lnTo>
                  <a:pt x="241057" y="78545"/>
                </a:lnTo>
                <a:lnTo>
                  <a:pt x="240136" y="78955"/>
                </a:lnTo>
                <a:lnTo>
                  <a:pt x="240443" y="78648"/>
                </a:lnTo>
                <a:lnTo>
                  <a:pt x="240443" y="78341"/>
                </a:lnTo>
                <a:lnTo>
                  <a:pt x="240341" y="78136"/>
                </a:lnTo>
                <a:lnTo>
                  <a:pt x="240443" y="77727"/>
                </a:lnTo>
                <a:close/>
                <a:moveTo>
                  <a:pt x="79875" y="80284"/>
                </a:moveTo>
                <a:lnTo>
                  <a:pt x="78136" y="80591"/>
                </a:lnTo>
                <a:lnTo>
                  <a:pt x="78136" y="81511"/>
                </a:lnTo>
                <a:lnTo>
                  <a:pt x="78443" y="81818"/>
                </a:lnTo>
                <a:lnTo>
                  <a:pt x="79466" y="81511"/>
                </a:lnTo>
                <a:lnTo>
                  <a:pt x="80080" y="80693"/>
                </a:lnTo>
                <a:lnTo>
                  <a:pt x="79875" y="80284"/>
                </a:lnTo>
                <a:close/>
                <a:moveTo>
                  <a:pt x="261102" y="82636"/>
                </a:moveTo>
                <a:lnTo>
                  <a:pt x="261000" y="82841"/>
                </a:lnTo>
                <a:lnTo>
                  <a:pt x="261205" y="82943"/>
                </a:lnTo>
                <a:lnTo>
                  <a:pt x="261307" y="82943"/>
                </a:lnTo>
                <a:lnTo>
                  <a:pt x="261102" y="82636"/>
                </a:lnTo>
                <a:close/>
                <a:moveTo>
                  <a:pt x="220500" y="81818"/>
                </a:moveTo>
                <a:lnTo>
                  <a:pt x="219784" y="81920"/>
                </a:lnTo>
                <a:lnTo>
                  <a:pt x="219886" y="82227"/>
                </a:lnTo>
                <a:lnTo>
                  <a:pt x="220295" y="82534"/>
                </a:lnTo>
                <a:lnTo>
                  <a:pt x="220295" y="82841"/>
                </a:lnTo>
                <a:lnTo>
                  <a:pt x="221011" y="83148"/>
                </a:lnTo>
                <a:lnTo>
                  <a:pt x="221114" y="82636"/>
                </a:lnTo>
                <a:lnTo>
                  <a:pt x="220500" y="81818"/>
                </a:lnTo>
                <a:close/>
                <a:moveTo>
                  <a:pt x="222034" y="82636"/>
                </a:moveTo>
                <a:lnTo>
                  <a:pt x="221830" y="83045"/>
                </a:lnTo>
                <a:lnTo>
                  <a:pt x="221830" y="83352"/>
                </a:lnTo>
                <a:lnTo>
                  <a:pt x="222341" y="83148"/>
                </a:lnTo>
                <a:lnTo>
                  <a:pt x="222034" y="82636"/>
                </a:lnTo>
                <a:close/>
                <a:moveTo>
                  <a:pt x="240443" y="83352"/>
                </a:moveTo>
                <a:lnTo>
                  <a:pt x="240239" y="83659"/>
                </a:lnTo>
                <a:lnTo>
                  <a:pt x="240239" y="83659"/>
                </a:lnTo>
                <a:lnTo>
                  <a:pt x="240545" y="83352"/>
                </a:lnTo>
                <a:close/>
                <a:moveTo>
                  <a:pt x="240852" y="82943"/>
                </a:moveTo>
                <a:lnTo>
                  <a:pt x="240545" y="83352"/>
                </a:lnTo>
                <a:lnTo>
                  <a:pt x="240750" y="83557"/>
                </a:lnTo>
                <a:lnTo>
                  <a:pt x="241261" y="83455"/>
                </a:lnTo>
                <a:lnTo>
                  <a:pt x="241670" y="83557"/>
                </a:lnTo>
                <a:lnTo>
                  <a:pt x="241977" y="83455"/>
                </a:lnTo>
                <a:lnTo>
                  <a:pt x="242898" y="83966"/>
                </a:lnTo>
                <a:lnTo>
                  <a:pt x="241568" y="82943"/>
                </a:lnTo>
                <a:close/>
                <a:moveTo>
                  <a:pt x="230011" y="72818"/>
                </a:moveTo>
                <a:lnTo>
                  <a:pt x="228989" y="74250"/>
                </a:lnTo>
                <a:lnTo>
                  <a:pt x="228989" y="74761"/>
                </a:lnTo>
                <a:lnTo>
                  <a:pt x="228477" y="74966"/>
                </a:lnTo>
                <a:lnTo>
                  <a:pt x="228477" y="74864"/>
                </a:lnTo>
                <a:lnTo>
                  <a:pt x="227557" y="75375"/>
                </a:lnTo>
                <a:lnTo>
                  <a:pt x="227045" y="76398"/>
                </a:lnTo>
                <a:lnTo>
                  <a:pt x="225409" y="77216"/>
                </a:lnTo>
                <a:lnTo>
                  <a:pt x="225307" y="77420"/>
                </a:lnTo>
                <a:lnTo>
                  <a:pt x="225205" y="77523"/>
                </a:lnTo>
                <a:lnTo>
                  <a:pt x="225205" y="78648"/>
                </a:lnTo>
                <a:lnTo>
                  <a:pt x="223670" y="77932"/>
                </a:lnTo>
                <a:lnTo>
                  <a:pt x="223159" y="78750"/>
                </a:lnTo>
                <a:lnTo>
                  <a:pt x="223261" y="78750"/>
                </a:lnTo>
                <a:lnTo>
                  <a:pt x="224182" y="83045"/>
                </a:lnTo>
                <a:lnTo>
                  <a:pt x="225511" y="83045"/>
                </a:lnTo>
                <a:lnTo>
                  <a:pt x="225818" y="83659"/>
                </a:lnTo>
                <a:lnTo>
                  <a:pt x="226023" y="83455"/>
                </a:lnTo>
                <a:lnTo>
                  <a:pt x="226330" y="83557"/>
                </a:lnTo>
                <a:lnTo>
                  <a:pt x="226739" y="83045"/>
                </a:lnTo>
                <a:lnTo>
                  <a:pt x="227352" y="83557"/>
                </a:lnTo>
                <a:lnTo>
                  <a:pt x="227966" y="83352"/>
                </a:lnTo>
                <a:lnTo>
                  <a:pt x="228068" y="83557"/>
                </a:lnTo>
                <a:lnTo>
                  <a:pt x="228375" y="84273"/>
                </a:lnTo>
                <a:lnTo>
                  <a:pt x="229398" y="83659"/>
                </a:lnTo>
                <a:lnTo>
                  <a:pt x="229705" y="83250"/>
                </a:lnTo>
                <a:lnTo>
                  <a:pt x="229602" y="83045"/>
                </a:lnTo>
                <a:lnTo>
                  <a:pt x="229807" y="82739"/>
                </a:lnTo>
                <a:lnTo>
                  <a:pt x="229705" y="81920"/>
                </a:lnTo>
                <a:lnTo>
                  <a:pt x="230216" y="81102"/>
                </a:lnTo>
                <a:lnTo>
                  <a:pt x="230523" y="81102"/>
                </a:lnTo>
                <a:lnTo>
                  <a:pt x="231239" y="78955"/>
                </a:lnTo>
                <a:lnTo>
                  <a:pt x="231852" y="79159"/>
                </a:lnTo>
                <a:lnTo>
                  <a:pt x="232159" y="79159"/>
                </a:lnTo>
                <a:lnTo>
                  <a:pt x="232057" y="78955"/>
                </a:lnTo>
                <a:lnTo>
                  <a:pt x="231136" y="77932"/>
                </a:lnTo>
                <a:lnTo>
                  <a:pt x="231034" y="77114"/>
                </a:lnTo>
                <a:lnTo>
                  <a:pt x="230932" y="77011"/>
                </a:lnTo>
                <a:lnTo>
                  <a:pt x="230420" y="76295"/>
                </a:lnTo>
                <a:lnTo>
                  <a:pt x="230830" y="76193"/>
                </a:lnTo>
                <a:lnTo>
                  <a:pt x="230932" y="76091"/>
                </a:lnTo>
                <a:lnTo>
                  <a:pt x="230932" y="75580"/>
                </a:lnTo>
                <a:lnTo>
                  <a:pt x="231750" y="75580"/>
                </a:lnTo>
                <a:lnTo>
                  <a:pt x="231443" y="74864"/>
                </a:lnTo>
                <a:lnTo>
                  <a:pt x="232261" y="74761"/>
                </a:lnTo>
                <a:lnTo>
                  <a:pt x="231136" y="73841"/>
                </a:lnTo>
                <a:lnTo>
                  <a:pt x="230727" y="73943"/>
                </a:lnTo>
                <a:lnTo>
                  <a:pt x="230420" y="72920"/>
                </a:lnTo>
                <a:lnTo>
                  <a:pt x="230011" y="73227"/>
                </a:lnTo>
                <a:lnTo>
                  <a:pt x="230011" y="72818"/>
                </a:lnTo>
                <a:close/>
                <a:moveTo>
                  <a:pt x="261307" y="82943"/>
                </a:moveTo>
                <a:lnTo>
                  <a:pt x="262841" y="84989"/>
                </a:lnTo>
                <a:lnTo>
                  <a:pt x="262330" y="83761"/>
                </a:lnTo>
                <a:lnTo>
                  <a:pt x="261307" y="82943"/>
                </a:lnTo>
                <a:close/>
                <a:moveTo>
                  <a:pt x="237682" y="78239"/>
                </a:moveTo>
                <a:lnTo>
                  <a:pt x="237170" y="78852"/>
                </a:lnTo>
                <a:lnTo>
                  <a:pt x="234614" y="78955"/>
                </a:lnTo>
                <a:lnTo>
                  <a:pt x="234409" y="78750"/>
                </a:lnTo>
                <a:lnTo>
                  <a:pt x="233489" y="79057"/>
                </a:lnTo>
                <a:lnTo>
                  <a:pt x="232977" y="79875"/>
                </a:lnTo>
                <a:lnTo>
                  <a:pt x="232977" y="80080"/>
                </a:lnTo>
                <a:lnTo>
                  <a:pt x="232875" y="80182"/>
                </a:lnTo>
                <a:lnTo>
                  <a:pt x="232977" y="80898"/>
                </a:lnTo>
                <a:lnTo>
                  <a:pt x="232875" y="80693"/>
                </a:lnTo>
                <a:lnTo>
                  <a:pt x="232057" y="83455"/>
                </a:lnTo>
                <a:lnTo>
                  <a:pt x="232364" y="83659"/>
                </a:lnTo>
                <a:lnTo>
                  <a:pt x="232568" y="83864"/>
                </a:lnTo>
                <a:lnTo>
                  <a:pt x="232670" y="85909"/>
                </a:lnTo>
                <a:lnTo>
                  <a:pt x="233386" y="85807"/>
                </a:lnTo>
                <a:lnTo>
                  <a:pt x="233591" y="82841"/>
                </a:lnTo>
                <a:lnTo>
                  <a:pt x="234409" y="84784"/>
                </a:lnTo>
                <a:lnTo>
                  <a:pt x="235636" y="84375"/>
                </a:lnTo>
                <a:lnTo>
                  <a:pt x="235125" y="83761"/>
                </a:lnTo>
                <a:lnTo>
                  <a:pt x="235227" y="83148"/>
                </a:lnTo>
                <a:lnTo>
                  <a:pt x="234409" y="82023"/>
                </a:lnTo>
                <a:lnTo>
                  <a:pt x="234614" y="82023"/>
                </a:lnTo>
                <a:lnTo>
                  <a:pt x="235739" y="81000"/>
                </a:lnTo>
                <a:lnTo>
                  <a:pt x="236148" y="81102"/>
                </a:lnTo>
                <a:lnTo>
                  <a:pt x="235739" y="80693"/>
                </a:lnTo>
                <a:lnTo>
                  <a:pt x="235739" y="80795"/>
                </a:lnTo>
                <a:lnTo>
                  <a:pt x="233591" y="81205"/>
                </a:lnTo>
                <a:lnTo>
                  <a:pt x="233284" y="80693"/>
                </a:lnTo>
                <a:lnTo>
                  <a:pt x="233182" y="80182"/>
                </a:lnTo>
                <a:lnTo>
                  <a:pt x="235943" y="79568"/>
                </a:lnTo>
                <a:lnTo>
                  <a:pt x="236455" y="79773"/>
                </a:lnTo>
                <a:lnTo>
                  <a:pt x="236966" y="79670"/>
                </a:lnTo>
                <a:lnTo>
                  <a:pt x="237580" y="79057"/>
                </a:lnTo>
                <a:lnTo>
                  <a:pt x="237682" y="78239"/>
                </a:lnTo>
                <a:close/>
                <a:moveTo>
                  <a:pt x="210580" y="74659"/>
                </a:moveTo>
                <a:lnTo>
                  <a:pt x="219068" y="86114"/>
                </a:lnTo>
                <a:lnTo>
                  <a:pt x="219068" y="85705"/>
                </a:lnTo>
                <a:lnTo>
                  <a:pt x="219989" y="86011"/>
                </a:lnTo>
                <a:lnTo>
                  <a:pt x="220398" y="83250"/>
                </a:lnTo>
                <a:lnTo>
                  <a:pt x="219273" y="82636"/>
                </a:lnTo>
                <a:lnTo>
                  <a:pt x="218966" y="81102"/>
                </a:lnTo>
                <a:lnTo>
                  <a:pt x="218352" y="80898"/>
                </a:lnTo>
                <a:lnTo>
                  <a:pt x="218148" y="80489"/>
                </a:lnTo>
                <a:lnTo>
                  <a:pt x="218455" y="79977"/>
                </a:lnTo>
                <a:lnTo>
                  <a:pt x="218045" y="79466"/>
                </a:lnTo>
                <a:lnTo>
                  <a:pt x="217330" y="79773"/>
                </a:lnTo>
                <a:lnTo>
                  <a:pt x="217739" y="79568"/>
                </a:lnTo>
                <a:lnTo>
                  <a:pt x="216102" y="77830"/>
                </a:lnTo>
                <a:lnTo>
                  <a:pt x="215795" y="78034"/>
                </a:lnTo>
                <a:lnTo>
                  <a:pt x="212625" y="74659"/>
                </a:lnTo>
                <a:close/>
                <a:moveTo>
                  <a:pt x="246170" y="85602"/>
                </a:moveTo>
                <a:lnTo>
                  <a:pt x="245864" y="85909"/>
                </a:lnTo>
                <a:lnTo>
                  <a:pt x="245761" y="86216"/>
                </a:lnTo>
                <a:lnTo>
                  <a:pt x="246273" y="86523"/>
                </a:lnTo>
                <a:lnTo>
                  <a:pt x="246375" y="86011"/>
                </a:lnTo>
                <a:lnTo>
                  <a:pt x="246170" y="85602"/>
                </a:lnTo>
                <a:close/>
                <a:moveTo>
                  <a:pt x="261818" y="84375"/>
                </a:moveTo>
                <a:lnTo>
                  <a:pt x="261716" y="84886"/>
                </a:lnTo>
                <a:lnTo>
                  <a:pt x="260693" y="85705"/>
                </a:lnTo>
                <a:lnTo>
                  <a:pt x="260386" y="85705"/>
                </a:lnTo>
                <a:lnTo>
                  <a:pt x="260284" y="85193"/>
                </a:lnTo>
                <a:lnTo>
                  <a:pt x="260080" y="85705"/>
                </a:lnTo>
                <a:lnTo>
                  <a:pt x="258648" y="85909"/>
                </a:lnTo>
                <a:lnTo>
                  <a:pt x="259773" y="86523"/>
                </a:lnTo>
                <a:lnTo>
                  <a:pt x="262125" y="85500"/>
                </a:lnTo>
                <a:lnTo>
                  <a:pt x="262023" y="85295"/>
                </a:lnTo>
                <a:lnTo>
                  <a:pt x="262227" y="85193"/>
                </a:lnTo>
                <a:lnTo>
                  <a:pt x="262432" y="84477"/>
                </a:lnTo>
                <a:lnTo>
                  <a:pt x="261818" y="84375"/>
                </a:lnTo>
                <a:close/>
                <a:moveTo>
                  <a:pt x="249239" y="87852"/>
                </a:moveTo>
                <a:lnTo>
                  <a:pt x="248727" y="88670"/>
                </a:lnTo>
                <a:lnTo>
                  <a:pt x="249648" y="88466"/>
                </a:lnTo>
                <a:lnTo>
                  <a:pt x="249239" y="87852"/>
                </a:lnTo>
                <a:close/>
                <a:moveTo>
                  <a:pt x="220500" y="86216"/>
                </a:moveTo>
                <a:lnTo>
                  <a:pt x="219682" y="86932"/>
                </a:lnTo>
                <a:lnTo>
                  <a:pt x="219784" y="87136"/>
                </a:lnTo>
                <a:lnTo>
                  <a:pt x="227250" y="88875"/>
                </a:lnTo>
                <a:lnTo>
                  <a:pt x="227761" y="88977"/>
                </a:lnTo>
                <a:lnTo>
                  <a:pt x="227761" y="88057"/>
                </a:lnTo>
                <a:lnTo>
                  <a:pt x="226330" y="87648"/>
                </a:lnTo>
                <a:lnTo>
                  <a:pt x="226125" y="87136"/>
                </a:lnTo>
                <a:lnTo>
                  <a:pt x="224591" y="86727"/>
                </a:lnTo>
                <a:lnTo>
                  <a:pt x="224284" y="87136"/>
                </a:lnTo>
                <a:lnTo>
                  <a:pt x="222648" y="87034"/>
                </a:lnTo>
                <a:lnTo>
                  <a:pt x="222239" y="86523"/>
                </a:lnTo>
                <a:lnTo>
                  <a:pt x="220500" y="86216"/>
                </a:lnTo>
                <a:close/>
                <a:moveTo>
                  <a:pt x="227761" y="88364"/>
                </a:moveTo>
                <a:lnTo>
                  <a:pt x="228273" y="89080"/>
                </a:lnTo>
                <a:lnTo>
                  <a:pt x="228886" y="88670"/>
                </a:lnTo>
                <a:lnTo>
                  <a:pt x="228375" y="88364"/>
                </a:lnTo>
                <a:close/>
                <a:moveTo>
                  <a:pt x="229398" y="88568"/>
                </a:moveTo>
                <a:lnTo>
                  <a:pt x="228989" y="88977"/>
                </a:lnTo>
                <a:lnTo>
                  <a:pt x="229705" y="89182"/>
                </a:lnTo>
                <a:lnTo>
                  <a:pt x="229807" y="88670"/>
                </a:lnTo>
                <a:lnTo>
                  <a:pt x="229398" y="88568"/>
                </a:lnTo>
                <a:close/>
                <a:moveTo>
                  <a:pt x="235432" y="88466"/>
                </a:moveTo>
                <a:lnTo>
                  <a:pt x="234920" y="88875"/>
                </a:lnTo>
                <a:lnTo>
                  <a:pt x="233182" y="88568"/>
                </a:lnTo>
                <a:lnTo>
                  <a:pt x="232670" y="88670"/>
                </a:lnTo>
                <a:lnTo>
                  <a:pt x="232670" y="89182"/>
                </a:lnTo>
                <a:lnTo>
                  <a:pt x="234716" y="88977"/>
                </a:lnTo>
                <a:lnTo>
                  <a:pt x="235330" y="88773"/>
                </a:lnTo>
                <a:lnTo>
                  <a:pt x="235534" y="88466"/>
                </a:lnTo>
                <a:close/>
                <a:moveTo>
                  <a:pt x="230932" y="88364"/>
                </a:moveTo>
                <a:lnTo>
                  <a:pt x="230727" y="88568"/>
                </a:lnTo>
                <a:lnTo>
                  <a:pt x="231034" y="88977"/>
                </a:lnTo>
                <a:lnTo>
                  <a:pt x="231034" y="88977"/>
                </a:lnTo>
                <a:lnTo>
                  <a:pt x="230420" y="88670"/>
                </a:lnTo>
                <a:lnTo>
                  <a:pt x="230011" y="89386"/>
                </a:lnTo>
                <a:lnTo>
                  <a:pt x="231341" y="88977"/>
                </a:lnTo>
                <a:lnTo>
                  <a:pt x="231750" y="89080"/>
                </a:lnTo>
                <a:lnTo>
                  <a:pt x="231648" y="88977"/>
                </a:lnTo>
                <a:lnTo>
                  <a:pt x="231750" y="88977"/>
                </a:lnTo>
                <a:lnTo>
                  <a:pt x="231648" y="88670"/>
                </a:lnTo>
                <a:lnTo>
                  <a:pt x="231239" y="88568"/>
                </a:lnTo>
                <a:lnTo>
                  <a:pt x="230932" y="88364"/>
                </a:lnTo>
                <a:close/>
                <a:moveTo>
                  <a:pt x="232670" y="89591"/>
                </a:moveTo>
                <a:lnTo>
                  <a:pt x="231750" y="89898"/>
                </a:lnTo>
                <a:lnTo>
                  <a:pt x="232670" y="90409"/>
                </a:lnTo>
                <a:lnTo>
                  <a:pt x="233284" y="90205"/>
                </a:lnTo>
                <a:lnTo>
                  <a:pt x="232670" y="89591"/>
                </a:lnTo>
                <a:close/>
                <a:moveTo>
                  <a:pt x="239420" y="88670"/>
                </a:moveTo>
                <a:lnTo>
                  <a:pt x="237989" y="88773"/>
                </a:lnTo>
                <a:lnTo>
                  <a:pt x="235943" y="90102"/>
                </a:lnTo>
                <a:lnTo>
                  <a:pt x="235943" y="90511"/>
                </a:lnTo>
                <a:lnTo>
                  <a:pt x="237068" y="90102"/>
                </a:lnTo>
                <a:lnTo>
                  <a:pt x="239420" y="88670"/>
                </a:lnTo>
                <a:close/>
                <a:moveTo>
                  <a:pt x="244636" y="80386"/>
                </a:moveTo>
                <a:lnTo>
                  <a:pt x="243205" y="81409"/>
                </a:lnTo>
                <a:lnTo>
                  <a:pt x="243920" y="81614"/>
                </a:lnTo>
                <a:lnTo>
                  <a:pt x="244125" y="82125"/>
                </a:lnTo>
                <a:lnTo>
                  <a:pt x="244432" y="82330"/>
                </a:lnTo>
                <a:lnTo>
                  <a:pt x="245761" y="82227"/>
                </a:lnTo>
                <a:lnTo>
                  <a:pt x="245557" y="82739"/>
                </a:lnTo>
                <a:lnTo>
                  <a:pt x="244023" y="82943"/>
                </a:lnTo>
                <a:lnTo>
                  <a:pt x="244534" y="83250"/>
                </a:lnTo>
                <a:lnTo>
                  <a:pt x="244739" y="84068"/>
                </a:lnTo>
                <a:lnTo>
                  <a:pt x="245659" y="83148"/>
                </a:lnTo>
                <a:lnTo>
                  <a:pt x="245761" y="83966"/>
                </a:lnTo>
                <a:lnTo>
                  <a:pt x="246580" y="84068"/>
                </a:lnTo>
                <a:lnTo>
                  <a:pt x="246784" y="84580"/>
                </a:lnTo>
                <a:lnTo>
                  <a:pt x="249648" y="85909"/>
                </a:lnTo>
                <a:lnTo>
                  <a:pt x="249443" y="86011"/>
                </a:lnTo>
                <a:lnTo>
                  <a:pt x="249648" y="86011"/>
                </a:lnTo>
                <a:lnTo>
                  <a:pt x="250261" y="87443"/>
                </a:lnTo>
                <a:lnTo>
                  <a:pt x="249852" y="87545"/>
                </a:lnTo>
                <a:lnTo>
                  <a:pt x="250057" y="88057"/>
                </a:lnTo>
                <a:lnTo>
                  <a:pt x="249852" y="88466"/>
                </a:lnTo>
                <a:lnTo>
                  <a:pt x="251080" y="88159"/>
                </a:lnTo>
                <a:lnTo>
                  <a:pt x="251080" y="88670"/>
                </a:lnTo>
                <a:lnTo>
                  <a:pt x="251693" y="89386"/>
                </a:lnTo>
                <a:lnTo>
                  <a:pt x="253534" y="89386"/>
                </a:lnTo>
                <a:lnTo>
                  <a:pt x="253841" y="88977"/>
                </a:lnTo>
                <a:lnTo>
                  <a:pt x="252920" y="88466"/>
                </a:lnTo>
                <a:lnTo>
                  <a:pt x="254455" y="88261"/>
                </a:lnTo>
                <a:lnTo>
                  <a:pt x="254455" y="88159"/>
                </a:lnTo>
                <a:lnTo>
                  <a:pt x="254557" y="88159"/>
                </a:lnTo>
                <a:lnTo>
                  <a:pt x="254250" y="87750"/>
                </a:lnTo>
                <a:lnTo>
                  <a:pt x="254864" y="87955"/>
                </a:lnTo>
                <a:lnTo>
                  <a:pt x="255375" y="87852"/>
                </a:lnTo>
                <a:lnTo>
                  <a:pt x="257625" y="90307"/>
                </a:lnTo>
                <a:lnTo>
                  <a:pt x="260080" y="91023"/>
                </a:lnTo>
                <a:lnTo>
                  <a:pt x="260080" y="90716"/>
                </a:lnTo>
                <a:lnTo>
                  <a:pt x="260489" y="90614"/>
                </a:lnTo>
                <a:lnTo>
                  <a:pt x="259670" y="90307"/>
                </a:lnTo>
                <a:lnTo>
                  <a:pt x="259670" y="90102"/>
                </a:lnTo>
                <a:lnTo>
                  <a:pt x="259159" y="89386"/>
                </a:lnTo>
                <a:lnTo>
                  <a:pt x="258648" y="89386"/>
                </a:lnTo>
                <a:lnTo>
                  <a:pt x="257318" y="87034"/>
                </a:lnTo>
                <a:lnTo>
                  <a:pt x="258136" y="86932"/>
                </a:lnTo>
                <a:lnTo>
                  <a:pt x="256500" y="85705"/>
                </a:lnTo>
                <a:lnTo>
                  <a:pt x="256398" y="84989"/>
                </a:lnTo>
                <a:lnTo>
                  <a:pt x="251898" y="82636"/>
                </a:lnTo>
                <a:lnTo>
                  <a:pt x="249545" y="81716"/>
                </a:lnTo>
                <a:lnTo>
                  <a:pt x="248727" y="81920"/>
                </a:lnTo>
                <a:lnTo>
                  <a:pt x="248727" y="82125"/>
                </a:lnTo>
                <a:lnTo>
                  <a:pt x="246989" y="83455"/>
                </a:lnTo>
                <a:lnTo>
                  <a:pt x="246375" y="82636"/>
                </a:lnTo>
                <a:lnTo>
                  <a:pt x="246273" y="82943"/>
                </a:lnTo>
                <a:lnTo>
                  <a:pt x="245864" y="80795"/>
                </a:lnTo>
                <a:lnTo>
                  <a:pt x="244636" y="80386"/>
                </a:lnTo>
                <a:close/>
                <a:moveTo>
                  <a:pt x="242693" y="91534"/>
                </a:moveTo>
                <a:lnTo>
                  <a:pt x="241977" y="91636"/>
                </a:lnTo>
                <a:lnTo>
                  <a:pt x="241977" y="91841"/>
                </a:lnTo>
                <a:lnTo>
                  <a:pt x="242386" y="92352"/>
                </a:lnTo>
                <a:lnTo>
                  <a:pt x="242693" y="91534"/>
                </a:lnTo>
                <a:close/>
                <a:moveTo>
                  <a:pt x="285750" y="96648"/>
                </a:moveTo>
                <a:lnTo>
                  <a:pt x="285545" y="96750"/>
                </a:lnTo>
                <a:lnTo>
                  <a:pt x="284420" y="97159"/>
                </a:lnTo>
                <a:lnTo>
                  <a:pt x="284216" y="97261"/>
                </a:lnTo>
                <a:lnTo>
                  <a:pt x="285239" y="97261"/>
                </a:lnTo>
                <a:lnTo>
                  <a:pt x="285750" y="96648"/>
                </a:lnTo>
                <a:close/>
                <a:moveTo>
                  <a:pt x="285648" y="97057"/>
                </a:moveTo>
                <a:lnTo>
                  <a:pt x="285239" y="97261"/>
                </a:lnTo>
                <a:lnTo>
                  <a:pt x="285545" y="97261"/>
                </a:lnTo>
                <a:lnTo>
                  <a:pt x="285648" y="97057"/>
                </a:lnTo>
                <a:close/>
                <a:moveTo>
                  <a:pt x="284011" y="98080"/>
                </a:moveTo>
                <a:lnTo>
                  <a:pt x="282886" y="98591"/>
                </a:lnTo>
                <a:lnTo>
                  <a:pt x="283807" y="98693"/>
                </a:lnTo>
                <a:lnTo>
                  <a:pt x="284114" y="98386"/>
                </a:lnTo>
                <a:lnTo>
                  <a:pt x="284011" y="98080"/>
                </a:lnTo>
                <a:close/>
                <a:moveTo>
                  <a:pt x="168852" y="92761"/>
                </a:moveTo>
                <a:lnTo>
                  <a:pt x="168136" y="92864"/>
                </a:lnTo>
                <a:lnTo>
                  <a:pt x="168136" y="93682"/>
                </a:lnTo>
                <a:lnTo>
                  <a:pt x="167318" y="94295"/>
                </a:lnTo>
                <a:lnTo>
                  <a:pt x="167318" y="95114"/>
                </a:lnTo>
                <a:lnTo>
                  <a:pt x="166807" y="95420"/>
                </a:lnTo>
                <a:lnTo>
                  <a:pt x="166705" y="95318"/>
                </a:lnTo>
                <a:lnTo>
                  <a:pt x="165886" y="96341"/>
                </a:lnTo>
                <a:lnTo>
                  <a:pt x="165375" y="96239"/>
                </a:lnTo>
                <a:lnTo>
                  <a:pt x="164966" y="96443"/>
                </a:lnTo>
                <a:lnTo>
                  <a:pt x="164761" y="96443"/>
                </a:lnTo>
                <a:lnTo>
                  <a:pt x="164045" y="96955"/>
                </a:lnTo>
                <a:lnTo>
                  <a:pt x="163330" y="105955"/>
                </a:lnTo>
                <a:lnTo>
                  <a:pt x="163943" y="106261"/>
                </a:lnTo>
                <a:lnTo>
                  <a:pt x="165477" y="105852"/>
                </a:lnTo>
                <a:lnTo>
                  <a:pt x="168750" y="96034"/>
                </a:lnTo>
                <a:lnTo>
                  <a:pt x="169159" y="96341"/>
                </a:lnTo>
                <a:lnTo>
                  <a:pt x="169364" y="96136"/>
                </a:lnTo>
                <a:lnTo>
                  <a:pt x="168852" y="92761"/>
                </a:lnTo>
                <a:close/>
                <a:moveTo>
                  <a:pt x="79364" y="112500"/>
                </a:moveTo>
                <a:lnTo>
                  <a:pt x="79057" y="112807"/>
                </a:lnTo>
                <a:lnTo>
                  <a:pt x="79057" y="113011"/>
                </a:lnTo>
                <a:lnTo>
                  <a:pt x="79364" y="112500"/>
                </a:lnTo>
                <a:close/>
                <a:moveTo>
                  <a:pt x="185114" y="3784"/>
                </a:moveTo>
                <a:lnTo>
                  <a:pt x="184091" y="4398"/>
                </a:lnTo>
                <a:lnTo>
                  <a:pt x="184909" y="4705"/>
                </a:lnTo>
                <a:lnTo>
                  <a:pt x="183273" y="4705"/>
                </a:lnTo>
                <a:lnTo>
                  <a:pt x="183989" y="5011"/>
                </a:lnTo>
                <a:lnTo>
                  <a:pt x="184193" y="5318"/>
                </a:lnTo>
                <a:lnTo>
                  <a:pt x="184193" y="5318"/>
                </a:lnTo>
                <a:lnTo>
                  <a:pt x="183784" y="5011"/>
                </a:lnTo>
                <a:lnTo>
                  <a:pt x="180102" y="5114"/>
                </a:lnTo>
                <a:lnTo>
                  <a:pt x="180920" y="5216"/>
                </a:lnTo>
                <a:lnTo>
                  <a:pt x="177341" y="5727"/>
                </a:lnTo>
                <a:lnTo>
                  <a:pt x="177545" y="5932"/>
                </a:lnTo>
                <a:lnTo>
                  <a:pt x="177341" y="6239"/>
                </a:lnTo>
                <a:lnTo>
                  <a:pt x="176830" y="6136"/>
                </a:lnTo>
                <a:lnTo>
                  <a:pt x="177955" y="6443"/>
                </a:lnTo>
                <a:lnTo>
                  <a:pt x="177239" y="6443"/>
                </a:lnTo>
                <a:lnTo>
                  <a:pt x="178568" y="6852"/>
                </a:lnTo>
                <a:lnTo>
                  <a:pt x="178057" y="7057"/>
                </a:lnTo>
                <a:lnTo>
                  <a:pt x="178261" y="6852"/>
                </a:lnTo>
                <a:lnTo>
                  <a:pt x="178261" y="6852"/>
                </a:lnTo>
                <a:lnTo>
                  <a:pt x="174477" y="7057"/>
                </a:lnTo>
                <a:lnTo>
                  <a:pt x="174682" y="7466"/>
                </a:lnTo>
                <a:lnTo>
                  <a:pt x="174989" y="7568"/>
                </a:lnTo>
                <a:lnTo>
                  <a:pt x="175091" y="7773"/>
                </a:lnTo>
                <a:lnTo>
                  <a:pt x="177648" y="8795"/>
                </a:lnTo>
                <a:lnTo>
                  <a:pt x="177852" y="9205"/>
                </a:lnTo>
                <a:lnTo>
                  <a:pt x="178261" y="9511"/>
                </a:lnTo>
                <a:lnTo>
                  <a:pt x="178169" y="9789"/>
                </a:lnTo>
                <a:lnTo>
                  <a:pt x="177852" y="9409"/>
                </a:lnTo>
                <a:lnTo>
                  <a:pt x="177545" y="9716"/>
                </a:lnTo>
                <a:lnTo>
                  <a:pt x="177034" y="8591"/>
                </a:lnTo>
                <a:lnTo>
                  <a:pt x="173352" y="8182"/>
                </a:lnTo>
                <a:lnTo>
                  <a:pt x="173352" y="8182"/>
                </a:lnTo>
                <a:lnTo>
                  <a:pt x="173966" y="8489"/>
                </a:lnTo>
                <a:lnTo>
                  <a:pt x="172636" y="8489"/>
                </a:lnTo>
                <a:lnTo>
                  <a:pt x="175193" y="9205"/>
                </a:lnTo>
                <a:lnTo>
                  <a:pt x="175193" y="9205"/>
                </a:lnTo>
                <a:lnTo>
                  <a:pt x="172432" y="8898"/>
                </a:lnTo>
                <a:lnTo>
                  <a:pt x="172432" y="8693"/>
                </a:lnTo>
                <a:lnTo>
                  <a:pt x="172227" y="8591"/>
                </a:lnTo>
                <a:lnTo>
                  <a:pt x="172227" y="8182"/>
                </a:lnTo>
                <a:lnTo>
                  <a:pt x="171307" y="7670"/>
                </a:lnTo>
                <a:lnTo>
                  <a:pt x="171307" y="7670"/>
                </a:lnTo>
                <a:lnTo>
                  <a:pt x="171716" y="8284"/>
                </a:lnTo>
                <a:lnTo>
                  <a:pt x="171102" y="8898"/>
                </a:lnTo>
                <a:lnTo>
                  <a:pt x="172227" y="9511"/>
                </a:lnTo>
                <a:lnTo>
                  <a:pt x="172330" y="10330"/>
                </a:lnTo>
                <a:lnTo>
                  <a:pt x="174886" y="11148"/>
                </a:lnTo>
                <a:lnTo>
                  <a:pt x="173966" y="11045"/>
                </a:lnTo>
                <a:lnTo>
                  <a:pt x="174170" y="12068"/>
                </a:lnTo>
                <a:lnTo>
                  <a:pt x="173966" y="12375"/>
                </a:lnTo>
                <a:lnTo>
                  <a:pt x="173966" y="12580"/>
                </a:lnTo>
                <a:lnTo>
                  <a:pt x="173250" y="13398"/>
                </a:lnTo>
                <a:lnTo>
                  <a:pt x="170898" y="12886"/>
                </a:lnTo>
                <a:lnTo>
                  <a:pt x="172023" y="12886"/>
                </a:lnTo>
                <a:lnTo>
                  <a:pt x="172125" y="13091"/>
                </a:lnTo>
                <a:lnTo>
                  <a:pt x="172636" y="12989"/>
                </a:lnTo>
                <a:lnTo>
                  <a:pt x="172330" y="12784"/>
                </a:lnTo>
                <a:lnTo>
                  <a:pt x="173045" y="11761"/>
                </a:lnTo>
                <a:lnTo>
                  <a:pt x="173045" y="11352"/>
                </a:lnTo>
                <a:lnTo>
                  <a:pt x="172330" y="11045"/>
                </a:lnTo>
                <a:lnTo>
                  <a:pt x="171307" y="9920"/>
                </a:lnTo>
                <a:lnTo>
                  <a:pt x="171307" y="9716"/>
                </a:lnTo>
                <a:lnTo>
                  <a:pt x="171102" y="9307"/>
                </a:lnTo>
                <a:lnTo>
                  <a:pt x="170284" y="8898"/>
                </a:lnTo>
                <a:lnTo>
                  <a:pt x="170182" y="7875"/>
                </a:lnTo>
                <a:lnTo>
                  <a:pt x="168545" y="7670"/>
                </a:lnTo>
                <a:lnTo>
                  <a:pt x="167727" y="8080"/>
                </a:lnTo>
                <a:lnTo>
                  <a:pt x="167625" y="8795"/>
                </a:lnTo>
                <a:lnTo>
                  <a:pt x="167114" y="9205"/>
                </a:lnTo>
                <a:lnTo>
                  <a:pt x="167727" y="9409"/>
                </a:lnTo>
                <a:lnTo>
                  <a:pt x="168034" y="10432"/>
                </a:lnTo>
                <a:lnTo>
                  <a:pt x="169875" y="10943"/>
                </a:lnTo>
                <a:lnTo>
                  <a:pt x="169568" y="11557"/>
                </a:lnTo>
                <a:lnTo>
                  <a:pt x="164148" y="10227"/>
                </a:lnTo>
                <a:lnTo>
                  <a:pt x="163636" y="10432"/>
                </a:lnTo>
                <a:lnTo>
                  <a:pt x="164352" y="10841"/>
                </a:lnTo>
                <a:lnTo>
                  <a:pt x="163841" y="11250"/>
                </a:lnTo>
                <a:lnTo>
                  <a:pt x="159648" y="11557"/>
                </a:lnTo>
                <a:lnTo>
                  <a:pt x="159648" y="11557"/>
                </a:lnTo>
                <a:lnTo>
                  <a:pt x="159955" y="11455"/>
                </a:lnTo>
                <a:lnTo>
                  <a:pt x="159852" y="11045"/>
                </a:lnTo>
                <a:lnTo>
                  <a:pt x="159750" y="11045"/>
                </a:lnTo>
                <a:lnTo>
                  <a:pt x="158830" y="11250"/>
                </a:lnTo>
                <a:lnTo>
                  <a:pt x="159136" y="11352"/>
                </a:lnTo>
                <a:lnTo>
                  <a:pt x="158830" y="11455"/>
                </a:lnTo>
                <a:lnTo>
                  <a:pt x="158625" y="11352"/>
                </a:lnTo>
                <a:lnTo>
                  <a:pt x="156682" y="11966"/>
                </a:lnTo>
                <a:lnTo>
                  <a:pt x="156886" y="12068"/>
                </a:lnTo>
                <a:lnTo>
                  <a:pt x="155250" y="12886"/>
                </a:lnTo>
                <a:lnTo>
                  <a:pt x="154330" y="12273"/>
                </a:lnTo>
                <a:lnTo>
                  <a:pt x="155352" y="11966"/>
                </a:lnTo>
                <a:lnTo>
                  <a:pt x="152898" y="11250"/>
                </a:lnTo>
                <a:lnTo>
                  <a:pt x="153614" y="11659"/>
                </a:lnTo>
                <a:lnTo>
                  <a:pt x="153614" y="12375"/>
                </a:lnTo>
                <a:lnTo>
                  <a:pt x="154227" y="12784"/>
                </a:lnTo>
                <a:lnTo>
                  <a:pt x="154227" y="13602"/>
                </a:lnTo>
                <a:lnTo>
                  <a:pt x="152795" y="13193"/>
                </a:lnTo>
                <a:lnTo>
                  <a:pt x="151466" y="14011"/>
                </a:lnTo>
                <a:lnTo>
                  <a:pt x="152080" y="14727"/>
                </a:lnTo>
                <a:lnTo>
                  <a:pt x="151568" y="14932"/>
                </a:lnTo>
                <a:lnTo>
                  <a:pt x="149625" y="14318"/>
                </a:lnTo>
                <a:lnTo>
                  <a:pt x="149420" y="14523"/>
                </a:lnTo>
                <a:lnTo>
                  <a:pt x="150545" y="15239"/>
                </a:lnTo>
                <a:lnTo>
                  <a:pt x="150341" y="15545"/>
                </a:lnTo>
                <a:lnTo>
                  <a:pt x="146864" y="13295"/>
                </a:lnTo>
                <a:lnTo>
                  <a:pt x="147068" y="13193"/>
                </a:lnTo>
                <a:lnTo>
                  <a:pt x="145636" y="12580"/>
                </a:lnTo>
                <a:lnTo>
                  <a:pt x="151057" y="13398"/>
                </a:lnTo>
                <a:lnTo>
                  <a:pt x="151977" y="12886"/>
                </a:lnTo>
                <a:lnTo>
                  <a:pt x="151875" y="12375"/>
                </a:lnTo>
                <a:lnTo>
                  <a:pt x="150648" y="11659"/>
                </a:lnTo>
                <a:lnTo>
                  <a:pt x="150750" y="11761"/>
                </a:lnTo>
                <a:lnTo>
                  <a:pt x="150750" y="11761"/>
                </a:lnTo>
                <a:lnTo>
                  <a:pt x="146455" y="10636"/>
                </a:lnTo>
                <a:lnTo>
                  <a:pt x="146045" y="10841"/>
                </a:lnTo>
                <a:lnTo>
                  <a:pt x="145841" y="10636"/>
                </a:lnTo>
                <a:lnTo>
                  <a:pt x="145841" y="10534"/>
                </a:lnTo>
                <a:lnTo>
                  <a:pt x="145227" y="10432"/>
                </a:lnTo>
                <a:lnTo>
                  <a:pt x="145739" y="10330"/>
                </a:lnTo>
                <a:lnTo>
                  <a:pt x="145023" y="10125"/>
                </a:lnTo>
                <a:lnTo>
                  <a:pt x="145023" y="10125"/>
                </a:lnTo>
                <a:lnTo>
                  <a:pt x="145125" y="10227"/>
                </a:lnTo>
                <a:lnTo>
                  <a:pt x="143591" y="10330"/>
                </a:lnTo>
                <a:lnTo>
                  <a:pt x="143489" y="10125"/>
                </a:lnTo>
                <a:lnTo>
                  <a:pt x="142875" y="9920"/>
                </a:lnTo>
                <a:lnTo>
                  <a:pt x="144102" y="9920"/>
                </a:lnTo>
                <a:lnTo>
                  <a:pt x="143080" y="9409"/>
                </a:lnTo>
                <a:lnTo>
                  <a:pt x="142466" y="9920"/>
                </a:lnTo>
                <a:lnTo>
                  <a:pt x="141955" y="9409"/>
                </a:lnTo>
                <a:lnTo>
                  <a:pt x="141443" y="9716"/>
                </a:lnTo>
                <a:lnTo>
                  <a:pt x="141341" y="9511"/>
                </a:lnTo>
                <a:lnTo>
                  <a:pt x="141136" y="9409"/>
                </a:lnTo>
                <a:lnTo>
                  <a:pt x="140727" y="9920"/>
                </a:lnTo>
                <a:lnTo>
                  <a:pt x="140830" y="9409"/>
                </a:lnTo>
                <a:lnTo>
                  <a:pt x="140318" y="9307"/>
                </a:lnTo>
                <a:lnTo>
                  <a:pt x="139398" y="10023"/>
                </a:lnTo>
                <a:lnTo>
                  <a:pt x="138886" y="9716"/>
                </a:lnTo>
                <a:lnTo>
                  <a:pt x="138068" y="9920"/>
                </a:lnTo>
                <a:lnTo>
                  <a:pt x="138477" y="10227"/>
                </a:lnTo>
                <a:lnTo>
                  <a:pt x="137864" y="10125"/>
                </a:lnTo>
                <a:lnTo>
                  <a:pt x="137557" y="10330"/>
                </a:lnTo>
                <a:lnTo>
                  <a:pt x="137761" y="10534"/>
                </a:lnTo>
                <a:lnTo>
                  <a:pt x="137352" y="10636"/>
                </a:lnTo>
                <a:lnTo>
                  <a:pt x="137352" y="10125"/>
                </a:lnTo>
                <a:lnTo>
                  <a:pt x="137045" y="10534"/>
                </a:lnTo>
                <a:lnTo>
                  <a:pt x="136330" y="10534"/>
                </a:lnTo>
                <a:lnTo>
                  <a:pt x="136636" y="10636"/>
                </a:lnTo>
                <a:lnTo>
                  <a:pt x="136125" y="10636"/>
                </a:lnTo>
                <a:lnTo>
                  <a:pt x="136125" y="10841"/>
                </a:lnTo>
                <a:lnTo>
                  <a:pt x="135818" y="10841"/>
                </a:lnTo>
                <a:lnTo>
                  <a:pt x="135716" y="11045"/>
                </a:lnTo>
                <a:lnTo>
                  <a:pt x="135102" y="11352"/>
                </a:lnTo>
                <a:lnTo>
                  <a:pt x="135818" y="11455"/>
                </a:lnTo>
                <a:lnTo>
                  <a:pt x="135307" y="11455"/>
                </a:lnTo>
                <a:lnTo>
                  <a:pt x="135102" y="11761"/>
                </a:lnTo>
                <a:lnTo>
                  <a:pt x="135102" y="11966"/>
                </a:lnTo>
                <a:lnTo>
                  <a:pt x="134795" y="11659"/>
                </a:lnTo>
                <a:lnTo>
                  <a:pt x="134386" y="11761"/>
                </a:lnTo>
                <a:lnTo>
                  <a:pt x="134591" y="11864"/>
                </a:lnTo>
                <a:lnTo>
                  <a:pt x="134080" y="12068"/>
                </a:lnTo>
                <a:lnTo>
                  <a:pt x="134386" y="12068"/>
                </a:lnTo>
                <a:lnTo>
                  <a:pt x="134693" y="12273"/>
                </a:lnTo>
                <a:lnTo>
                  <a:pt x="134693" y="12375"/>
                </a:lnTo>
                <a:lnTo>
                  <a:pt x="133875" y="12477"/>
                </a:lnTo>
                <a:lnTo>
                  <a:pt x="134591" y="12477"/>
                </a:lnTo>
                <a:lnTo>
                  <a:pt x="133364" y="12784"/>
                </a:lnTo>
                <a:lnTo>
                  <a:pt x="133568" y="12886"/>
                </a:lnTo>
                <a:lnTo>
                  <a:pt x="133057" y="13091"/>
                </a:lnTo>
                <a:lnTo>
                  <a:pt x="133670" y="13295"/>
                </a:lnTo>
                <a:lnTo>
                  <a:pt x="132852" y="13500"/>
                </a:lnTo>
                <a:lnTo>
                  <a:pt x="133057" y="13602"/>
                </a:lnTo>
                <a:lnTo>
                  <a:pt x="133057" y="14216"/>
                </a:lnTo>
                <a:lnTo>
                  <a:pt x="132750" y="14420"/>
                </a:lnTo>
                <a:lnTo>
                  <a:pt x="132545" y="14318"/>
                </a:lnTo>
                <a:lnTo>
                  <a:pt x="131932" y="14727"/>
                </a:lnTo>
                <a:lnTo>
                  <a:pt x="132239" y="14625"/>
                </a:lnTo>
                <a:lnTo>
                  <a:pt x="130909" y="15750"/>
                </a:lnTo>
                <a:lnTo>
                  <a:pt x="131114" y="15852"/>
                </a:lnTo>
                <a:lnTo>
                  <a:pt x="131830" y="15545"/>
                </a:lnTo>
                <a:lnTo>
                  <a:pt x="131727" y="15443"/>
                </a:lnTo>
                <a:lnTo>
                  <a:pt x="132136" y="15443"/>
                </a:lnTo>
                <a:lnTo>
                  <a:pt x="131932" y="15545"/>
                </a:lnTo>
                <a:lnTo>
                  <a:pt x="132136" y="15545"/>
                </a:lnTo>
                <a:lnTo>
                  <a:pt x="131727" y="15852"/>
                </a:lnTo>
                <a:lnTo>
                  <a:pt x="130091" y="15955"/>
                </a:lnTo>
                <a:lnTo>
                  <a:pt x="129886" y="16057"/>
                </a:lnTo>
                <a:lnTo>
                  <a:pt x="130193" y="16466"/>
                </a:lnTo>
                <a:lnTo>
                  <a:pt x="128864" y="16568"/>
                </a:lnTo>
                <a:lnTo>
                  <a:pt x="129886" y="16568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7841" y="17182"/>
                </a:lnTo>
                <a:lnTo>
                  <a:pt x="128966" y="17386"/>
                </a:lnTo>
                <a:lnTo>
                  <a:pt x="127739" y="17386"/>
                </a:lnTo>
                <a:lnTo>
                  <a:pt x="128045" y="18102"/>
                </a:lnTo>
                <a:lnTo>
                  <a:pt x="129477" y="17795"/>
                </a:lnTo>
                <a:lnTo>
                  <a:pt x="129580" y="18000"/>
                </a:lnTo>
                <a:lnTo>
                  <a:pt x="129273" y="18205"/>
                </a:lnTo>
                <a:lnTo>
                  <a:pt x="127739" y="18307"/>
                </a:lnTo>
                <a:lnTo>
                  <a:pt x="128250" y="18511"/>
                </a:lnTo>
                <a:lnTo>
                  <a:pt x="127943" y="18818"/>
                </a:lnTo>
                <a:lnTo>
                  <a:pt x="128250" y="19023"/>
                </a:lnTo>
                <a:lnTo>
                  <a:pt x="127943" y="19227"/>
                </a:lnTo>
                <a:lnTo>
                  <a:pt x="128045" y="19330"/>
                </a:lnTo>
                <a:lnTo>
                  <a:pt x="129170" y="18614"/>
                </a:lnTo>
                <a:lnTo>
                  <a:pt x="128864" y="19023"/>
                </a:lnTo>
                <a:lnTo>
                  <a:pt x="128557" y="19023"/>
                </a:lnTo>
                <a:lnTo>
                  <a:pt x="128659" y="19330"/>
                </a:lnTo>
                <a:lnTo>
                  <a:pt x="127943" y="19841"/>
                </a:lnTo>
                <a:lnTo>
                  <a:pt x="128864" y="19534"/>
                </a:lnTo>
                <a:lnTo>
                  <a:pt x="128557" y="19841"/>
                </a:lnTo>
                <a:lnTo>
                  <a:pt x="128864" y="20045"/>
                </a:lnTo>
                <a:lnTo>
                  <a:pt x="128250" y="20352"/>
                </a:lnTo>
                <a:lnTo>
                  <a:pt x="129068" y="20761"/>
                </a:lnTo>
                <a:lnTo>
                  <a:pt x="128966" y="20864"/>
                </a:lnTo>
                <a:lnTo>
                  <a:pt x="131011" y="20148"/>
                </a:lnTo>
                <a:lnTo>
                  <a:pt x="131114" y="19943"/>
                </a:lnTo>
                <a:lnTo>
                  <a:pt x="131727" y="19841"/>
                </a:lnTo>
                <a:lnTo>
                  <a:pt x="131727" y="19534"/>
                </a:lnTo>
                <a:lnTo>
                  <a:pt x="131830" y="19330"/>
                </a:lnTo>
                <a:lnTo>
                  <a:pt x="132034" y="19841"/>
                </a:lnTo>
                <a:lnTo>
                  <a:pt x="132443" y="20045"/>
                </a:lnTo>
                <a:lnTo>
                  <a:pt x="132443" y="20659"/>
                </a:lnTo>
                <a:lnTo>
                  <a:pt x="133670" y="22295"/>
                </a:lnTo>
                <a:lnTo>
                  <a:pt x="133670" y="22500"/>
                </a:lnTo>
                <a:lnTo>
                  <a:pt x="133773" y="22705"/>
                </a:lnTo>
                <a:lnTo>
                  <a:pt x="133466" y="22705"/>
                </a:lnTo>
                <a:lnTo>
                  <a:pt x="133875" y="23523"/>
                </a:lnTo>
                <a:lnTo>
                  <a:pt x="135000" y="23318"/>
                </a:lnTo>
                <a:lnTo>
                  <a:pt x="135205" y="22909"/>
                </a:lnTo>
                <a:lnTo>
                  <a:pt x="136023" y="22807"/>
                </a:lnTo>
                <a:lnTo>
                  <a:pt x="136432" y="20557"/>
                </a:lnTo>
                <a:lnTo>
                  <a:pt x="136636" y="20557"/>
                </a:lnTo>
                <a:lnTo>
                  <a:pt x="136023" y="20455"/>
                </a:lnTo>
                <a:lnTo>
                  <a:pt x="137761" y="19739"/>
                </a:lnTo>
                <a:lnTo>
                  <a:pt x="137250" y="19739"/>
                </a:lnTo>
                <a:lnTo>
                  <a:pt x="137966" y="19227"/>
                </a:lnTo>
                <a:lnTo>
                  <a:pt x="136636" y="18307"/>
                </a:lnTo>
                <a:lnTo>
                  <a:pt x="136432" y="17489"/>
                </a:lnTo>
                <a:lnTo>
                  <a:pt x="136636" y="17591"/>
                </a:lnTo>
                <a:lnTo>
                  <a:pt x="136636" y="17080"/>
                </a:lnTo>
                <a:lnTo>
                  <a:pt x="136432" y="16773"/>
                </a:lnTo>
                <a:lnTo>
                  <a:pt x="136943" y="16670"/>
                </a:lnTo>
                <a:lnTo>
                  <a:pt x="136841" y="16670"/>
                </a:lnTo>
                <a:lnTo>
                  <a:pt x="136739" y="16466"/>
                </a:lnTo>
                <a:lnTo>
                  <a:pt x="137148" y="16364"/>
                </a:lnTo>
                <a:lnTo>
                  <a:pt x="137045" y="16364"/>
                </a:lnTo>
                <a:lnTo>
                  <a:pt x="137455" y="16159"/>
                </a:lnTo>
                <a:lnTo>
                  <a:pt x="137352" y="16057"/>
                </a:lnTo>
                <a:lnTo>
                  <a:pt x="137864" y="15955"/>
                </a:lnTo>
                <a:lnTo>
                  <a:pt x="137864" y="15852"/>
                </a:lnTo>
                <a:lnTo>
                  <a:pt x="139091" y="15034"/>
                </a:lnTo>
                <a:lnTo>
                  <a:pt x="138784" y="14625"/>
                </a:lnTo>
                <a:lnTo>
                  <a:pt x="138886" y="14216"/>
                </a:lnTo>
                <a:lnTo>
                  <a:pt x="138989" y="14216"/>
                </a:lnTo>
                <a:lnTo>
                  <a:pt x="139193" y="14011"/>
                </a:lnTo>
                <a:lnTo>
                  <a:pt x="139398" y="14011"/>
                </a:lnTo>
                <a:lnTo>
                  <a:pt x="139295" y="13909"/>
                </a:lnTo>
                <a:lnTo>
                  <a:pt x="141034" y="13705"/>
                </a:lnTo>
                <a:lnTo>
                  <a:pt x="141545" y="14011"/>
                </a:lnTo>
                <a:lnTo>
                  <a:pt x="141648" y="14625"/>
                </a:lnTo>
                <a:lnTo>
                  <a:pt x="139807" y="15852"/>
                </a:lnTo>
                <a:lnTo>
                  <a:pt x="139807" y="15955"/>
                </a:lnTo>
                <a:lnTo>
                  <a:pt x="139295" y="16159"/>
                </a:lnTo>
                <a:lnTo>
                  <a:pt x="139602" y="18511"/>
                </a:lnTo>
                <a:lnTo>
                  <a:pt x="140523" y="18716"/>
                </a:lnTo>
                <a:lnTo>
                  <a:pt x="140523" y="18920"/>
                </a:lnTo>
                <a:lnTo>
                  <a:pt x="140727" y="18920"/>
                </a:lnTo>
                <a:lnTo>
                  <a:pt x="140830" y="19330"/>
                </a:lnTo>
                <a:lnTo>
                  <a:pt x="142977" y="18818"/>
                </a:lnTo>
                <a:lnTo>
                  <a:pt x="142875" y="18716"/>
                </a:lnTo>
                <a:lnTo>
                  <a:pt x="143386" y="18511"/>
                </a:lnTo>
                <a:lnTo>
                  <a:pt x="143284" y="18716"/>
                </a:lnTo>
                <a:lnTo>
                  <a:pt x="144731" y="18619"/>
                </a:lnTo>
                <a:lnTo>
                  <a:pt x="144731" y="18619"/>
                </a:lnTo>
                <a:lnTo>
                  <a:pt x="146045" y="19125"/>
                </a:lnTo>
                <a:lnTo>
                  <a:pt x="144920" y="19227"/>
                </a:lnTo>
                <a:lnTo>
                  <a:pt x="144818" y="19432"/>
                </a:lnTo>
                <a:lnTo>
                  <a:pt x="144614" y="19330"/>
                </a:lnTo>
                <a:lnTo>
                  <a:pt x="144511" y="19636"/>
                </a:lnTo>
                <a:lnTo>
                  <a:pt x="141750" y="19739"/>
                </a:lnTo>
                <a:lnTo>
                  <a:pt x="141341" y="20045"/>
                </a:lnTo>
                <a:lnTo>
                  <a:pt x="142261" y="20864"/>
                </a:lnTo>
                <a:lnTo>
                  <a:pt x="142261" y="21784"/>
                </a:lnTo>
                <a:lnTo>
                  <a:pt x="140318" y="21375"/>
                </a:lnTo>
                <a:lnTo>
                  <a:pt x="139909" y="22398"/>
                </a:lnTo>
                <a:lnTo>
                  <a:pt x="140011" y="23318"/>
                </a:lnTo>
                <a:lnTo>
                  <a:pt x="140114" y="23932"/>
                </a:lnTo>
                <a:lnTo>
                  <a:pt x="139807" y="23932"/>
                </a:lnTo>
                <a:lnTo>
                  <a:pt x="140011" y="23318"/>
                </a:lnTo>
                <a:lnTo>
                  <a:pt x="138886" y="24545"/>
                </a:lnTo>
                <a:lnTo>
                  <a:pt x="138375" y="24239"/>
                </a:lnTo>
                <a:lnTo>
                  <a:pt x="134693" y="24750"/>
                </a:lnTo>
                <a:lnTo>
                  <a:pt x="135307" y="25261"/>
                </a:lnTo>
                <a:lnTo>
                  <a:pt x="134795" y="25057"/>
                </a:lnTo>
                <a:lnTo>
                  <a:pt x="134693" y="24750"/>
                </a:lnTo>
                <a:lnTo>
                  <a:pt x="133773" y="24443"/>
                </a:lnTo>
                <a:lnTo>
                  <a:pt x="132852" y="24955"/>
                </a:lnTo>
                <a:lnTo>
                  <a:pt x="131625" y="24443"/>
                </a:lnTo>
                <a:lnTo>
                  <a:pt x="131625" y="24136"/>
                </a:lnTo>
                <a:lnTo>
                  <a:pt x="131318" y="23830"/>
                </a:lnTo>
                <a:lnTo>
                  <a:pt x="131420" y="23420"/>
                </a:lnTo>
                <a:lnTo>
                  <a:pt x="131727" y="23216"/>
                </a:lnTo>
                <a:lnTo>
                  <a:pt x="131625" y="23114"/>
                </a:lnTo>
                <a:lnTo>
                  <a:pt x="132341" y="22500"/>
                </a:lnTo>
                <a:lnTo>
                  <a:pt x="131932" y="22398"/>
                </a:lnTo>
                <a:lnTo>
                  <a:pt x="132034" y="21273"/>
                </a:lnTo>
                <a:lnTo>
                  <a:pt x="132034" y="21273"/>
                </a:lnTo>
                <a:lnTo>
                  <a:pt x="130602" y="21886"/>
                </a:lnTo>
                <a:lnTo>
                  <a:pt x="130602" y="22193"/>
                </a:lnTo>
                <a:lnTo>
                  <a:pt x="131011" y="22295"/>
                </a:lnTo>
                <a:lnTo>
                  <a:pt x="130705" y="22398"/>
                </a:lnTo>
                <a:lnTo>
                  <a:pt x="130295" y="22398"/>
                </a:lnTo>
                <a:lnTo>
                  <a:pt x="130295" y="23318"/>
                </a:lnTo>
                <a:lnTo>
                  <a:pt x="130909" y="24341"/>
                </a:lnTo>
                <a:lnTo>
                  <a:pt x="130807" y="24545"/>
                </a:lnTo>
                <a:lnTo>
                  <a:pt x="131625" y="25261"/>
                </a:lnTo>
                <a:lnTo>
                  <a:pt x="131011" y="25057"/>
                </a:lnTo>
                <a:lnTo>
                  <a:pt x="130705" y="25466"/>
                </a:lnTo>
                <a:lnTo>
                  <a:pt x="128864" y="25466"/>
                </a:lnTo>
                <a:lnTo>
                  <a:pt x="127739" y="26080"/>
                </a:lnTo>
                <a:lnTo>
                  <a:pt x="127432" y="27205"/>
                </a:lnTo>
                <a:lnTo>
                  <a:pt x="127227" y="27205"/>
                </a:lnTo>
                <a:lnTo>
                  <a:pt x="127534" y="27409"/>
                </a:lnTo>
                <a:lnTo>
                  <a:pt x="127534" y="27409"/>
                </a:lnTo>
                <a:lnTo>
                  <a:pt x="126818" y="27307"/>
                </a:lnTo>
                <a:lnTo>
                  <a:pt x="126818" y="27307"/>
                </a:lnTo>
                <a:lnTo>
                  <a:pt x="127432" y="27409"/>
                </a:lnTo>
                <a:lnTo>
                  <a:pt x="125386" y="28023"/>
                </a:lnTo>
                <a:lnTo>
                  <a:pt x="124977" y="28841"/>
                </a:lnTo>
                <a:lnTo>
                  <a:pt x="124261" y="29148"/>
                </a:lnTo>
                <a:lnTo>
                  <a:pt x="124466" y="29352"/>
                </a:lnTo>
                <a:lnTo>
                  <a:pt x="123239" y="29455"/>
                </a:lnTo>
                <a:lnTo>
                  <a:pt x="123136" y="29148"/>
                </a:lnTo>
                <a:lnTo>
                  <a:pt x="122727" y="29352"/>
                </a:lnTo>
                <a:lnTo>
                  <a:pt x="123034" y="30170"/>
                </a:lnTo>
                <a:lnTo>
                  <a:pt x="120375" y="30375"/>
                </a:lnTo>
                <a:lnTo>
                  <a:pt x="120784" y="30477"/>
                </a:lnTo>
                <a:lnTo>
                  <a:pt x="120477" y="30580"/>
                </a:lnTo>
                <a:lnTo>
                  <a:pt x="120682" y="30682"/>
                </a:lnTo>
                <a:lnTo>
                  <a:pt x="120375" y="30784"/>
                </a:lnTo>
                <a:lnTo>
                  <a:pt x="122011" y="31193"/>
                </a:lnTo>
                <a:lnTo>
                  <a:pt x="121909" y="31295"/>
                </a:lnTo>
                <a:lnTo>
                  <a:pt x="122114" y="31295"/>
                </a:lnTo>
                <a:lnTo>
                  <a:pt x="122114" y="31398"/>
                </a:lnTo>
                <a:lnTo>
                  <a:pt x="122727" y="31602"/>
                </a:lnTo>
                <a:lnTo>
                  <a:pt x="122420" y="31705"/>
                </a:lnTo>
                <a:lnTo>
                  <a:pt x="122523" y="32114"/>
                </a:lnTo>
                <a:lnTo>
                  <a:pt x="123239" y="32523"/>
                </a:lnTo>
                <a:lnTo>
                  <a:pt x="123341" y="33136"/>
                </a:lnTo>
                <a:lnTo>
                  <a:pt x="123136" y="33034"/>
                </a:lnTo>
                <a:lnTo>
                  <a:pt x="123750" y="33852"/>
                </a:lnTo>
                <a:lnTo>
                  <a:pt x="123750" y="33852"/>
                </a:lnTo>
                <a:lnTo>
                  <a:pt x="123239" y="33341"/>
                </a:lnTo>
                <a:lnTo>
                  <a:pt x="123136" y="34261"/>
                </a:lnTo>
                <a:lnTo>
                  <a:pt x="123239" y="34159"/>
                </a:lnTo>
                <a:lnTo>
                  <a:pt x="123239" y="34261"/>
                </a:lnTo>
                <a:lnTo>
                  <a:pt x="122830" y="35386"/>
                </a:lnTo>
                <a:lnTo>
                  <a:pt x="117409" y="35284"/>
                </a:lnTo>
                <a:lnTo>
                  <a:pt x="117307" y="35489"/>
                </a:lnTo>
                <a:lnTo>
                  <a:pt x="116898" y="35591"/>
                </a:lnTo>
                <a:lnTo>
                  <a:pt x="116693" y="36307"/>
                </a:lnTo>
                <a:lnTo>
                  <a:pt x="116898" y="36307"/>
                </a:lnTo>
                <a:lnTo>
                  <a:pt x="116898" y="36614"/>
                </a:lnTo>
                <a:lnTo>
                  <a:pt x="117000" y="36614"/>
                </a:lnTo>
                <a:lnTo>
                  <a:pt x="116182" y="40091"/>
                </a:lnTo>
                <a:lnTo>
                  <a:pt x="116795" y="39784"/>
                </a:lnTo>
                <a:lnTo>
                  <a:pt x="116386" y="40295"/>
                </a:lnTo>
                <a:lnTo>
                  <a:pt x="116687" y="40446"/>
                </a:lnTo>
                <a:lnTo>
                  <a:pt x="116687" y="40446"/>
                </a:lnTo>
                <a:lnTo>
                  <a:pt x="116489" y="41932"/>
                </a:lnTo>
                <a:lnTo>
                  <a:pt x="118330" y="41625"/>
                </a:lnTo>
                <a:lnTo>
                  <a:pt x="118739" y="42136"/>
                </a:lnTo>
                <a:lnTo>
                  <a:pt x="118841" y="42034"/>
                </a:lnTo>
                <a:lnTo>
                  <a:pt x="119455" y="42955"/>
                </a:lnTo>
                <a:lnTo>
                  <a:pt x="122420" y="42034"/>
                </a:lnTo>
                <a:lnTo>
                  <a:pt x="122727" y="41625"/>
                </a:lnTo>
                <a:lnTo>
                  <a:pt x="123545" y="41318"/>
                </a:lnTo>
                <a:lnTo>
                  <a:pt x="123852" y="40500"/>
                </a:lnTo>
                <a:lnTo>
                  <a:pt x="124261" y="40193"/>
                </a:lnTo>
                <a:lnTo>
                  <a:pt x="123955" y="39784"/>
                </a:lnTo>
                <a:lnTo>
                  <a:pt x="124773" y="38045"/>
                </a:lnTo>
                <a:lnTo>
                  <a:pt x="126818" y="36920"/>
                </a:lnTo>
                <a:lnTo>
                  <a:pt x="126818" y="35693"/>
                </a:lnTo>
                <a:lnTo>
                  <a:pt x="129682" y="35591"/>
                </a:lnTo>
                <a:lnTo>
                  <a:pt x="131318" y="34466"/>
                </a:lnTo>
                <a:lnTo>
                  <a:pt x="136943" y="38864"/>
                </a:lnTo>
                <a:lnTo>
                  <a:pt x="137250" y="38864"/>
                </a:lnTo>
                <a:lnTo>
                  <a:pt x="137761" y="40091"/>
                </a:lnTo>
                <a:lnTo>
                  <a:pt x="137557" y="40193"/>
                </a:lnTo>
                <a:lnTo>
                  <a:pt x="137352" y="40807"/>
                </a:lnTo>
                <a:lnTo>
                  <a:pt x="137761" y="41011"/>
                </a:lnTo>
                <a:lnTo>
                  <a:pt x="138170" y="39989"/>
                </a:lnTo>
                <a:lnTo>
                  <a:pt x="138580" y="39886"/>
                </a:lnTo>
                <a:lnTo>
                  <a:pt x="138477" y="39375"/>
                </a:lnTo>
                <a:lnTo>
                  <a:pt x="138068" y="39170"/>
                </a:lnTo>
                <a:lnTo>
                  <a:pt x="138375" y="38455"/>
                </a:lnTo>
                <a:lnTo>
                  <a:pt x="139602" y="38966"/>
                </a:lnTo>
                <a:lnTo>
                  <a:pt x="137455" y="37432"/>
                </a:lnTo>
                <a:lnTo>
                  <a:pt x="137557" y="37023"/>
                </a:lnTo>
                <a:lnTo>
                  <a:pt x="136432" y="36818"/>
                </a:lnTo>
                <a:lnTo>
                  <a:pt x="134182" y="34057"/>
                </a:lnTo>
                <a:lnTo>
                  <a:pt x="134284" y="33341"/>
                </a:lnTo>
                <a:lnTo>
                  <a:pt x="135307" y="33239"/>
                </a:lnTo>
                <a:lnTo>
                  <a:pt x="135205" y="33750"/>
                </a:lnTo>
                <a:lnTo>
                  <a:pt x="135716" y="33750"/>
                </a:lnTo>
                <a:lnTo>
                  <a:pt x="135818" y="33545"/>
                </a:lnTo>
                <a:lnTo>
                  <a:pt x="136841" y="34670"/>
                </a:lnTo>
                <a:lnTo>
                  <a:pt x="136534" y="34670"/>
                </a:lnTo>
                <a:lnTo>
                  <a:pt x="138784" y="36102"/>
                </a:lnTo>
                <a:lnTo>
                  <a:pt x="138170" y="35898"/>
                </a:lnTo>
                <a:lnTo>
                  <a:pt x="140420" y="37330"/>
                </a:lnTo>
                <a:lnTo>
                  <a:pt x="140420" y="38557"/>
                </a:lnTo>
                <a:lnTo>
                  <a:pt x="140318" y="38557"/>
                </a:lnTo>
                <a:lnTo>
                  <a:pt x="141955" y="39989"/>
                </a:lnTo>
                <a:lnTo>
                  <a:pt x="141648" y="39989"/>
                </a:lnTo>
                <a:lnTo>
                  <a:pt x="141955" y="40398"/>
                </a:lnTo>
                <a:lnTo>
                  <a:pt x="143080" y="40500"/>
                </a:lnTo>
                <a:lnTo>
                  <a:pt x="143489" y="40807"/>
                </a:lnTo>
                <a:lnTo>
                  <a:pt x="143489" y="40909"/>
                </a:lnTo>
                <a:lnTo>
                  <a:pt x="142159" y="40909"/>
                </a:lnTo>
                <a:lnTo>
                  <a:pt x="142773" y="42239"/>
                </a:lnTo>
                <a:lnTo>
                  <a:pt x="143284" y="42545"/>
                </a:lnTo>
                <a:lnTo>
                  <a:pt x="143898" y="42545"/>
                </a:lnTo>
                <a:lnTo>
                  <a:pt x="143489" y="41318"/>
                </a:lnTo>
                <a:lnTo>
                  <a:pt x="144102" y="41523"/>
                </a:lnTo>
                <a:lnTo>
                  <a:pt x="144102" y="41523"/>
                </a:lnTo>
                <a:lnTo>
                  <a:pt x="143591" y="41011"/>
                </a:lnTo>
                <a:lnTo>
                  <a:pt x="144205" y="41011"/>
                </a:lnTo>
                <a:lnTo>
                  <a:pt x="144409" y="40807"/>
                </a:lnTo>
                <a:lnTo>
                  <a:pt x="143182" y="39989"/>
                </a:lnTo>
                <a:lnTo>
                  <a:pt x="143591" y="39784"/>
                </a:lnTo>
                <a:lnTo>
                  <a:pt x="143386" y="39682"/>
                </a:lnTo>
                <a:lnTo>
                  <a:pt x="143591" y="39580"/>
                </a:lnTo>
                <a:lnTo>
                  <a:pt x="143693" y="39784"/>
                </a:lnTo>
                <a:lnTo>
                  <a:pt x="143591" y="39477"/>
                </a:lnTo>
                <a:lnTo>
                  <a:pt x="143080" y="38761"/>
                </a:lnTo>
                <a:lnTo>
                  <a:pt x="143284" y="38352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4205" y="38864"/>
                </a:lnTo>
                <a:lnTo>
                  <a:pt x="144102" y="38557"/>
                </a:lnTo>
                <a:lnTo>
                  <a:pt x="144511" y="38761"/>
                </a:lnTo>
                <a:lnTo>
                  <a:pt x="144000" y="38250"/>
                </a:lnTo>
                <a:lnTo>
                  <a:pt x="145636" y="38045"/>
                </a:lnTo>
                <a:lnTo>
                  <a:pt x="145943" y="38250"/>
                </a:lnTo>
                <a:lnTo>
                  <a:pt x="146557" y="38250"/>
                </a:lnTo>
                <a:lnTo>
                  <a:pt x="146045" y="38864"/>
                </a:lnTo>
                <a:lnTo>
                  <a:pt x="146864" y="39989"/>
                </a:lnTo>
                <a:lnTo>
                  <a:pt x="146761" y="40295"/>
                </a:lnTo>
                <a:lnTo>
                  <a:pt x="147068" y="40398"/>
                </a:lnTo>
                <a:lnTo>
                  <a:pt x="146659" y="40602"/>
                </a:lnTo>
                <a:lnTo>
                  <a:pt x="146455" y="40295"/>
                </a:lnTo>
                <a:lnTo>
                  <a:pt x="146352" y="40705"/>
                </a:lnTo>
                <a:lnTo>
                  <a:pt x="146864" y="40807"/>
                </a:lnTo>
                <a:lnTo>
                  <a:pt x="147477" y="41727"/>
                </a:lnTo>
                <a:lnTo>
                  <a:pt x="147375" y="41830"/>
                </a:lnTo>
                <a:lnTo>
                  <a:pt x="147273" y="41932"/>
                </a:lnTo>
                <a:lnTo>
                  <a:pt x="148091" y="41932"/>
                </a:lnTo>
                <a:lnTo>
                  <a:pt x="147477" y="42239"/>
                </a:lnTo>
                <a:lnTo>
                  <a:pt x="147989" y="42239"/>
                </a:lnTo>
                <a:lnTo>
                  <a:pt x="147989" y="42341"/>
                </a:lnTo>
                <a:lnTo>
                  <a:pt x="148602" y="42239"/>
                </a:lnTo>
                <a:lnTo>
                  <a:pt x="149523" y="42852"/>
                </a:lnTo>
                <a:lnTo>
                  <a:pt x="150136" y="42648"/>
                </a:lnTo>
                <a:lnTo>
                  <a:pt x="150341" y="42136"/>
                </a:lnTo>
                <a:lnTo>
                  <a:pt x="152080" y="42955"/>
                </a:lnTo>
                <a:lnTo>
                  <a:pt x="152898" y="42852"/>
                </a:lnTo>
                <a:lnTo>
                  <a:pt x="153511" y="42239"/>
                </a:lnTo>
                <a:lnTo>
                  <a:pt x="154227" y="42443"/>
                </a:lnTo>
                <a:lnTo>
                  <a:pt x="154636" y="42136"/>
                </a:lnTo>
                <a:lnTo>
                  <a:pt x="154023" y="47659"/>
                </a:lnTo>
                <a:lnTo>
                  <a:pt x="152489" y="48068"/>
                </a:lnTo>
                <a:lnTo>
                  <a:pt x="152080" y="47864"/>
                </a:lnTo>
                <a:lnTo>
                  <a:pt x="151773" y="47864"/>
                </a:lnTo>
                <a:lnTo>
                  <a:pt x="151773" y="47761"/>
                </a:lnTo>
                <a:lnTo>
                  <a:pt x="151261" y="47557"/>
                </a:lnTo>
                <a:lnTo>
                  <a:pt x="150648" y="47761"/>
                </a:lnTo>
                <a:lnTo>
                  <a:pt x="150955" y="47557"/>
                </a:lnTo>
                <a:lnTo>
                  <a:pt x="150955" y="47557"/>
                </a:lnTo>
                <a:lnTo>
                  <a:pt x="149114" y="48170"/>
                </a:lnTo>
                <a:lnTo>
                  <a:pt x="146148" y="47659"/>
                </a:lnTo>
                <a:lnTo>
                  <a:pt x="145739" y="47148"/>
                </a:lnTo>
                <a:lnTo>
                  <a:pt x="144102" y="46739"/>
                </a:lnTo>
                <a:lnTo>
                  <a:pt x="144000" y="46432"/>
                </a:lnTo>
                <a:lnTo>
                  <a:pt x="143489" y="46227"/>
                </a:lnTo>
                <a:lnTo>
                  <a:pt x="141955" y="46534"/>
                </a:lnTo>
                <a:lnTo>
                  <a:pt x="141443" y="47250"/>
                </a:lnTo>
                <a:lnTo>
                  <a:pt x="141648" y="48170"/>
                </a:lnTo>
                <a:lnTo>
                  <a:pt x="140114" y="48580"/>
                </a:lnTo>
                <a:lnTo>
                  <a:pt x="133773" y="45818"/>
                </a:lnTo>
                <a:lnTo>
                  <a:pt x="133875" y="45818"/>
                </a:lnTo>
                <a:lnTo>
                  <a:pt x="132750" y="44898"/>
                </a:lnTo>
                <a:lnTo>
                  <a:pt x="133568" y="43670"/>
                </a:lnTo>
                <a:lnTo>
                  <a:pt x="133159" y="43057"/>
                </a:lnTo>
                <a:lnTo>
                  <a:pt x="133466" y="41932"/>
                </a:lnTo>
                <a:lnTo>
                  <a:pt x="132852" y="42136"/>
                </a:lnTo>
                <a:lnTo>
                  <a:pt x="132852" y="41830"/>
                </a:lnTo>
                <a:lnTo>
                  <a:pt x="132545" y="41727"/>
                </a:lnTo>
                <a:lnTo>
                  <a:pt x="132545" y="41625"/>
                </a:lnTo>
                <a:lnTo>
                  <a:pt x="130807" y="42136"/>
                </a:lnTo>
                <a:lnTo>
                  <a:pt x="130295" y="41830"/>
                </a:lnTo>
                <a:lnTo>
                  <a:pt x="122318" y="43977"/>
                </a:lnTo>
                <a:lnTo>
                  <a:pt x="121602" y="43670"/>
                </a:lnTo>
                <a:lnTo>
                  <a:pt x="120477" y="43875"/>
                </a:lnTo>
                <a:lnTo>
                  <a:pt x="119659" y="43057"/>
                </a:lnTo>
                <a:lnTo>
                  <a:pt x="115568" y="48477"/>
                </a:lnTo>
                <a:lnTo>
                  <a:pt x="115773" y="48784"/>
                </a:lnTo>
                <a:lnTo>
                  <a:pt x="114034" y="50932"/>
                </a:lnTo>
                <a:lnTo>
                  <a:pt x="112909" y="51239"/>
                </a:lnTo>
                <a:lnTo>
                  <a:pt x="109943" y="55739"/>
                </a:lnTo>
                <a:lnTo>
                  <a:pt x="109943" y="55739"/>
                </a:lnTo>
                <a:lnTo>
                  <a:pt x="110148" y="55534"/>
                </a:lnTo>
                <a:lnTo>
                  <a:pt x="110148" y="55534"/>
                </a:lnTo>
                <a:lnTo>
                  <a:pt x="108920" y="58602"/>
                </a:lnTo>
                <a:lnTo>
                  <a:pt x="109432" y="58807"/>
                </a:lnTo>
                <a:lnTo>
                  <a:pt x="109432" y="60034"/>
                </a:lnTo>
                <a:lnTo>
                  <a:pt x="109636" y="59932"/>
                </a:lnTo>
                <a:lnTo>
                  <a:pt x="109330" y="63716"/>
                </a:lnTo>
                <a:lnTo>
                  <a:pt x="108409" y="64841"/>
                </a:lnTo>
                <a:lnTo>
                  <a:pt x="109023" y="65659"/>
                </a:lnTo>
                <a:lnTo>
                  <a:pt x="109227" y="65557"/>
                </a:lnTo>
                <a:lnTo>
                  <a:pt x="109227" y="66170"/>
                </a:lnTo>
                <a:lnTo>
                  <a:pt x="110250" y="66170"/>
                </a:lnTo>
                <a:lnTo>
                  <a:pt x="109330" y="66375"/>
                </a:lnTo>
                <a:lnTo>
                  <a:pt x="109227" y="66273"/>
                </a:lnTo>
                <a:lnTo>
                  <a:pt x="109023" y="67091"/>
                </a:lnTo>
                <a:lnTo>
                  <a:pt x="109023" y="67091"/>
                </a:lnTo>
                <a:lnTo>
                  <a:pt x="109227" y="66989"/>
                </a:lnTo>
                <a:lnTo>
                  <a:pt x="109739" y="67909"/>
                </a:lnTo>
                <a:lnTo>
                  <a:pt x="110557" y="67705"/>
                </a:lnTo>
                <a:lnTo>
                  <a:pt x="110557" y="67705"/>
                </a:lnTo>
                <a:lnTo>
                  <a:pt x="110148" y="67909"/>
                </a:lnTo>
                <a:lnTo>
                  <a:pt x="110557" y="68114"/>
                </a:lnTo>
                <a:lnTo>
                  <a:pt x="110148" y="68318"/>
                </a:lnTo>
                <a:lnTo>
                  <a:pt x="110250" y="68318"/>
                </a:lnTo>
                <a:lnTo>
                  <a:pt x="110455" y="68523"/>
                </a:lnTo>
                <a:lnTo>
                  <a:pt x="110352" y="68727"/>
                </a:lnTo>
                <a:lnTo>
                  <a:pt x="110557" y="68625"/>
                </a:lnTo>
                <a:lnTo>
                  <a:pt x="110659" y="68932"/>
                </a:lnTo>
                <a:lnTo>
                  <a:pt x="110864" y="69034"/>
                </a:lnTo>
                <a:lnTo>
                  <a:pt x="110966" y="68932"/>
                </a:lnTo>
                <a:lnTo>
                  <a:pt x="111375" y="69648"/>
                </a:lnTo>
                <a:lnTo>
                  <a:pt x="111784" y="69852"/>
                </a:lnTo>
                <a:lnTo>
                  <a:pt x="111784" y="70261"/>
                </a:lnTo>
                <a:lnTo>
                  <a:pt x="112295" y="70875"/>
                </a:lnTo>
                <a:lnTo>
                  <a:pt x="112193" y="71182"/>
                </a:lnTo>
                <a:lnTo>
                  <a:pt x="112500" y="71182"/>
                </a:lnTo>
                <a:lnTo>
                  <a:pt x="112193" y="71284"/>
                </a:lnTo>
                <a:lnTo>
                  <a:pt x="117511" y="75477"/>
                </a:lnTo>
                <a:lnTo>
                  <a:pt x="119557" y="74761"/>
                </a:lnTo>
                <a:lnTo>
                  <a:pt x="119250" y="74761"/>
                </a:lnTo>
                <a:lnTo>
                  <a:pt x="120477" y="74659"/>
                </a:lnTo>
                <a:lnTo>
                  <a:pt x="119966" y="74659"/>
                </a:lnTo>
                <a:lnTo>
                  <a:pt x="121295" y="74557"/>
                </a:lnTo>
                <a:lnTo>
                  <a:pt x="121398" y="74761"/>
                </a:lnTo>
                <a:lnTo>
                  <a:pt x="127534" y="73227"/>
                </a:lnTo>
                <a:lnTo>
                  <a:pt x="127330" y="73432"/>
                </a:lnTo>
                <a:lnTo>
                  <a:pt x="129170" y="74455"/>
                </a:lnTo>
                <a:lnTo>
                  <a:pt x="129170" y="74761"/>
                </a:lnTo>
                <a:lnTo>
                  <a:pt x="129068" y="74761"/>
                </a:lnTo>
                <a:lnTo>
                  <a:pt x="129886" y="75477"/>
                </a:lnTo>
                <a:lnTo>
                  <a:pt x="130091" y="75477"/>
                </a:lnTo>
                <a:lnTo>
                  <a:pt x="130398" y="75580"/>
                </a:lnTo>
                <a:lnTo>
                  <a:pt x="130295" y="75170"/>
                </a:lnTo>
                <a:lnTo>
                  <a:pt x="130398" y="75477"/>
                </a:lnTo>
                <a:lnTo>
                  <a:pt x="130602" y="75170"/>
                </a:lnTo>
                <a:lnTo>
                  <a:pt x="131420" y="75375"/>
                </a:lnTo>
                <a:lnTo>
                  <a:pt x="131625" y="74966"/>
                </a:lnTo>
                <a:lnTo>
                  <a:pt x="132341" y="75784"/>
                </a:lnTo>
                <a:lnTo>
                  <a:pt x="132955" y="75886"/>
                </a:lnTo>
                <a:lnTo>
                  <a:pt x="132852" y="79466"/>
                </a:lnTo>
                <a:lnTo>
                  <a:pt x="132648" y="79568"/>
                </a:lnTo>
                <a:lnTo>
                  <a:pt x="133261" y="79875"/>
                </a:lnTo>
                <a:lnTo>
                  <a:pt x="133057" y="79977"/>
                </a:lnTo>
                <a:lnTo>
                  <a:pt x="132648" y="79670"/>
                </a:lnTo>
                <a:lnTo>
                  <a:pt x="132443" y="80591"/>
                </a:lnTo>
                <a:lnTo>
                  <a:pt x="132034" y="80693"/>
                </a:lnTo>
                <a:lnTo>
                  <a:pt x="132852" y="81716"/>
                </a:lnTo>
                <a:lnTo>
                  <a:pt x="132852" y="81716"/>
                </a:lnTo>
                <a:lnTo>
                  <a:pt x="132341" y="81409"/>
                </a:lnTo>
                <a:lnTo>
                  <a:pt x="132750" y="82023"/>
                </a:lnTo>
                <a:lnTo>
                  <a:pt x="132648" y="82023"/>
                </a:lnTo>
                <a:lnTo>
                  <a:pt x="133261" y="82636"/>
                </a:lnTo>
                <a:lnTo>
                  <a:pt x="132955" y="82534"/>
                </a:lnTo>
                <a:lnTo>
                  <a:pt x="135205" y="85909"/>
                </a:lnTo>
                <a:lnTo>
                  <a:pt x="136023" y="86114"/>
                </a:lnTo>
                <a:lnTo>
                  <a:pt x="135307" y="86318"/>
                </a:lnTo>
                <a:lnTo>
                  <a:pt x="135920" y="89284"/>
                </a:lnTo>
                <a:lnTo>
                  <a:pt x="136023" y="89182"/>
                </a:lnTo>
                <a:lnTo>
                  <a:pt x="136432" y="92557"/>
                </a:lnTo>
                <a:lnTo>
                  <a:pt x="134795" y="96648"/>
                </a:lnTo>
                <a:lnTo>
                  <a:pt x="137045" y="103602"/>
                </a:lnTo>
                <a:lnTo>
                  <a:pt x="136943" y="103602"/>
                </a:lnTo>
                <a:lnTo>
                  <a:pt x="140011" y="115364"/>
                </a:lnTo>
                <a:lnTo>
                  <a:pt x="146148" y="114955"/>
                </a:lnTo>
                <a:lnTo>
                  <a:pt x="146557" y="114648"/>
                </a:lnTo>
                <a:lnTo>
                  <a:pt x="147068" y="114648"/>
                </a:lnTo>
                <a:lnTo>
                  <a:pt x="152693" y="109125"/>
                </a:lnTo>
                <a:lnTo>
                  <a:pt x="153205" y="106977"/>
                </a:lnTo>
                <a:lnTo>
                  <a:pt x="153102" y="107080"/>
                </a:lnTo>
                <a:lnTo>
                  <a:pt x="153205" y="106875"/>
                </a:lnTo>
                <a:lnTo>
                  <a:pt x="153205" y="106977"/>
                </a:lnTo>
                <a:lnTo>
                  <a:pt x="155659" y="104523"/>
                </a:lnTo>
                <a:lnTo>
                  <a:pt x="155659" y="102784"/>
                </a:lnTo>
                <a:lnTo>
                  <a:pt x="155557" y="103091"/>
                </a:lnTo>
                <a:lnTo>
                  <a:pt x="155045" y="100330"/>
                </a:lnTo>
                <a:lnTo>
                  <a:pt x="160670" y="95932"/>
                </a:lnTo>
                <a:lnTo>
                  <a:pt x="160875" y="91125"/>
                </a:lnTo>
                <a:lnTo>
                  <a:pt x="160057" y="90307"/>
                </a:lnTo>
                <a:lnTo>
                  <a:pt x="159955" y="87136"/>
                </a:lnTo>
                <a:lnTo>
                  <a:pt x="159341" y="86523"/>
                </a:lnTo>
                <a:lnTo>
                  <a:pt x="161284" y="82125"/>
                </a:lnTo>
                <a:lnTo>
                  <a:pt x="161693" y="82023"/>
                </a:lnTo>
                <a:lnTo>
                  <a:pt x="170591" y="69341"/>
                </a:lnTo>
                <a:lnTo>
                  <a:pt x="170386" y="69136"/>
                </a:lnTo>
                <a:lnTo>
                  <a:pt x="170284" y="69341"/>
                </a:lnTo>
                <a:lnTo>
                  <a:pt x="170182" y="67807"/>
                </a:lnTo>
                <a:lnTo>
                  <a:pt x="164557" y="69341"/>
                </a:lnTo>
                <a:lnTo>
                  <a:pt x="162511" y="68114"/>
                </a:lnTo>
                <a:lnTo>
                  <a:pt x="163330" y="67602"/>
                </a:lnTo>
                <a:lnTo>
                  <a:pt x="162920" y="66784"/>
                </a:lnTo>
                <a:lnTo>
                  <a:pt x="162920" y="66886"/>
                </a:lnTo>
                <a:lnTo>
                  <a:pt x="159955" y="64125"/>
                </a:lnTo>
                <a:lnTo>
                  <a:pt x="159955" y="64534"/>
                </a:lnTo>
                <a:lnTo>
                  <a:pt x="157193" y="58295"/>
                </a:lnTo>
                <a:lnTo>
                  <a:pt x="157193" y="58295"/>
                </a:lnTo>
                <a:lnTo>
                  <a:pt x="157295" y="58398"/>
                </a:lnTo>
                <a:lnTo>
                  <a:pt x="156375" y="56761"/>
                </a:lnTo>
                <a:lnTo>
                  <a:pt x="155966" y="56557"/>
                </a:lnTo>
                <a:lnTo>
                  <a:pt x="155659" y="56148"/>
                </a:lnTo>
                <a:lnTo>
                  <a:pt x="155864" y="55432"/>
                </a:lnTo>
                <a:lnTo>
                  <a:pt x="152591" y="49193"/>
                </a:lnTo>
                <a:lnTo>
                  <a:pt x="152591" y="49193"/>
                </a:lnTo>
                <a:lnTo>
                  <a:pt x="153716" y="51136"/>
                </a:lnTo>
                <a:lnTo>
                  <a:pt x="154330" y="50830"/>
                </a:lnTo>
                <a:lnTo>
                  <a:pt x="154739" y="49602"/>
                </a:lnTo>
                <a:lnTo>
                  <a:pt x="154534" y="51136"/>
                </a:lnTo>
                <a:lnTo>
                  <a:pt x="158727" y="56557"/>
                </a:lnTo>
                <a:lnTo>
                  <a:pt x="158625" y="56557"/>
                </a:lnTo>
                <a:lnTo>
                  <a:pt x="162614" y="64330"/>
                </a:lnTo>
                <a:lnTo>
                  <a:pt x="162511" y="64227"/>
                </a:lnTo>
                <a:lnTo>
                  <a:pt x="162511" y="64227"/>
                </a:lnTo>
                <a:lnTo>
                  <a:pt x="163330" y="66989"/>
                </a:lnTo>
                <a:lnTo>
                  <a:pt x="171102" y="63818"/>
                </a:lnTo>
                <a:lnTo>
                  <a:pt x="171102" y="63409"/>
                </a:lnTo>
                <a:lnTo>
                  <a:pt x="173557" y="62489"/>
                </a:lnTo>
                <a:lnTo>
                  <a:pt x="173659" y="61977"/>
                </a:lnTo>
                <a:lnTo>
                  <a:pt x="174580" y="61568"/>
                </a:lnTo>
                <a:lnTo>
                  <a:pt x="174989" y="60750"/>
                </a:lnTo>
                <a:lnTo>
                  <a:pt x="175807" y="60443"/>
                </a:lnTo>
                <a:lnTo>
                  <a:pt x="175705" y="59625"/>
                </a:lnTo>
                <a:lnTo>
                  <a:pt x="176114" y="58807"/>
                </a:lnTo>
                <a:lnTo>
                  <a:pt x="176216" y="59114"/>
                </a:lnTo>
                <a:lnTo>
                  <a:pt x="177341" y="57170"/>
                </a:lnTo>
                <a:lnTo>
                  <a:pt x="174273" y="54920"/>
                </a:lnTo>
                <a:lnTo>
                  <a:pt x="173864" y="52977"/>
                </a:lnTo>
                <a:lnTo>
                  <a:pt x="172330" y="55023"/>
                </a:lnTo>
                <a:lnTo>
                  <a:pt x="170080" y="55330"/>
                </a:lnTo>
                <a:lnTo>
                  <a:pt x="169875" y="55023"/>
                </a:lnTo>
                <a:lnTo>
                  <a:pt x="169568" y="55023"/>
                </a:lnTo>
                <a:lnTo>
                  <a:pt x="169670" y="54818"/>
                </a:lnTo>
                <a:lnTo>
                  <a:pt x="169466" y="54716"/>
                </a:lnTo>
                <a:lnTo>
                  <a:pt x="169670" y="54000"/>
                </a:lnTo>
                <a:lnTo>
                  <a:pt x="169466" y="53284"/>
                </a:lnTo>
                <a:lnTo>
                  <a:pt x="169057" y="53795"/>
                </a:lnTo>
                <a:lnTo>
                  <a:pt x="169057" y="54511"/>
                </a:lnTo>
                <a:lnTo>
                  <a:pt x="168239" y="53182"/>
                </a:lnTo>
                <a:lnTo>
                  <a:pt x="168341" y="53182"/>
                </a:lnTo>
                <a:lnTo>
                  <a:pt x="168239" y="52568"/>
                </a:lnTo>
                <a:lnTo>
                  <a:pt x="168341" y="52568"/>
                </a:lnTo>
                <a:lnTo>
                  <a:pt x="165886" y="49807"/>
                </a:lnTo>
                <a:lnTo>
                  <a:pt x="166193" y="49602"/>
                </a:lnTo>
                <a:lnTo>
                  <a:pt x="165989" y="49193"/>
                </a:lnTo>
                <a:lnTo>
                  <a:pt x="166398" y="49295"/>
                </a:lnTo>
                <a:lnTo>
                  <a:pt x="166807" y="48682"/>
                </a:lnTo>
                <a:lnTo>
                  <a:pt x="166807" y="48784"/>
                </a:lnTo>
                <a:lnTo>
                  <a:pt x="171409" y="52568"/>
                </a:lnTo>
                <a:lnTo>
                  <a:pt x="172943" y="52466"/>
                </a:lnTo>
                <a:lnTo>
                  <a:pt x="173557" y="52057"/>
                </a:lnTo>
                <a:lnTo>
                  <a:pt x="174273" y="52364"/>
                </a:lnTo>
                <a:lnTo>
                  <a:pt x="174580" y="53182"/>
                </a:lnTo>
                <a:lnTo>
                  <a:pt x="177545" y="54000"/>
                </a:lnTo>
                <a:lnTo>
                  <a:pt x="177648" y="53898"/>
                </a:lnTo>
                <a:lnTo>
                  <a:pt x="177750" y="54000"/>
                </a:lnTo>
                <a:lnTo>
                  <a:pt x="182761" y="53898"/>
                </a:lnTo>
                <a:lnTo>
                  <a:pt x="182557" y="53795"/>
                </a:lnTo>
                <a:lnTo>
                  <a:pt x="182557" y="53795"/>
                </a:lnTo>
                <a:lnTo>
                  <a:pt x="182864" y="53898"/>
                </a:lnTo>
                <a:lnTo>
                  <a:pt x="182966" y="53898"/>
                </a:lnTo>
                <a:lnTo>
                  <a:pt x="184091" y="55432"/>
                </a:lnTo>
                <a:lnTo>
                  <a:pt x="184500" y="55636"/>
                </a:lnTo>
                <a:lnTo>
                  <a:pt x="184500" y="55534"/>
                </a:lnTo>
                <a:lnTo>
                  <a:pt x="185114" y="55534"/>
                </a:lnTo>
                <a:lnTo>
                  <a:pt x="184909" y="56045"/>
                </a:lnTo>
                <a:lnTo>
                  <a:pt x="185727" y="56557"/>
                </a:lnTo>
                <a:lnTo>
                  <a:pt x="186750" y="56250"/>
                </a:lnTo>
                <a:lnTo>
                  <a:pt x="185727" y="57068"/>
                </a:lnTo>
                <a:lnTo>
                  <a:pt x="185420" y="57068"/>
                </a:lnTo>
                <a:lnTo>
                  <a:pt x="187568" y="58602"/>
                </a:lnTo>
                <a:lnTo>
                  <a:pt x="188386" y="58193"/>
                </a:lnTo>
                <a:lnTo>
                  <a:pt x="188284" y="57170"/>
                </a:lnTo>
                <a:lnTo>
                  <a:pt x="188898" y="57170"/>
                </a:lnTo>
                <a:lnTo>
                  <a:pt x="188693" y="57682"/>
                </a:lnTo>
                <a:lnTo>
                  <a:pt x="189205" y="57682"/>
                </a:lnTo>
                <a:lnTo>
                  <a:pt x="188795" y="57989"/>
                </a:lnTo>
                <a:lnTo>
                  <a:pt x="188898" y="57989"/>
                </a:lnTo>
                <a:lnTo>
                  <a:pt x="189307" y="60239"/>
                </a:lnTo>
                <a:lnTo>
                  <a:pt x="189205" y="60239"/>
                </a:lnTo>
                <a:lnTo>
                  <a:pt x="189205" y="60545"/>
                </a:lnTo>
                <a:lnTo>
                  <a:pt x="189307" y="60341"/>
                </a:lnTo>
                <a:lnTo>
                  <a:pt x="190636" y="64227"/>
                </a:lnTo>
                <a:lnTo>
                  <a:pt x="190534" y="64227"/>
                </a:lnTo>
                <a:lnTo>
                  <a:pt x="193160" y="69965"/>
                </a:lnTo>
                <a:lnTo>
                  <a:pt x="194216" y="71693"/>
                </a:lnTo>
                <a:lnTo>
                  <a:pt x="195955" y="70568"/>
                </a:lnTo>
                <a:lnTo>
                  <a:pt x="195545" y="70261"/>
                </a:lnTo>
                <a:lnTo>
                  <a:pt x="195852" y="69443"/>
                </a:lnTo>
                <a:lnTo>
                  <a:pt x="196364" y="69239"/>
                </a:lnTo>
                <a:lnTo>
                  <a:pt x="196568" y="66375"/>
                </a:lnTo>
                <a:lnTo>
                  <a:pt x="196466" y="66170"/>
                </a:lnTo>
                <a:lnTo>
                  <a:pt x="196261" y="63920"/>
                </a:lnTo>
                <a:lnTo>
                  <a:pt x="196875" y="63818"/>
                </a:lnTo>
                <a:lnTo>
                  <a:pt x="200455" y="59830"/>
                </a:lnTo>
                <a:lnTo>
                  <a:pt x="200250" y="59932"/>
                </a:lnTo>
                <a:lnTo>
                  <a:pt x="200250" y="59932"/>
                </a:lnTo>
                <a:lnTo>
                  <a:pt x="201580" y="58705"/>
                </a:lnTo>
                <a:lnTo>
                  <a:pt x="201477" y="58091"/>
                </a:lnTo>
                <a:lnTo>
                  <a:pt x="202398" y="57580"/>
                </a:lnTo>
                <a:lnTo>
                  <a:pt x="202295" y="57068"/>
                </a:lnTo>
                <a:lnTo>
                  <a:pt x="202500" y="57580"/>
                </a:lnTo>
                <a:lnTo>
                  <a:pt x="202705" y="57682"/>
                </a:lnTo>
                <a:lnTo>
                  <a:pt x="202909" y="57273"/>
                </a:lnTo>
                <a:lnTo>
                  <a:pt x="203114" y="57886"/>
                </a:lnTo>
                <a:lnTo>
                  <a:pt x="203216" y="57682"/>
                </a:lnTo>
                <a:lnTo>
                  <a:pt x="203420" y="57784"/>
                </a:lnTo>
                <a:lnTo>
                  <a:pt x="203420" y="57784"/>
                </a:lnTo>
                <a:lnTo>
                  <a:pt x="203216" y="57477"/>
                </a:lnTo>
                <a:lnTo>
                  <a:pt x="203318" y="57273"/>
                </a:lnTo>
                <a:lnTo>
                  <a:pt x="203625" y="57682"/>
                </a:lnTo>
                <a:lnTo>
                  <a:pt x="203625" y="57170"/>
                </a:lnTo>
                <a:lnTo>
                  <a:pt x="203830" y="57682"/>
                </a:lnTo>
                <a:lnTo>
                  <a:pt x="204136" y="56966"/>
                </a:lnTo>
                <a:lnTo>
                  <a:pt x="204136" y="57375"/>
                </a:lnTo>
                <a:lnTo>
                  <a:pt x="204341" y="57273"/>
                </a:lnTo>
                <a:lnTo>
                  <a:pt x="204341" y="57580"/>
                </a:lnTo>
                <a:lnTo>
                  <a:pt x="204648" y="57170"/>
                </a:lnTo>
                <a:lnTo>
                  <a:pt x="204545" y="56250"/>
                </a:lnTo>
                <a:lnTo>
                  <a:pt x="204239" y="55943"/>
                </a:lnTo>
                <a:lnTo>
                  <a:pt x="204443" y="55943"/>
                </a:lnTo>
                <a:lnTo>
                  <a:pt x="204443" y="55739"/>
                </a:lnTo>
                <a:lnTo>
                  <a:pt x="205773" y="57068"/>
                </a:lnTo>
                <a:lnTo>
                  <a:pt x="206795" y="59216"/>
                </a:lnTo>
                <a:lnTo>
                  <a:pt x="206795" y="58909"/>
                </a:lnTo>
                <a:lnTo>
                  <a:pt x="207102" y="59011"/>
                </a:lnTo>
                <a:lnTo>
                  <a:pt x="207307" y="59625"/>
                </a:lnTo>
                <a:lnTo>
                  <a:pt x="207307" y="59420"/>
                </a:lnTo>
                <a:lnTo>
                  <a:pt x="207818" y="59523"/>
                </a:lnTo>
                <a:lnTo>
                  <a:pt x="208125" y="60136"/>
                </a:lnTo>
                <a:lnTo>
                  <a:pt x="207716" y="60136"/>
                </a:lnTo>
                <a:lnTo>
                  <a:pt x="208125" y="60648"/>
                </a:lnTo>
                <a:lnTo>
                  <a:pt x="208125" y="60239"/>
                </a:lnTo>
                <a:lnTo>
                  <a:pt x="208432" y="60750"/>
                </a:lnTo>
                <a:lnTo>
                  <a:pt x="208330" y="60750"/>
                </a:lnTo>
                <a:lnTo>
                  <a:pt x="208739" y="63614"/>
                </a:lnTo>
                <a:lnTo>
                  <a:pt x="209148" y="63102"/>
                </a:lnTo>
                <a:lnTo>
                  <a:pt x="209148" y="63716"/>
                </a:lnTo>
                <a:lnTo>
                  <a:pt x="209352" y="63409"/>
                </a:lnTo>
                <a:lnTo>
                  <a:pt x="210170" y="63409"/>
                </a:lnTo>
                <a:lnTo>
                  <a:pt x="210477" y="63205"/>
                </a:lnTo>
                <a:lnTo>
                  <a:pt x="210477" y="62795"/>
                </a:lnTo>
                <a:lnTo>
                  <a:pt x="210886" y="62898"/>
                </a:lnTo>
                <a:lnTo>
                  <a:pt x="210989" y="62182"/>
                </a:lnTo>
                <a:lnTo>
                  <a:pt x="211807" y="63000"/>
                </a:lnTo>
                <a:lnTo>
                  <a:pt x="212318" y="64943"/>
                </a:lnTo>
                <a:lnTo>
                  <a:pt x="212216" y="64943"/>
                </a:lnTo>
                <a:lnTo>
                  <a:pt x="212523" y="65966"/>
                </a:lnTo>
                <a:lnTo>
                  <a:pt x="212625" y="65659"/>
                </a:lnTo>
                <a:lnTo>
                  <a:pt x="213239" y="69750"/>
                </a:lnTo>
                <a:lnTo>
                  <a:pt x="213341" y="69545"/>
                </a:lnTo>
                <a:lnTo>
                  <a:pt x="213136" y="71386"/>
                </a:lnTo>
                <a:lnTo>
                  <a:pt x="218045" y="78545"/>
                </a:lnTo>
                <a:lnTo>
                  <a:pt x="218455" y="78545"/>
                </a:lnTo>
                <a:lnTo>
                  <a:pt x="218557" y="78341"/>
                </a:lnTo>
                <a:lnTo>
                  <a:pt x="218864" y="78341"/>
                </a:lnTo>
                <a:lnTo>
                  <a:pt x="217739" y="74659"/>
                </a:lnTo>
                <a:lnTo>
                  <a:pt x="215182" y="72307"/>
                </a:lnTo>
                <a:lnTo>
                  <a:pt x="215284" y="72614"/>
                </a:lnTo>
                <a:lnTo>
                  <a:pt x="214875" y="72102"/>
                </a:lnTo>
                <a:lnTo>
                  <a:pt x="215182" y="72307"/>
                </a:lnTo>
                <a:lnTo>
                  <a:pt x="214875" y="71284"/>
                </a:lnTo>
                <a:lnTo>
                  <a:pt x="214773" y="71386"/>
                </a:lnTo>
                <a:lnTo>
                  <a:pt x="213852" y="69852"/>
                </a:lnTo>
                <a:lnTo>
                  <a:pt x="214364" y="66580"/>
                </a:lnTo>
                <a:lnTo>
                  <a:pt x="214261" y="66375"/>
                </a:lnTo>
                <a:lnTo>
                  <a:pt x="215080" y="66273"/>
                </a:lnTo>
                <a:lnTo>
                  <a:pt x="215080" y="66784"/>
                </a:lnTo>
                <a:lnTo>
                  <a:pt x="216409" y="67398"/>
                </a:lnTo>
                <a:lnTo>
                  <a:pt x="216409" y="67295"/>
                </a:lnTo>
                <a:lnTo>
                  <a:pt x="216716" y="67602"/>
                </a:lnTo>
                <a:lnTo>
                  <a:pt x="216716" y="67500"/>
                </a:lnTo>
                <a:lnTo>
                  <a:pt x="217023" y="68011"/>
                </a:lnTo>
                <a:lnTo>
                  <a:pt x="217125" y="67909"/>
                </a:lnTo>
                <a:lnTo>
                  <a:pt x="217330" y="68625"/>
                </a:lnTo>
                <a:lnTo>
                  <a:pt x="217636" y="68625"/>
                </a:lnTo>
                <a:lnTo>
                  <a:pt x="217739" y="69034"/>
                </a:lnTo>
                <a:lnTo>
                  <a:pt x="219068" y="69648"/>
                </a:lnTo>
                <a:lnTo>
                  <a:pt x="218966" y="71182"/>
                </a:lnTo>
                <a:lnTo>
                  <a:pt x="218966" y="71182"/>
                </a:lnTo>
                <a:lnTo>
                  <a:pt x="219886" y="70568"/>
                </a:lnTo>
                <a:lnTo>
                  <a:pt x="219886" y="69750"/>
                </a:lnTo>
                <a:lnTo>
                  <a:pt x="220500" y="70159"/>
                </a:lnTo>
                <a:lnTo>
                  <a:pt x="220091" y="69545"/>
                </a:lnTo>
                <a:lnTo>
                  <a:pt x="220602" y="69852"/>
                </a:lnTo>
                <a:lnTo>
                  <a:pt x="220398" y="69443"/>
                </a:lnTo>
                <a:lnTo>
                  <a:pt x="222545" y="68318"/>
                </a:lnTo>
                <a:lnTo>
                  <a:pt x="222737" y="67743"/>
                </a:lnTo>
                <a:lnTo>
                  <a:pt x="222648" y="67295"/>
                </a:lnTo>
                <a:lnTo>
                  <a:pt x="222750" y="67295"/>
                </a:lnTo>
                <a:lnTo>
                  <a:pt x="222750" y="66886"/>
                </a:lnTo>
                <a:lnTo>
                  <a:pt x="222852" y="67091"/>
                </a:lnTo>
                <a:lnTo>
                  <a:pt x="222545" y="65864"/>
                </a:lnTo>
                <a:lnTo>
                  <a:pt x="219375" y="61773"/>
                </a:lnTo>
                <a:lnTo>
                  <a:pt x="219477" y="61773"/>
                </a:lnTo>
                <a:lnTo>
                  <a:pt x="218659" y="60239"/>
                </a:lnTo>
                <a:lnTo>
                  <a:pt x="219170" y="58398"/>
                </a:lnTo>
                <a:lnTo>
                  <a:pt x="219682" y="58500"/>
                </a:lnTo>
                <a:lnTo>
                  <a:pt x="220602" y="57477"/>
                </a:lnTo>
                <a:lnTo>
                  <a:pt x="221216" y="57989"/>
                </a:lnTo>
                <a:lnTo>
                  <a:pt x="221625" y="57682"/>
                </a:lnTo>
                <a:lnTo>
                  <a:pt x="221830" y="57886"/>
                </a:lnTo>
                <a:lnTo>
                  <a:pt x="221830" y="58500"/>
                </a:lnTo>
                <a:lnTo>
                  <a:pt x="222239" y="59011"/>
                </a:lnTo>
                <a:lnTo>
                  <a:pt x="222136" y="59011"/>
                </a:lnTo>
                <a:lnTo>
                  <a:pt x="222545" y="59114"/>
                </a:lnTo>
                <a:lnTo>
                  <a:pt x="222239" y="58500"/>
                </a:lnTo>
                <a:lnTo>
                  <a:pt x="222443" y="58091"/>
                </a:lnTo>
                <a:lnTo>
                  <a:pt x="224080" y="57477"/>
                </a:lnTo>
                <a:lnTo>
                  <a:pt x="224591" y="57477"/>
                </a:lnTo>
                <a:lnTo>
                  <a:pt x="224693" y="57170"/>
                </a:lnTo>
                <a:lnTo>
                  <a:pt x="225102" y="57068"/>
                </a:lnTo>
                <a:lnTo>
                  <a:pt x="224795" y="56455"/>
                </a:lnTo>
                <a:lnTo>
                  <a:pt x="225000" y="56250"/>
                </a:lnTo>
                <a:lnTo>
                  <a:pt x="225716" y="57068"/>
                </a:lnTo>
                <a:lnTo>
                  <a:pt x="226023" y="56659"/>
                </a:lnTo>
                <a:lnTo>
                  <a:pt x="226125" y="56761"/>
                </a:lnTo>
                <a:lnTo>
                  <a:pt x="226534" y="56659"/>
                </a:lnTo>
                <a:lnTo>
                  <a:pt x="226739" y="56659"/>
                </a:lnTo>
                <a:lnTo>
                  <a:pt x="226739" y="56557"/>
                </a:lnTo>
                <a:lnTo>
                  <a:pt x="227352" y="56455"/>
                </a:lnTo>
                <a:lnTo>
                  <a:pt x="227761" y="55739"/>
                </a:lnTo>
                <a:lnTo>
                  <a:pt x="228170" y="55739"/>
                </a:lnTo>
                <a:lnTo>
                  <a:pt x="228375" y="55534"/>
                </a:lnTo>
                <a:lnTo>
                  <a:pt x="228477" y="54920"/>
                </a:lnTo>
                <a:lnTo>
                  <a:pt x="229807" y="54000"/>
                </a:lnTo>
                <a:lnTo>
                  <a:pt x="229705" y="53386"/>
                </a:lnTo>
                <a:lnTo>
                  <a:pt x="229193" y="53182"/>
                </a:lnTo>
                <a:lnTo>
                  <a:pt x="229807" y="52977"/>
                </a:lnTo>
                <a:lnTo>
                  <a:pt x="229398" y="52466"/>
                </a:lnTo>
                <a:lnTo>
                  <a:pt x="229602" y="52466"/>
                </a:lnTo>
                <a:lnTo>
                  <a:pt x="229807" y="52670"/>
                </a:lnTo>
                <a:lnTo>
                  <a:pt x="230318" y="50932"/>
                </a:lnTo>
                <a:lnTo>
                  <a:pt x="230727" y="50932"/>
                </a:lnTo>
                <a:lnTo>
                  <a:pt x="230523" y="50318"/>
                </a:lnTo>
                <a:lnTo>
                  <a:pt x="230625" y="50318"/>
                </a:lnTo>
                <a:lnTo>
                  <a:pt x="230318" y="50114"/>
                </a:lnTo>
                <a:lnTo>
                  <a:pt x="230727" y="50114"/>
                </a:lnTo>
                <a:lnTo>
                  <a:pt x="230625" y="49602"/>
                </a:lnTo>
                <a:lnTo>
                  <a:pt x="230318" y="49705"/>
                </a:lnTo>
                <a:lnTo>
                  <a:pt x="230625" y="49295"/>
                </a:lnTo>
                <a:lnTo>
                  <a:pt x="229807" y="48886"/>
                </a:lnTo>
                <a:lnTo>
                  <a:pt x="229295" y="49091"/>
                </a:lnTo>
                <a:lnTo>
                  <a:pt x="228886" y="48989"/>
                </a:lnTo>
                <a:lnTo>
                  <a:pt x="230011" y="48273"/>
                </a:lnTo>
                <a:lnTo>
                  <a:pt x="229909" y="47966"/>
                </a:lnTo>
                <a:lnTo>
                  <a:pt x="228682" y="47148"/>
                </a:lnTo>
                <a:lnTo>
                  <a:pt x="228170" y="47250"/>
                </a:lnTo>
                <a:lnTo>
                  <a:pt x="228477" y="47045"/>
                </a:lnTo>
                <a:lnTo>
                  <a:pt x="229807" y="47455"/>
                </a:lnTo>
                <a:lnTo>
                  <a:pt x="226227" y="44080"/>
                </a:lnTo>
                <a:lnTo>
                  <a:pt x="226739" y="43057"/>
                </a:lnTo>
                <a:lnTo>
                  <a:pt x="226534" y="42750"/>
                </a:lnTo>
                <a:lnTo>
                  <a:pt x="226534" y="42750"/>
                </a:lnTo>
                <a:lnTo>
                  <a:pt x="226739" y="42955"/>
                </a:lnTo>
                <a:lnTo>
                  <a:pt x="227045" y="42545"/>
                </a:lnTo>
                <a:lnTo>
                  <a:pt x="226943" y="42341"/>
                </a:lnTo>
                <a:lnTo>
                  <a:pt x="228170" y="41932"/>
                </a:lnTo>
                <a:lnTo>
                  <a:pt x="228170" y="41523"/>
                </a:lnTo>
                <a:lnTo>
                  <a:pt x="225920" y="41216"/>
                </a:lnTo>
                <a:lnTo>
                  <a:pt x="225511" y="41830"/>
                </a:lnTo>
                <a:lnTo>
                  <a:pt x="225000" y="41625"/>
                </a:lnTo>
                <a:lnTo>
                  <a:pt x="224898" y="41216"/>
                </a:lnTo>
                <a:lnTo>
                  <a:pt x="223159" y="39989"/>
                </a:lnTo>
                <a:lnTo>
                  <a:pt x="224182" y="39580"/>
                </a:lnTo>
                <a:lnTo>
                  <a:pt x="224284" y="38966"/>
                </a:lnTo>
                <a:lnTo>
                  <a:pt x="224898" y="38659"/>
                </a:lnTo>
                <a:lnTo>
                  <a:pt x="225000" y="38250"/>
                </a:lnTo>
                <a:lnTo>
                  <a:pt x="225614" y="37943"/>
                </a:lnTo>
                <a:lnTo>
                  <a:pt x="226227" y="38557"/>
                </a:lnTo>
                <a:lnTo>
                  <a:pt x="226023" y="39477"/>
                </a:lnTo>
                <a:lnTo>
                  <a:pt x="226432" y="39477"/>
                </a:lnTo>
                <a:lnTo>
                  <a:pt x="226432" y="39784"/>
                </a:lnTo>
                <a:lnTo>
                  <a:pt x="226125" y="39989"/>
                </a:lnTo>
                <a:lnTo>
                  <a:pt x="226534" y="39989"/>
                </a:lnTo>
                <a:lnTo>
                  <a:pt x="226636" y="39886"/>
                </a:lnTo>
                <a:lnTo>
                  <a:pt x="228273" y="38864"/>
                </a:lnTo>
                <a:lnTo>
                  <a:pt x="228682" y="39273"/>
                </a:lnTo>
                <a:lnTo>
                  <a:pt x="228784" y="39068"/>
                </a:lnTo>
                <a:lnTo>
                  <a:pt x="229500" y="39580"/>
                </a:lnTo>
                <a:lnTo>
                  <a:pt x="229602" y="40091"/>
                </a:lnTo>
                <a:lnTo>
                  <a:pt x="229909" y="40193"/>
                </a:lnTo>
                <a:lnTo>
                  <a:pt x="229500" y="40807"/>
                </a:lnTo>
                <a:lnTo>
                  <a:pt x="230011" y="40807"/>
                </a:lnTo>
                <a:lnTo>
                  <a:pt x="229807" y="41011"/>
                </a:lnTo>
                <a:lnTo>
                  <a:pt x="230114" y="41114"/>
                </a:lnTo>
                <a:lnTo>
                  <a:pt x="230216" y="41216"/>
                </a:lnTo>
                <a:lnTo>
                  <a:pt x="230420" y="41114"/>
                </a:lnTo>
                <a:lnTo>
                  <a:pt x="230523" y="40909"/>
                </a:lnTo>
                <a:lnTo>
                  <a:pt x="231955" y="42136"/>
                </a:lnTo>
                <a:lnTo>
                  <a:pt x="231341" y="42136"/>
                </a:lnTo>
                <a:lnTo>
                  <a:pt x="232670" y="44182"/>
                </a:lnTo>
                <a:lnTo>
                  <a:pt x="232568" y="44284"/>
                </a:lnTo>
                <a:lnTo>
                  <a:pt x="232670" y="44386"/>
                </a:lnTo>
                <a:lnTo>
                  <a:pt x="232466" y="44386"/>
                </a:lnTo>
                <a:lnTo>
                  <a:pt x="232875" y="44795"/>
                </a:lnTo>
                <a:lnTo>
                  <a:pt x="233080" y="44591"/>
                </a:lnTo>
                <a:lnTo>
                  <a:pt x="233182" y="44284"/>
                </a:lnTo>
                <a:lnTo>
                  <a:pt x="233489" y="44489"/>
                </a:lnTo>
                <a:lnTo>
                  <a:pt x="233386" y="44284"/>
                </a:lnTo>
                <a:lnTo>
                  <a:pt x="233591" y="44284"/>
                </a:lnTo>
                <a:lnTo>
                  <a:pt x="233693" y="44080"/>
                </a:lnTo>
                <a:lnTo>
                  <a:pt x="234205" y="44182"/>
                </a:lnTo>
                <a:lnTo>
                  <a:pt x="234614" y="43875"/>
                </a:lnTo>
                <a:lnTo>
                  <a:pt x="234614" y="42955"/>
                </a:lnTo>
                <a:lnTo>
                  <a:pt x="231034" y="39170"/>
                </a:lnTo>
                <a:lnTo>
                  <a:pt x="232261" y="38045"/>
                </a:lnTo>
                <a:lnTo>
                  <a:pt x="232057" y="36205"/>
                </a:lnTo>
                <a:lnTo>
                  <a:pt x="232057" y="36205"/>
                </a:lnTo>
                <a:lnTo>
                  <a:pt x="232364" y="36307"/>
                </a:lnTo>
                <a:lnTo>
                  <a:pt x="232670" y="35591"/>
                </a:lnTo>
                <a:lnTo>
                  <a:pt x="232977" y="35591"/>
                </a:lnTo>
                <a:lnTo>
                  <a:pt x="234102" y="36102"/>
                </a:lnTo>
                <a:lnTo>
                  <a:pt x="235739" y="30273"/>
                </a:lnTo>
                <a:lnTo>
                  <a:pt x="232670" y="25773"/>
                </a:lnTo>
                <a:lnTo>
                  <a:pt x="232670" y="25466"/>
                </a:lnTo>
                <a:lnTo>
                  <a:pt x="229909" y="24545"/>
                </a:lnTo>
                <a:lnTo>
                  <a:pt x="230420" y="25159"/>
                </a:lnTo>
                <a:lnTo>
                  <a:pt x="230318" y="25364"/>
                </a:lnTo>
                <a:lnTo>
                  <a:pt x="230114" y="24955"/>
                </a:lnTo>
                <a:lnTo>
                  <a:pt x="230114" y="25159"/>
                </a:lnTo>
                <a:lnTo>
                  <a:pt x="229500" y="25261"/>
                </a:lnTo>
                <a:lnTo>
                  <a:pt x="229602" y="24955"/>
                </a:lnTo>
                <a:lnTo>
                  <a:pt x="228886" y="24648"/>
                </a:lnTo>
                <a:lnTo>
                  <a:pt x="229193" y="25057"/>
                </a:lnTo>
                <a:lnTo>
                  <a:pt x="226841" y="23830"/>
                </a:lnTo>
                <a:lnTo>
                  <a:pt x="228068" y="21068"/>
                </a:lnTo>
                <a:lnTo>
                  <a:pt x="227864" y="20761"/>
                </a:lnTo>
                <a:lnTo>
                  <a:pt x="228170" y="20455"/>
                </a:lnTo>
                <a:lnTo>
                  <a:pt x="228170" y="20045"/>
                </a:lnTo>
                <a:lnTo>
                  <a:pt x="231034" y="19841"/>
                </a:lnTo>
                <a:lnTo>
                  <a:pt x="231034" y="19636"/>
                </a:lnTo>
                <a:lnTo>
                  <a:pt x="232875" y="19841"/>
                </a:lnTo>
                <a:lnTo>
                  <a:pt x="232568" y="19534"/>
                </a:lnTo>
                <a:lnTo>
                  <a:pt x="232875" y="19636"/>
                </a:lnTo>
                <a:lnTo>
                  <a:pt x="232670" y="19432"/>
                </a:lnTo>
                <a:lnTo>
                  <a:pt x="233898" y="19534"/>
                </a:lnTo>
                <a:lnTo>
                  <a:pt x="233795" y="19636"/>
                </a:lnTo>
                <a:lnTo>
                  <a:pt x="235432" y="19841"/>
                </a:lnTo>
                <a:lnTo>
                  <a:pt x="234716" y="19943"/>
                </a:lnTo>
                <a:lnTo>
                  <a:pt x="236250" y="19943"/>
                </a:lnTo>
                <a:lnTo>
                  <a:pt x="236250" y="19841"/>
                </a:lnTo>
                <a:lnTo>
                  <a:pt x="236966" y="19943"/>
                </a:lnTo>
                <a:lnTo>
                  <a:pt x="237068" y="19841"/>
                </a:lnTo>
                <a:lnTo>
                  <a:pt x="237580" y="19841"/>
                </a:lnTo>
                <a:lnTo>
                  <a:pt x="236557" y="19636"/>
                </a:lnTo>
                <a:lnTo>
                  <a:pt x="236148" y="18818"/>
                </a:lnTo>
                <a:lnTo>
                  <a:pt x="236352" y="17489"/>
                </a:lnTo>
                <a:lnTo>
                  <a:pt x="238602" y="17693"/>
                </a:lnTo>
                <a:lnTo>
                  <a:pt x="239011" y="18205"/>
                </a:lnTo>
                <a:lnTo>
                  <a:pt x="239216" y="18102"/>
                </a:lnTo>
                <a:lnTo>
                  <a:pt x="239625" y="18511"/>
                </a:lnTo>
                <a:lnTo>
                  <a:pt x="239932" y="18409"/>
                </a:lnTo>
                <a:lnTo>
                  <a:pt x="240341" y="17591"/>
                </a:lnTo>
                <a:lnTo>
                  <a:pt x="240239" y="17489"/>
                </a:lnTo>
                <a:lnTo>
                  <a:pt x="240648" y="17693"/>
                </a:lnTo>
                <a:lnTo>
                  <a:pt x="239727" y="16773"/>
                </a:lnTo>
                <a:lnTo>
                  <a:pt x="241364" y="16875"/>
                </a:lnTo>
                <a:lnTo>
                  <a:pt x="240648" y="16875"/>
                </a:lnTo>
                <a:lnTo>
                  <a:pt x="241875" y="18307"/>
                </a:lnTo>
                <a:lnTo>
                  <a:pt x="241261" y="18614"/>
                </a:lnTo>
                <a:lnTo>
                  <a:pt x="241261" y="19432"/>
                </a:lnTo>
                <a:lnTo>
                  <a:pt x="241159" y="19534"/>
                </a:lnTo>
                <a:lnTo>
                  <a:pt x="241057" y="20966"/>
                </a:lnTo>
                <a:lnTo>
                  <a:pt x="240648" y="20966"/>
                </a:lnTo>
                <a:lnTo>
                  <a:pt x="240750" y="21170"/>
                </a:lnTo>
                <a:lnTo>
                  <a:pt x="240443" y="21273"/>
                </a:lnTo>
                <a:lnTo>
                  <a:pt x="240852" y="21784"/>
                </a:lnTo>
                <a:lnTo>
                  <a:pt x="240852" y="22398"/>
                </a:lnTo>
                <a:lnTo>
                  <a:pt x="246784" y="27716"/>
                </a:lnTo>
                <a:lnTo>
                  <a:pt x="247091" y="26898"/>
                </a:lnTo>
                <a:lnTo>
                  <a:pt x="246273" y="25773"/>
                </a:lnTo>
                <a:lnTo>
                  <a:pt x="246273" y="25773"/>
                </a:lnTo>
                <a:lnTo>
                  <a:pt x="246580" y="25977"/>
                </a:lnTo>
                <a:lnTo>
                  <a:pt x="247398" y="25773"/>
                </a:lnTo>
                <a:lnTo>
                  <a:pt x="246477" y="24852"/>
                </a:lnTo>
                <a:lnTo>
                  <a:pt x="246580" y="24341"/>
                </a:lnTo>
                <a:lnTo>
                  <a:pt x="247193" y="24341"/>
                </a:lnTo>
                <a:lnTo>
                  <a:pt x="246068" y="22705"/>
                </a:lnTo>
                <a:lnTo>
                  <a:pt x="246170" y="22398"/>
                </a:lnTo>
                <a:lnTo>
                  <a:pt x="246375" y="22807"/>
                </a:lnTo>
                <a:lnTo>
                  <a:pt x="246784" y="22705"/>
                </a:lnTo>
                <a:lnTo>
                  <a:pt x="245045" y="21170"/>
                </a:lnTo>
                <a:lnTo>
                  <a:pt x="244330" y="21068"/>
                </a:lnTo>
                <a:lnTo>
                  <a:pt x="244432" y="21273"/>
                </a:lnTo>
                <a:lnTo>
                  <a:pt x="243614" y="20761"/>
                </a:lnTo>
                <a:lnTo>
                  <a:pt x="243307" y="19943"/>
                </a:lnTo>
                <a:lnTo>
                  <a:pt x="243409" y="19943"/>
                </a:lnTo>
                <a:lnTo>
                  <a:pt x="242898" y="19227"/>
                </a:lnTo>
                <a:lnTo>
                  <a:pt x="244023" y="19227"/>
                </a:lnTo>
                <a:lnTo>
                  <a:pt x="243818" y="19023"/>
                </a:lnTo>
                <a:lnTo>
                  <a:pt x="244330" y="18716"/>
                </a:lnTo>
                <a:lnTo>
                  <a:pt x="244943" y="19227"/>
                </a:lnTo>
                <a:lnTo>
                  <a:pt x="244943" y="18920"/>
                </a:lnTo>
                <a:lnTo>
                  <a:pt x="245250" y="18716"/>
                </a:lnTo>
                <a:lnTo>
                  <a:pt x="247807" y="19125"/>
                </a:lnTo>
                <a:lnTo>
                  <a:pt x="247398" y="18716"/>
                </a:lnTo>
                <a:lnTo>
                  <a:pt x="247909" y="18102"/>
                </a:lnTo>
                <a:lnTo>
                  <a:pt x="247807" y="18000"/>
                </a:lnTo>
                <a:lnTo>
                  <a:pt x="247909" y="17898"/>
                </a:lnTo>
                <a:lnTo>
                  <a:pt x="248011" y="17898"/>
                </a:lnTo>
                <a:lnTo>
                  <a:pt x="247807" y="17693"/>
                </a:lnTo>
                <a:lnTo>
                  <a:pt x="248011" y="17795"/>
                </a:lnTo>
                <a:lnTo>
                  <a:pt x="248011" y="17489"/>
                </a:lnTo>
                <a:lnTo>
                  <a:pt x="249545" y="16773"/>
                </a:lnTo>
                <a:lnTo>
                  <a:pt x="249136" y="16568"/>
                </a:lnTo>
                <a:lnTo>
                  <a:pt x="251182" y="16977"/>
                </a:lnTo>
                <a:lnTo>
                  <a:pt x="251080" y="16670"/>
                </a:lnTo>
                <a:lnTo>
                  <a:pt x="249443" y="15852"/>
                </a:lnTo>
                <a:lnTo>
                  <a:pt x="249443" y="15852"/>
                </a:lnTo>
                <a:lnTo>
                  <a:pt x="249545" y="15955"/>
                </a:lnTo>
                <a:lnTo>
                  <a:pt x="249545" y="15955"/>
                </a:lnTo>
                <a:lnTo>
                  <a:pt x="249136" y="15750"/>
                </a:lnTo>
                <a:lnTo>
                  <a:pt x="249239" y="15750"/>
                </a:lnTo>
                <a:lnTo>
                  <a:pt x="248011" y="15034"/>
                </a:lnTo>
                <a:lnTo>
                  <a:pt x="248114" y="15239"/>
                </a:lnTo>
                <a:lnTo>
                  <a:pt x="245045" y="14830"/>
                </a:lnTo>
                <a:lnTo>
                  <a:pt x="246682" y="14625"/>
                </a:lnTo>
                <a:lnTo>
                  <a:pt x="245761" y="14420"/>
                </a:lnTo>
                <a:lnTo>
                  <a:pt x="248318" y="14420"/>
                </a:lnTo>
                <a:lnTo>
                  <a:pt x="237375" y="10125"/>
                </a:lnTo>
                <a:lnTo>
                  <a:pt x="237477" y="10227"/>
                </a:lnTo>
                <a:lnTo>
                  <a:pt x="235330" y="10023"/>
                </a:lnTo>
                <a:lnTo>
                  <a:pt x="236864" y="11148"/>
                </a:lnTo>
                <a:lnTo>
                  <a:pt x="236864" y="11148"/>
                </a:lnTo>
                <a:lnTo>
                  <a:pt x="234000" y="10330"/>
                </a:lnTo>
                <a:lnTo>
                  <a:pt x="233795" y="10432"/>
                </a:lnTo>
                <a:lnTo>
                  <a:pt x="230523" y="10432"/>
                </a:lnTo>
                <a:lnTo>
                  <a:pt x="231136" y="11352"/>
                </a:lnTo>
                <a:lnTo>
                  <a:pt x="231136" y="11352"/>
                </a:lnTo>
                <a:lnTo>
                  <a:pt x="222034" y="9205"/>
                </a:lnTo>
                <a:lnTo>
                  <a:pt x="222239" y="9205"/>
                </a:lnTo>
                <a:lnTo>
                  <a:pt x="219375" y="8591"/>
                </a:lnTo>
                <a:lnTo>
                  <a:pt x="219886" y="8489"/>
                </a:lnTo>
                <a:lnTo>
                  <a:pt x="217636" y="8080"/>
                </a:lnTo>
                <a:lnTo>
                  <a:pt x="217330" y="8591"/>
                </a:lnTo>
                <a:lnTo>
                  <a:pt x="216614" y="8489"/>
                </a:lnTo>
                <a:lnTo>
                  <a:pt x="217023" y="8489"/>
                </a:lnTo>
                <a:lnTo>
                  <a:pt x="216716" y="8182"/>
                </a:lnTo>
                <a:lnTo>
                  <a:pt x="215693" y="8182"/>
                </a:lnTo>
                <a:lnTo>
                  <a:pt x="216920" y="8080"/>
                </a:lnTo>
                <a:lnTo>
                  <a:pt x="212727" y="7670"/>
                </a:lnTo>
                <a:lnTo>
                  <a:pt x="213341" y="7875"/>
                </a:lnTo>
                <a:lnTo>
                  <a:pt x="212420" y="8080"/>
                </a:lnTo>
                <a:lnTo>
                  <a:pt x="213239" y="8182"/>
                </a:lnTo>
                <a:lnTo>
                  <a:pt x="213034" y="8284"/>
                </a:lnTo>
                <a:lnTo>
                  <a:pt x="212932" y="8386"/>
                </a:lnTo>
                <a:lnTo>
                  <a:pt x="213852" y="8795"/>
                </a:lnTo>
                <a:lnTo>
                  <a:pt x="212830" y="8795"/>
                </a:lnTo>
                <a:lnTo>
                  <a:pt x="213034" y="9000"/>
                </a:lnTo>
                <a:lnTo>
                  <a:pt x="212830" y="9000"/>
                </a:lnTo>
                <a:lnTo>
                  <a:pt x="213034" y="9102"/>
                </a:lnTo>
                <a:lnTo>
                  <a:pt x="210886" y="8693"/>
                </a:lnTo>
                <a:lnTo>
                  <a:pt x="210580" y="8898"/>
                </a:lnTo>
                <a:lnTo>
                  <a:pt x="208739" y="8591"/>
                </a:lnTo>
                <a:lnTo>
                  <a:pt x="209045" y="9000"/>
                </a:lnTo>
                <a:lnTo>
                  <a:pt x="209045" y="9409"/>
                </a:lnTo>
                <a:lnTo>
                  <a:pt x="208534" y="9307"/>
                </a:lnTo>
                <a:lnTo>
                  <a:pt x="206591" y="8693"/>
                </a:lnTo>
                <a:lnTo>
                  <a:pt x="206898" y="8591"/>
                </a:lnTo>
                <a:lnTo>
                  <a:pt x="205057" y="8080"/>
                </a:lnTo>
                <a:lnTo>
                  <a:pt x="206386" y="8284"/>
                </a:lnTo>
                <a:lnTo>
                  <a:pt x="205364" y="7977"/>
                </a:lnTo>
                <a:lnTo>
                  <a:pt x="205773" y="7773"/>
                </a:lnTo>
                <a:lnTo>
                  <a:pt x="201068" y="7057"/>
                </a:lnTo>
                <a:lnTo>
                  <a:pt x="201682" y="7364"/>
                </a:lnTo>
                <a:lnTo>
                  <a:pt x="201170" y="7568"/>
                </a:lnTo>
                <a:lnTo>
                  <a:pt x="201477" y="7670"/>
                </a:lnTo>
                <a:lnTo>
                  <a:pt x="198205" y="7159"/>
                </a:lnTo>
                <a:lnTo>
                  <a:pt x="195034" y="7159"/>
                </a:lnTo>
                <a:lnTo>
                  <a:pt x="195443" y="7261"/>
                </a:lnTo>
                <a:lnTo>
                  <a:pt x="195545" y="7568"/>
                </a:lnTo>
                <a:lnTo>
                  <a:pt x="195955" y="7875"/>
                </a:lnTo>
                <a:lnTo>
                  <a:pt x="195545" y="7670"/>
                </a:lnTo>
                <a:lnTo>
                  <a:pt x="195545" y="7568"/>
                </a:lnTo>
                <a:lnTo>
                  <a:pt x="194830" y="7159"/>
                </a:lnTo>
                <a:lnTo>
                  <a:pt x="194830" y="6955"/>
                </a:lnTo>
                <a:lnTo>
                  <a:pt x="194216" y="6750"/>
                </a:lnTo>
                <a:lnTo>
                  <a:pt x="194011" y="6955"/>
                </a:lnTo>
                <a:lnTo>
                  <a:pt x="193193" y="6750"/>
                </a:lnTo>
                <a:lnTo>
                  <a:pt x="193295" y="6750"/>
                </a:lnTo>
                <a:lnTo>
                  <a:pt x="192989" y="6648"/>
                </a:lnTo>
                <a:lnTo>
                  <a:pt x="193091" y="6750"/>
                </a:lnTo>
                <a:lnTo>
                  <a:pt x="192375" y="6955"/>
                </a:lnTo>
                <a:lnTo>
                  <a:pt x="193193" y="6955"/>
                </a:lnTo>
                <a:lnTo>
                  <a:pt x="190432" y="7773"/>
                </a:lnTo>
                <a:lnTo>
                  <a:pt x="191966" y="6648"/>
                </a:lnTo>
                <a:lnTo>
                  <a:pt x="191966" y="6443"/>
                </a:lnTo>
                <a:lnTo>
                  <a:pt x="193193" y="5830"/>
                </a:lnTo>
                <a:lnTo>
                  <a:pt x="192068" y="5216"/>
                </a:lnTo>
                <a:lnTo>
                  <a:pt x="192068" y="5216"/>
                </a:lnTo>
                <a:lnTo>
                  <a:pt x="192989" y="5523"/>
                </a:lnTo>
                <a:lnTo>
                  <a:pt x="191966" y="4909"/>
                </a:lnTo>
                <a:lnTo>
                  <a:pt x="191966" y="5114"/>
                </a:lnTo>
                <a:lnTo>
                  <a:pt x="188489" y="4602"/>
                </a:lnTo>
                <a:lnTo>
                  <a:pt x="188489" y="4602"/>
                </a:lnTo>
                <a:lnTo>
                  <a:pt x="188591" y="4705"/>
                </a:lnTo>
                <a:lnTo>
                  <a:pt x="187670" y="4705"/>
                </a:lnTo>
                <a:lnTo>
                  <a:pt x="187977" y="4398"/>
                </a:lnTo>
                <a:lnTo>
                  <a:pt x="185830" y="4295"/>
                </a:lnTo>
                <a:lnTo>
                  <a:pt x="186648" y="4091"/>
                </a:lnTo>
                <a:lnTo>
                  <a:pt x="185114" y="3784"/>
                </a:lnTo>
                <a:close/>
                <a:moveTo>
                  <a:pt x="252818" y="91125"/>
                </a:moveTo>
                <a:lnTo>
                  <a:pt x="252307" y="92455"/>
                </a:lnTo>
                <a:lnTo>
                  <a:pt x="252205" y="92352"/>
                </a:lnTo>
                <a:lnTo>
                  <a:pt x="252000" y="92966"/>
                </a:lnTo>
                <a:lnTo>
                  <a:pt x="252102" y="93170"/>
                </a:lnTo>
                <a:lnTo>
                  <a:pt x="250364" y="97875"/>
                </a:lnTo>
                <a:lnTo>
                  <a:pt x="249341" y="98080"/>
                </a:lnTo>
                <a:lnTo>
                  <a:pt x="246375" y="95727"/>
                </a:lnTo>
                <a:lnTo>
                  <a:pt x="246170" y="95011"/>
                </a:lnTo>
                <a:lnTo>
                  <a:pt x="246886" y="93580"/>
                </a:lnTo>
                <a:lnTo>
                  <a:pt x="247091" y="93682"/>
                </a:lnTo>
                <a:lnTo>
                  <a:pt x="247705" y="92761"/>
                </a:lnTo>
                <a:lnTo>
                  <a:pt x="247193" y="92455"/>
                </a:lnTo>
                <a:lnTo>
                  <a:pt x="247091" y="92864"/>
                </a:lnTo>
                <a:lnTo>
                  <a:pt x="246784" y="92352"/>
                </a:lnTo>
                <a:lnTo>
                  <a:pt x="246886" y="92148"/>
                </a:lnTo>
                <a:lnTo>
                  <a:pt x="246886" y="92148"/>
                </a:lnTo>
                <a:lnTo>
                  <a:pt x="246170" y="92557"/>
                </a:lnTo>
                <a:lnTo>
                  <a:pt x="244227" y="91841"/>
                </a:lnTo>
                <a:lnTo>
                  <a:pt x="244023" y="91841"/>
                </a:lnTo>
                <a:lnTo>
                  <a:pt x="243716" y="91534"/>
                </a:lnTo>
                <a:lnTo>
                  <a:pt x="243307" y="91534"/>
                </a:lnTo>
                <a:lnTo>
                  <a:pt x="243818" y="91841"/>
                </a:lnTo>
                <a:lnTo>
                  <a:pt x="243920" y="92455"/>
                </a:lnTo>
                <a:lnTo>
                  <a:pt x="243614" y="92659"/>
                </a:lnTo>
                <a:lnTo>
                  <a:pt x="242591" y="92455"/>
                </a:lnTo>
                <a:lnTo>
                  <a:pt x="242182" y="92966"/>
                </a:lnTo>
                <a:lnTo>
                  <a:pt x="241977" y="92864"/>
                </a:lnTo>
                <a:lnTo>
                  <a:pt x="241977" y="93068"/>
                </a:lnTo>
                <a:lnTo>
                  <a:pt x="241773" y="93068"/>
                </a:lnTo>
                <a:lnTo>
                  <a:pt x="241466" y="93375"/>
                </a:lnTo>
                <a:lnTo>
                  <a:pt x="241466" y="93784"/>
                </a:lnTo>
                <a:lnTo>
                  <a:pt x="241159" y="93989"/>
                </a:lnTo>
                <a:lnTo>
                  <a:pt x="240852" y="95011"/>
                </a:lnTo>
                <a:lnTo>
                  <a:pt x="240955" y="95318"/>
                </a:lnTo>
                <a:lnTo>
                  <a:pt x="240750" y="95625"/>
                </a:lnTo>
                <a:lnTo>
                  <a:pt x="239420" y="95727"/>
                </a:lnTo>
                <a:lnTo>
                  <a:pt x="239318" y="95727"/>
                </a:lnTo>
                <a:lnTo>
                  <a:pt x="239318" y="95011"/>
                </a:lnTo>
                <a:lnTo>
                  <a:pt x="238500" y="94193"/>
                </a:lnTo>
                <a:lnTo>
                  <a:pt x="238295" y="94500"/>
                </a:lnTo>
                <a:lnTo>
                  <a:pt x="237784" y="94602"/>
                </a:lnTo>
                <a:lnTo>
                  <a:pt x="237375" y="95114"/>
                </a:lnTo>
                <a:lnTo>
                  <a:pt x="237273" y="95011"/>
                </a:lnTo>
                <a:lnTo>
                  <a:pt x="237273" y="94705"/>
                </a:lnTo>
                <a:lnTo>
                  <a:pt x="236557" y="95932"/>
                </a:lnTo>
                <a:lnTo>
                  <a:pt x="236250" y="95727"/>
                </a:lnTo>
                <a:lnTo>
                  <a:pt x="235943" y="96443"/>
                </a:lnTo>
                <a:lnTo>
                  <a:pt x="236148" y="96341"/>
                </a:lnTo>
                <a:lnTo>
                  <a:pt x="236045" y="96545"/>
                </a:lnTo>
                <a:lnTo>
                  <a:pt x="235841" y="96648"/>
                </a:lnTo>
                <a:lnTo>
                  <a:pt x="236148" y="96955"/>
                </a:lnTo>
                <a:lnTo>
                  <a:pt x="235023" y="97057"/>
                </a:lnTo>
                <a:lnTo>
                  <a:pt x="235125" y="97670"/>
                </a:lnTo>
                <a:lnTo>
                  <a:pt x="234818" y="98080"/>
                </a:lnTo>
                <a:lnTo>
                  <a:pt x="234614" y="97364"/>
                </a:lnTo>
                <a:lnTo>
                  <a:pt x="234307" y="97159"/>
                </a:lnTo>
                <a:lnTo>
                  <a:pt x="233795" y="97568"/>
                </a:lnTo>
                <a:lnTo>
                  <a:pt x="233489" y="98795"/>
                </a:lnTo>
                <a:lnTo>
                  <a:pt x="225511" y="103193"/>
                </a:lnTo>
                <a:lnTo>
                  <a:pt x="225614" y="102477"/>
                </a:lnTo>
                <a:lnTo>
                  <a:pt x="224591" y="105034"/>
                </a:lnTo>
                <a:lnTo>
                  <a:pt x="224795" y="106466"/>
                </a:lnTo>
                <a:lnTo>
                  <a:pt x="224386" y="106977"/>
                </a:lnTo>
                <a:lnTo>
                  <a:pt x="224386" y="107386"/>
                </a:lnTo>
                <a:lnTo>
                  <a:pt x="224080" y="106875"/>
                </a:lnTo>
                <a:lnTo>
                  <a:pt x="223977" y="106977"/>
                </a:lnTo>
                <a:lnTo>
                  <a:pt x="223875" y="106977"/>
                </a:lnTo>
                <a:lnTo>
                  <a:pt x="224284" y="113318"/>
                </a:lnTo>
                <a:lnTo>
                  <a:pt x="222955" y="115261"/>
                </a:lnTo>
                <a:lnTo>
                  <a:pt x="223159" y="115364"/>
                </a:lnTo>
                <a:lnTo>
                  <a:pt x="223568" y="115773"/>
                </a:lnTo>
                <a:lnTo>
                  <a:pt x="228989" y="114852"/>
                </a:lnTo>
                <a:lnTo>
                  <a:pt x="229193" y="114955"/>
                </a:lnTo>
                <a:lnTo>
                  <a:pt x="237068" y="112500"/>
                </a:lnTo>
                <a:lnTo>
                  <a:pt x="239932" y="113216"/>
                </a:lnTo>
                <a:lnTo>
                  <a:pt x="240136" y="113523"/>
                </a:lnTo>
                <a:lnTo>
                  <a:pt x="240034" y="113727"/>
                </a:lnTo>
                <a:lnTo>
                  <a:pt x="240341" y="115364"/>
                </a:lnTo>
                <a:lnTo>
                  <a:pt x="240034" y="115568"/>
                </a:lnTo>
                <a:lnTo>
                  <a:pt x="240341" y="115977"/>
                </a:lnTo>
                <a:lnTo>
                  <a:pt x="240648" y="115977"/>
                </a:lnTo>
                <a:lnTo>
                  <a:pt x="240648" y="115670"/>
                </a:lnTo>
                <a:lnTo>
                  <a:pt x="243205" y="113523"/>
                </a:lnTo>
                <a:lnTo>
                  <a:pt x="241261" y="116284"/>
                </a:lnTo>
                <a:lnTo>
                  <a:pt x="242795" y="115159"/>
                </a:lnTo>
                <a:lnTo>
                  <a:pt x="242795" y="115977"/>
                </a:lnTo>
                <a:lnTo>
                  <a:pt x="242182" y="116693"/>
                </a:lnTo>
                <a:lnTo>
                  <a:pt x="242182" y="116693"/>
                </a:lnTo>
                <a:lnTo>
                  <a:pt x="242898" y="116489"/>
                </a:lnTo>
                <a:lnTo>
                  <a:pt x="243000" y="116591"/>
                </a:lnTo>
                <a:lnTo>
                  <a:pt x="243102" y="116591"/>
                </a:lnTo>
                <a:lnTo>
                  <a:pt x="243102" y="116693"/>
                </a:lnTo>
                <a:lnTo>
                  <a:pt x="243000" y="116591"/>
                </a:lnTo>
                <a:lnTo>
                  <a:pt x="242898" y="116591"/>
                </a:lnTo>
                <a:lnTo>
                  <a:pt x="243000" y="119148"/>
                </a:lnTo>
                <a:lnTo>
                  <a:pt x="244739" y="119864"/>
                </a:lnTo>
                <a:lnTo>
                  <a:pt x="246273" y="119352"/>
                </a:lnTo>
                <a:lnTo>
                  <a:pt x="246170" y="119352"/>
                </a:lnTo>
                <a:lnTo>
                  <a:pt x="246784" y="119148"/>
                </a:lnTo>
                <a:lnTo>
                  <a:pt x="246784" y="119148"/>
                </a:lnTo>
                <a:lnTo>
                  <a:pt x="246273" y="119557"/>
                </a:lnTo>
                <a:lnTo>
                  <a:pt x="246989" y="119557"/>
                </a:lnTo>
                <a:lnTo>
                  <a:pt x="246784" y="119761"/>
                </a:lnTo>
                <a:lnTo>
                  <a:pt x="247193" y="120375"/>
                </a:lnTo>
                <a:lnTo>
                  <a:pt x="247500" y="120068"/>
                </a:lnTo>
                <a:lnTo>
                  <a:pt x="247295" y="120068"/>
                </a:lnTo>
                <a:lnTo>
                  <a:pt x="254148" y="115057"/>
                </a:lnTo>
                <a:lnTo>
                  <a:pt x="254045" y="114955"/>
                </a:lnTo>
                <a:lnTo>
                  <a:pt x="258648" y="109432"/>
                </a:lnTo>
                <a:lnTo>
                  <a:pt x="259261" y="106773"/>
                </a:lnTo>
                <a:lnTo>
                  <a:pt x="258648" y="104932"/>
                </a:lnTo>
                <a:lnTo>
                  <a:pt x="258034" y="104420"/>
                </a:lnTo>
                <a:lnTo>
                  <a:pt x="257932" y="103193"/>
                </a:lnTo>
                <a:lnTo>
                  <a:pt x="257318" y="103193"/>
                </a:lnTo>
                <a:lnTo>
                  <a:pt x="257318" y="103091"/>
                </a:lnTo>
                <a:lnTo>
                  <a:pt x="257114" y="103091"/>
                </a:lnTo>
                <a:lnTo>
                  <a:pt x="256909" y="101148"/>
                </a:lnTo>
                <a:lnTo>
                  <a:pt x="254966" y="99614"/>
                </a:lnTo>
                <a:lnTo>
                  <a:pt x="254761" y="95318"/>
                </a:lnTo>
                <a:lnTo>
                  <a:pt x="254250" y="94807"/>
                </a:lnTo>
                <a:lnTo>
                  <a:pt x="253739" y="94909"/>
                </a:lnTo>
                <a:lnTo>
                  <a:pt x="252920" y="91227"/>
                </a:lnTo>
                <a:lnTo>
                  <a:pt x="252818" y="91125"/>
                </a:lnTo>
                <a:close/>
                <a:moveTo>
                  <a:pt x="272352" y="115466"/>
                </a:moveTo>
                <a:lnTo>
                  <a:pt x="272352" y="116591"/>
                </a:lnTo>
                <a:lnTo>
                  <a:pt x="272659" y="116386"/>
                </a:lnTo>
                <a:lnTo>
                  <a:pt x="272352" y="116693"/>
                </a:lnTo>
                <a:lnTo>
                  <a:pt x="272352" y="117511"/>
                </a:lnTo>
                <a:lnTo>
                  <a:pt x="272557" y="117000"/>
                </a:lnTo>
                <a:lnTo>
                  <a:pt x="272557" y="117307"/>
                </a:lnTo>
                <a:lnTo>
                  <a:pt x="272659" y="117205"/>
                </a:lnTo>
                <a:lnTo>
                  <a:pt x="272455" y="117716"/>
                </a:lnTo>
                <a:lnTo>
                  <a:pt x="272352" y="117614"/>
                </a:lnTo>
                <a:lnTo>
                  <a:pt x="272352" y="118125"/>
                </a:lnTo>
                <a:lnTo>
                  <a:pt x="272659" y="118227"/>
                </a:lnTo>
                <a:lnTo>
                  <a:pt x="272352" y="118330"/>
                </a:lnTo>
                <a:lnTo>
                  <a:pt x="272352" y="118227"/>
                </a:lnTo>
                <a:lnTo>
                  <a:pt x="270920" y="120170"/>
                </a:lnTo>
                <a:lnTo>
                  <a:pt x="270205" y="120477"/>
                </a:lnTo>
                <a:lnTo>
                  <a:pt x="270716" y="121398"/>
                </a:lnTo>
                <a:lnTo>
                  <a:pt x="269386" y="122523"/>
                </a:lnTo>
                <a:lnTo>
                  <a:pt x="269591" y="122420"/>
                </a:lnTo>
                <a:lnTo>
                  <a:pt x="269489" y="122625"/>
                </a:lnTo>
                <a:lnTo>
                  <a:pt x="270102" y="122625"/>
                </a:lnTo>
                <a:lnTo>
                  <a:pt x="275216" y="118739"/>
                </a:lnTo>
                <a:lnTo>
                  <a:pt x="274091" y="119148"/>
                </a:lnTo>
                <a:lnTo>
                  <a:pt x="273273" y="118739"/>
                </a:lnTo>
                <a:lnTo>
                  <a:pt x="273580" y="117818"/>
                </a:lnTo>
                <a:lnTo>
                  <a:pt x="273477" y="117818"/>
                </a:lnTo>
                <a:lnTo>
                  <a:pt x="273477" y="117614"/>
                </a:lnTo>
                <a:lnTo>
                  <a:pt x="273170" y="118330"/>
                </a:lnTo>
                <a:lnTo>
                  <a:pt x="272659" y="117920"/>
                </a:lnTo>
                <a:lnTo>
                  <a:pt x="273273" y="116284"/>
                </a:lnTo>
                <a:lnTo>
                  <a:pt x="273068" y="116386"/>
                </a:lnTo>
                <a:lnTo>
                  <a:pt x="272761" y="115875"/>
                </a:lnTo>
                <a:lnTo>
                  <a:pt x="272557" y="115977"/>
                </a:lnTo>
                <a:lnTo>
                  <a:pt x="272557" y="115977"/>
                </a:lnTo>
                <a:lnTo>
                  <a:pt x="272659" y="115466"/>
                </a:lnTo>
                <a:close/>
                <a:moveTo>
                  <a:pt x="246959" y="123166"/>
                </a:moveTo>
                <a:lnTo>
                  <a:pt x="246901" y="123224"/>
                </a:lnTo>
                <a:lnTo>
                  <a:pt x="246901" y="123224"/>
                </a:lnTo>
                <a:lnTo>
                  <a:pt x="246959" y="123166"/>
                </a:lnTo>
                <a:close/>
                <a:moveTo>
                  <a:pt x="246901" y="123224"/>
                </a:moveTo>
                <a:lnTo>
                  <a:pt x="246886" y="123239"/>
                </a:lnTo>
                <a:lnTo>
                  <a:pt x="246784" y="123443"/>
                </a:lnTo>
                <a:lnTo>
                  <a:pt x="246784" y="123443"/>
                </a:lnTo>
                <a:lnTo>
                  <a:pt x="246901" y="123224"/>
                </a:lnTo>
                <a:close/>
                <a:moveTo>
                  <a:pt x="244841" y="121807"/>
                </a:moveTo>
                <a:lnTo>
                  <a:pt x="244330" y="123341"/>
                </a:lnTo>
                <a:lnTo>
                  <a:pt x="244432" y="123341"/>
                </a:lnTo>
                <a:lnTo>
                  <a:pt x="244330" y="123648"/>
                </a:lnTo>
                <a:lnTo>
                  <a:pt x="244227" y="123443"/>
                </a:lnTo>
                <a:lnTo>
                  <a:pt x="244330" y="124466"/>
                </a:lnTo>
                <a:lnTo>
                  <a:pt x="244023" y="124670"/>
                </a:lnTo>
                <a:lnTo>
                  <a:pt x="244739" y="124670"/>
                </a:lnTo>
                <a:lnTo>
                  <a:pt x="245659" y="123955"/>
                </a:lnTo>
                <a:lnTo>
                  <a:pt x="245557" y="124159"/>
                </a:lnTo>
                <a:lnTo>
                  <a:pt x="245557" y="124159"/>
                </a:lnTo>
                <a:lnTo>
                  <a:pt x="245966" y="124057"/>
                </a:lnTo>
                <a:lnTo>
                  <a:pt x="245761" y="124364"/>
                </a:lnTo>
                <a:lnTo>
                  <a:pt x="246901" y="123224"/>
                </a:lnTo>
                <a:lnTo>
                  <a:pt x="247602" y="121909"/>
                </a:lnTo>
                <a:lnTo>
                  <a:pt x="246375" y="122318"/>
                </a:lnTo>
                <a:lnTo>
                  <a:pt x="244841" y="121807"/>
                </a:lnTo>
                <a:close/>
                <a:moveTo>
                  <a:pt x="265623" y="124957"/>
                </a:moveTo>
                <a:lnTo>
                  <a:pt x="265500" y="124977"/>
                </a:lnTo>
                <a:lnTo>
                  <a:pt x="265705" y="124977"/>
                </a:lnTo>
                <a:lnTo>
                  <a:pt x="265623" y="124957"/>
                </a:lnTo>
                <a:close/>
                <a:moveTo>
                  <a:pt x="268568" y="121705"/>
                </a:moveTo>
                <a:lnTo>
                  <a:pt x="265091" y="124057"/>
                </a:lnTo>
                <a:lnTo>
                  <a:pt x="265193" y="123852"/>
                </a:lnTo>
                <a:lnTo>
                  <a:pt x="265193" y="123852"/>
                </a:lnTo>
                <a:lnTo>
                  <a:pt x="264784" y="124159"/>
                </a:lnTo>
                <a:lnTo>
                  <a:pt x="264580" y="124261"/>
                </a:lnTo>
                <a:lnTo>
                  <a:pt x="264375" y="124261"/>
                </a:lnTo>
                <a:lnTo>
                  <a:pt x="264375" y="124364"/>
                </a:lnTo>
                <a:lnTo>
                  <a:pt x="260489" y="126102"/>
                </a:lnTo>
                <a:lnTo>
                  <a:pt x="260489" y="126102"/>
                </a:lnTo>
                <a:lnTo>
                  <a:pt x="260591" y="126000"/>
                </a:lnTo>
                <a:lnTo>
                  <a:pt x="259466" y="126818"/>
                </a:lnTo>
                <a:lnTo>
                  <a:pt x="259670" y="126818"/>
                </a:lnTo>
                <a:lnTo>
                  <a:pt x="259364" y="126920"/>
                </a:lnTo>
                <a:lnTo>
                  <a:pt x="259568" y="126920"/>
                </a:lnTo>
                <a:lnTo>
                  <a:pt x="259063" y="127173"/>
                </a:lnTo>
                <a:lnTo>
                  <a:pt x="259063" y="127173"/>
                </a:lnTo>
                <a:lnTo>
                  <a:pt x="259159" y="127125"/>
                </a:lnTo>
                <a:lnTo>
                  <a:pt x="258955" y="127330"/>
                </a:lnTo>
                <a:lnTo>
                  <a:pt x="259261" y="127227"/>
                </a:lnTo>
                <a:lnTo>
                  <a:pt x="258955" y="127432"/>
                </a:lnTo>
                <a:lnTo>
                  <a:pt x="259670" y="127636"/>
                </a:lnTo>
                <a:lnTo>
                  <a:pt x="259875" y="127841"/>
                </a:lnTo>
                <a:lnTo>
                  <a:pt x="265295" y="124875"/>
                </a:lnTo>
                <a:lnTo>
                  <a:pt x="265623" y="124957"/>
                </a:lnTo>
                <a:lnTo>
                  <a:pt x="265623" y="124957"/>
                </a:lnTo>
                <a:lnTo>
                  <a:pt x="266114" y="124875"/>
                </a:lnTo>
                <a:lnTo>
                  <a:pt x="266011" y="124670"/>
                </a:lnTo>
                <a:lnTo>
                  <a:pt x="265909" y="124670"/>
                </a:lnTo>
                <a:lnTo>
                  <a:pt x="269284" y="122318"/>
                </a:lnTo>
                <a:lnTo>
                  <a:pt x="268875" y="122420"/>
                </a:lnTo>
                <a:lnTo>
                  <a:pt x="268875" y="122420"/>
                </a:lnTo>
                <a:lnTo>
                  <a:pt x="269080" y="122318"/>
                </a:lnTo>
                <a:lnTo>
                  <a:pt x="269284" y="122216"/>
                </a:lnTo>
                <a:lnTo>
                  <a:pt x="269284" y="122216"/>
                </a:lnTo>
                <a:lnTo>
                  <a:pt x="268670" y="122420"/>
                </a:lnTo>
                <a:lnTo>
                  <a:pt x="269080" y="122114"/>
                </a:lnTo>
                <a:lnTo>
                  <a:pt x="268159" y="122420"/>
                </a:lnTo>
                <a:lnTo>
                  <a:pt x="268261" y="122011"/>
                </a:lnTo>
                <a:lnTo>
                  <a:pt x="268568" y="121705"/>
                </a:lnTo>
                <a:close/>
                <a:moveTo>
                  <a:pt x="76909" y="132648"/>
                </a:moveTo>
                <a:lnTo>
                  <a:pt x="77216" y="132852"/>
                </a:lnTo>
                <a:lnTo>
                  <a:pt x="77011" y="132955"/>
                </a:lnTo>
                <a:lnTo>
                  <a:pt x="77216" y="133057"/>
                </a:lnTo>
                <a:lnTo>
                  <a:pt x="76807" y="133261"/>
                </a:lnTo>
                <a:lnTo>
                  <a:pt x="77625" y="133057"/>
                </a:lnTo>
                <a:lnTo>
                  <a:pt x="77830" y="132750"/>
                </a:lnTo>
                <a:lnTo>
                  <a:pt x="76909" y="132648"/>
                </a:lnTo>
                <a:close/>
                <a:moveTo>
                  <a:pt x="78136" y="132545"/>
                </a:moveTo>
                <a:lnTo>
                  <a:pt x="78136" y="133261"/>
                </a:lnTo>
                <a:lnTo>
                  <a:pt x="78648" y="133364"/>
                </a:lnTo>
                <a:lnTo>
                  <a:pt x="78545" y="133159"/>
                </a:lnTo>
                <a:lnTo>
                  <a:pt x="78852" y="133057"/>
                </a:lnTo>
                <a:lnTo>
                  <a:pt x="78955" y="132852"/>
                </a:lnTo>
                <a:lnTo>
                  <a:pt x="79057" y="132750"/>
                </a:lnTo>
                <a:lnTo>
                  <a:pt x="78750" y="132852"/>
                </a:lnTo>
                <a:lnTo>
                  <a:pt x="78443" y="132648"/>
                </a:lnTo>
                <a:lnTo>
                  <a:pt x="78545" y="132648"/>
                </a:lnTo>
                <a:lnTo>
                  <a:pt x="78136" y="132545"/>
                </a:lnTo>
                <a:close/>
                <a:moveTo>
                  <a:pt x="78136" y="133261"/>
                </a:moveTo>
                <a:lnTo>
                  <a:pt x="78136" y="133568"/>
                </a:lnTo>
                <a:lnTo>
                  <a:pt x="78341" y="133364"/>
                </a:lnTo>
                <a:lnTo>
                  <a:pt x="78136" y="133261"/>
                </a:lnTo>
                <a:close/>
                <a:moveTo>
                  <a:pt x="68830" y="133875"/>
                </a:moveTo>
                <a:lnTo>
                  <a:pt x="67970" y="133970"/>
                </a:lnTo>
                <a:lnTo>
                  <a:pt x="67970" y="133970"/>
                </a:lnTo>
                <a:lnTo>
                  <a:pt x="68114" y="133875"/>
                </a:lnTo>
                <a:close/>
                <a:moveTo>
                  <a:pt x="63920" y="8386"/>
                </a:moveTo>
                <a:lnTo>
                  <a:pt x="62795" y="8795"/>
                </a:lnTo>
                <a:lnTo>
                  <a:pt x="63000" y="8795"/>
                </a:lnTo>
                <a:lnTo>
                  <a:pt x="62182" y="9000"/>
                </a:lnTo>
                <a:lnTo>
                  <a:pt x="61568" y="10330"/>
                </a:lnTo>
                <a:lnTo>
                  <a:pt x="62693" y="10534"/>
                </a:lnTo>
                <a:lnTo>
                  <a:pt x="62693" y="10636"/>
                </a:lnTo>
                <a:lnTo>
                  <a:pt x="62386" y="10739"/>
                </a:lnTo>
                <a:lnTo>
                  <a:pt x="62591" y="10636"/>
                </a:lnTo>
                <a:lnTo>
                  <a:pt x="61977" y="10841"/>
                </a:lnTo>
                <a:lnTo>
                  <a:pt x="62080" y="10841"/>
                </a:lnTo>
                <a:lnTo>
                  <a:pt x="61568" y="11148"/>
                </a:lnTo>
                <a:lnTo>
                  <a:pt x="62182" y="11250"/>
                </a:lnTo>
                <a:lnTo>
                  <a:pt x="60136" y="12068"/>
                </a:lnTo>
                <a:lnTo>
                  <a:pt x="59727" y="12784"/>
                </a:lnTo>
                <a:lnTo>
                  <a:pt x="59216" y="12784"/>
                </a:lnTo>
                <a:lnTo>
                  <a:pt x="59216" y="13091"/>
                </a:lnTo>
                <a:lnTo>
                  <a:pt x="59114" y="12682"/>
                </a:lnTo>
                <a:lnTo>
                  <a:pt x="59420" y="12682"/>
                </a:lnTo>
                <a:lnTo>
                  <a:pt x="59727" y="12477"/>
                </a:lnTo>
                <a:lnTo>
                  <a:pt x="59420" y="12477"/>
                </a:lnTo>
                <a:lnTo>
                  <a:pt x="60239" y="11557"/>
                </a:lnTo>
                <a:lnTo>
                  <a:pt x="59523" y="11761"/>
                </a:lnTo>
                <a:lnTo>
                  <a:pt x="59523" y="11761"/>
                </a:lnTo>
                <a:lnTo>
                  <a:pt x="59932" y="11557"/>
                </a:lnTo>
                <a:lnTo>
                  <a:pt x="59523" y="11557"/>
                </a:lnTo>
                <a:lnTo>
                  <a:pt x="59420" y="11352"/>
                </a:lnTo>
                <a:lnTo>
                  <a:pt x="58602" y="11455"/>
                </a:lnTo>
                <a:lnTo>
                  <a:pt x="58500" y="11864"/>
                </a:lnTo>
                <a:lnTo>
                  <a:pt x="59114" y="11966"/>
                </a:lnTo>
                <a:lnTo>
                  <a:pt x="58500" y="12068"/>
                </a:lnTo>
                <a:lnTo>
                  <a:pt x="58295" y="11761"/>
                </a:lnTo>
                <a:lnTo>
                  <a:pt x="58295" y="11966"/>
                </a:lnTo>
                <a:lnTo>
                  <a:pt x="54307" y="11557"/>
                </a:lnTo>
                <a:lnTo>
                  <a:pt x="53795" y="11045"/>
                </a:lnTo>
                <a:lnTo>
                  <a:pt x="51750" y="11557"/>
                </a:lnTo>
                <a:lnTo>
                  <a:pt x="54000" y="11250"/>
                </a:lnTo>
                <a:lnTo>
                  <a:pt x="54000" y="11250"/>
                </a:lnTo>
                <a:lnTo>
                  <a:pt x="52057" y="11966"/>
                </a:lnTo>
                <a:lnTo>
                  <a:pt x="51239" y="13193"/>
                </a:lnTo>
                <a:lnTo>
                  <a:pt x="50932" y="12068"/>
                </a:lnTo>
                <a:lnTo>
                  <a:pt x="50727" y="11966"/>
                </a:lnTo>
                <a:lnTo>
                  <a:pt x="50625" y="11864"/>
                </a:lnTo>
                <a:lnTo>
                  <a:pt x="46943" y="11864"/>
                </a:lnTo>
                <a:lnTo>
                  <a:pt x="48375" y="11455"/>
                </a:lnTo>
                <a:lnTo>
                  <a:pt x="42341" y="10636"/>
                </a:lnTo>
                <a:lnTo>
                  <a:pt x="42852" y="10330"/>
                </a:lnTo>
                <a:lnTo>
                  <a:pt x="43057" y="9920"/>
                </a:lnTo>
                <a:lnTo>
                  <a:pt x="42545" y="10023"/>
                </a:lnTo>
                <a:lnTo>
                  <a:pt x="42750" y="10125"/>
                </a:lnTo>
                <a:lnTo>
                  <a:pt x="41420" y="10636"/>
                </a:lnTo>
                <a:lnTo>
                  <a:pt x="41420" y="9920"/>
                </a:lnTo>
                <a:lnTo>
                  <a:pt x="40909" y="9716"/>
                </a:lnTo>
                <a:lnTo>
                  <a:pt x="40909" y="9716"/>
                </a:lnTo>
                <a:lnTo>
                  <a:pt x="41011" y="9818"/>
                </a:lnTo>
                <a:lnTo>
                  <a:pt x="41114" y="9818"/>
                </a:lnTo>
                <a:lnTo>
                  <a:pt x="39580" y="10330"/>
                </a:lnTo>
                <a:lnTo>
                  <a:pt x="39989" y="10125"/>
                </a:lnTo>
                <a:lnTo>
                  <a:pt x="37841" y="10739"/>
                </a:lnTo>
                <a:lnTo>
                  <a:pt x="38045" y="10534"/>
                </a:lnTo>
                <a:lnTo>
                  <a:pt x="37739" y="10636"/>
                </a:lnTo>
                <a:lnTo>
                  <a:pt x="37841" y="10636"/>
                </a:lnTo>
                <a:lnTo>
                  <a:pt x="36409" y="11045"/>
                </a:lnTo>
                <a:lnTo>
                  <a:pt x="36102" y="11045"/>
                </a:lnTo>
                <a:lnTo>
                  <a:pt x="35898" y="11148"/>
                </a:lnTo>
                <a:lnTo>
                  <a:pt x="35898" y="11045"/>
                </a:lnTo>
                <a:lnTo>
                  <a:pt x="36102" y="11045"/>
                </a:lnTo>
                <a:lnTo>
                  <a:pt x="39682" y="9920"/>
                </a:lnTo>
                <a:lnTo>
                  <a:pt x="37330" y="10330"/>
                </a:lnTo>
                <a:lnTo>
                  <a:pt x="37432" y="10330"/>
                </a:lnTo>
                <a:lnTo>
                  <a:pt x="35795" y="10739"/>
                </a:lnTo>
                <a:lnTo>
                  <a:pt x="36307" y="10534"/>
                </a:lnTo>
                <a:lnTo>
                  <a:pt x="34466" y="10841"/>
                </a:lnTo>
                <a:lnTo>
                  <a:pt x="34670" y="10943"/>
                </a:lnTo>
                <a:lnTo>
                  <a:pt x="34364" y="11045"/>
                </a:lnTo>
                <a:lnTo>
                  <a:pt x="34568" y="11148"/>
                </a:lnTo>
                <a:lnTo>
                  <a:pt x="25466" y="9716"/>
                </a:lnTo>
                <a:lnTo>
                  <a:pt x="25773" y="9614"/>
                </a:lnTo>
                <a:lnTo>
                  <a:pt x="25466" y="9614"/>
                </a:lnTo>
                <a:lnTo>
                  <a:pt x="25466" y="9511"/>
                </a:lnTo>
                <a:lnTo>
                  <a:pt x="25364" y="9511"/>
                </a:lnTo>
                <a:lnTo>
                  <a:pt x="25773" y="9409"/>
                </a:lnTo>
                <a:lnTo>
                  <a:pt x="24239" y="9307"/>
                </a:lnTo>
                <a:lnTo>
                  <a:pt x="24341" y="9205"/>
                </a:lnTo>
                <a:lnTo>
                  <a:pt x="23318" y="9409"/>
                </a:lnTo>
                <a:lnTo>
                  <a:pt x="23318" y="9307"/>
                </a:lnTo>
                <a:lnTo>
                  <a:pt x="24034" y="9102"/>
                </a:lnTo>
                <a:lnTo>
                  <a:pt x="23625" y="9000"/>
                </a:lnTo>
                <a:lnTo>
                  <a:pt x="23727" y="8898"/>
                </a:lnTo>
                <a:lnTo>
                  <a:pt x="23727" y="8898"/>
                </a:lnTo>
                <a:lnTo>
                  <a:pt x="21068" y="9409"/>
                </a:lnTo>
                <a:lnTo>
                  <a:pt x="21068" y="9409"/>
                </a:lnTo>
                <a:lnTo>
                  <a:pt x="21273" y="9307"/>
                </a:lnTo>
                <a:lnTo>
                  <a:pt x="20455" y="9511"/>
                </a:lnTo>
                <a:lnTo>
                  <a:pt x="20761" y="9614"/>
                </a:lnTo>
                <a:lnTo>
                  <a:pt x="20148" y="9818"/>
                </a:lnTo>
                <a:lnTo>
                  <a:pt x="20045" y="9818"/>
                </a:lnTo>
                <a:lnTo>
                  <a:pt x="20455" y="9614"/>
                </a:lnTo>
                <a:lnTo>
                  <a:pt x="18637" y="9901"/>
                </a:lnTo>
                <a:lnTo>
                  <a:pt x="18637" y="9901"/>
                </a:lnTo>
                <a:lnTo>
                  <a:pt x="13295" y="11455"/>
                </a:lnTo>
                <a:lnTo>
                  <a:pt x="13398" y="11455"/>
                </a:lnTo>
                <a:lnTo>
                  <a:pt x="13193" y="11557"/>
                </a:lnTo>
                <a:lnTo>
                  <a:pt x="14011" y="12273"/>
                </a:lnTo>
                <a:lnTo>
                  <a:pt x="13909" y="12682"/>
                </a:lnTo>
                <a:lnTo>
                  <a:pt x="14625" y="12580"/>
                </a:lnTo>
                <a:lnTo>
                  <a:pt x="14625" y="12580"/>
                </a:lnTo>
                <a:lnTo>
                  <a:pt x="14523" y="12682"/>
                </a:lnTo>
                <a:lnTo>
                  <a:pt x="14932" y="12682"/>
                </a:lnTo>
                <a:lnTo>
                  <a:pt x="14523" y="12989"/>
                </a:lnTo>
                <a:lnTo>
                  <a:pt x="15341" y="13091"/>
                </a:lnTo>
                <a:lnTo>
                  <a:pt x="14727" y="13193"/>
                </a:lnTo>
                <a:lnTo>
                  <a:pt x="14523" y="12989"/>
                </a:lnTo>
                <a:lnTo>
                  <a:pt x="14420" y="12886"/>
                </a:lnTo>
                <a:lnTo>
                  <a:pt x="14420" y="12784"/>
                </a:lnTo>
                <a:lnTo>
                  <a:pt x="14114" y="12989"/>
                </a:lnTo>
                <a:lnTo>
                  <a:pt x="14114" y="13295"/>
                </a:lnTo>
                <a:lnTo>
                  <a:pt x="14523" y="13295"/>
                </a:lnTo>
                <a:lnTo>
                  <a:pt x="14420" y="13398"/>
                </a:lnTo>
                <a:lnTo>
                  <a:pt x="12375" y="13398"/>
                </a:lnTo>
                <a:lnTo>
                  <a:pt x="12886" y="13091"/>
                </a:lnTo>
                <a:lnTo>
                  <a:pt x="11250" y="13398"/>
                </a:lnTo>
                <a:lnTo>
                  <a:pt x="11352" y="13398"/>
                </a:lnTo>
                <a:lnTo>
                  <a:pt x="9205" y="13909"/>
                </a:lnTo>
                <a:lnTo>
                  <a:pt x="9818" y="14216"/>
                </a:lnTo>
                <a:lnTo>
                  <a:pt x="9102" y="14318"/>
                </a:lnTo>
                <a:lnTo>
                  <a:pt x="9205" y="14523"/>
                </a:lnTo>
                <a:lnTo>
                  <a:pt x="9102" y="14932"/>
                </a:lnTo>
                <a:lnTo>
                  <a:pt x="11045" y="14932"/>
                </a:lnTo>
                <a:lnTo>
                  <a:pt x="11045" y="15034"/>
                </a:lnTo>
                <a:lnTo>
                  <a:pt x="12580" y="14625"/>
                </a:lnTo>
                <a:lnTo>
                  <a:pt x="12784" y="14830"/>
                </a:lnTo>
                <a:lnTo>
                  <a:pt x="12068" y="15034"/>
                </a:lnTo>
                <a:lnTo>
                  <a:pt x="11659" y="15648"/>
                </a:lnTo>
                <a:lnTo>
                  <a:pt x="10534" y="15852"/>
                </a:lnTo>
                <a:lnTo>
                  <a:pt x="8795" y="16261"/>
                </a:lnTo>
                <a:lnTo>
                  <a:pt x="8489" y="16159"/>
                </a:lnTo>
                <a:lnTo>
                  <a:pt x="7745" y="16624"/>
                </a:lnTo>
                <a:lnTo>
                  <a:pt x="7745" y="16624"/>
                </a:lnTo>
                <a:lnTo>
                  <a:pt x="5727" y="17489"/>
                </a:lnTo>
                <a:lnTo>
                  <a:pt x="5830" y="17489"/>
                </a:lnTo>
                <a:lnTo>
                  <a:pt x="5420" y="17693"/>
                </a:lnTo>
                <a:lnTo>
                  <a:pt x="5625" y="17693"/>
                </a:lnTo>
                <a:lnTo>
                  <a:pt x="5318" y="17898"/>
                </a:lnTo>
                <a:lnTo>
                  <a:pt x="5420" y="17898"/>
                </a:lnTo>
                <a:lnTo>
                  <a:pt x="5318" y="18102"/>
                </a:lnTo>
                <a:lnTo>
                  <a:pt x="5318" y="18102"/>
                </a:lnTo>
                <a:lnTo>
                  <a:pt x="5727" y="17898"/>
                </a:lnTo>
                <a:lnTo>
                  <a:pt x="5625" y="18000"/>
                </a:lnTo>
                <a:lnTo>
                  <a:pt x="5727" y="18000"/>
                </a:lnTo>
                <a:lnTo>
                  <a:pt x="5625" y="18102"/>
                </a:lnTo>
                <a:lnTo>
                  <a:pt x="5830" y="18102"/>
                </a:lnTo>
                <a:lnTo>
                  <a:pt x="5420" y="18205"/>
                </a:lnTo>
                <a:lnTo>
                  <a:pt x="6545" y="18307"/>
                </a:lnTo>
                <a:lnTo>
                  <a:pt x="6239" y="18307"/>
                </a:lnTo>
                <a:lnTo>
                  <a:pt x="6443" y="18409"/>
                </a:lnTo>
                <a:lnTo>
                  <a:pt x="6034" y="18614"/>
                </a:lnTo>
                <a:lnTo>
                  <a:pt x="6034" y="18614"/>
                </a:lnTo>
                <a:lnTo>
                  <a:pt x="6136" y="18409"/>
                </a:lnTo>
                <a:lnTo>
                  <a:pt x="5625" y="18511"/>
                </a:lnTo>
                <a:lnTo>
                  <a:pt x="5625" y="18307"/>
                </a:lnTo>
                <a:lnTo>
                  <a:pt x="4807" y="18614"/>
                </a:lnTo>
                <a:lnTo>
                  <a:pt x="5011" y="18614"/>
                </a:lnTo>
                <a:lnTo>
                  <a:pt x="5011" y="19227"/>
                </a:lnTo>
                <a:lnTo>
                  <a:pt x="7466" y="18511"/>
                </a:lnTo>
                <a:lnTo>
                  <a:pt x="7466" y="18511"/>
                </a:lnTo>
                <a:lnTo>
                  <a:pt x="5727" y="19943"/>
                </a:lnTo>
                <a:lnTo>
                  <a:pt x="5932" y="19943"/>
                </a:lnTo>
                <a:lnTo>
                  <a:pt x="5011" y="20352"/>
                </a:lnTo>
                <a:lnTo>
                  <a:pt x="6750" y="20045"/>
                </a:lnTo>
                <a:lnTo>
                  <a:pt x="7159" y="20352"/>
                </a:lnTo>
                <a:lnTo>
                  <a:pt x="8386" y="20045"/>
                </a:lnTo>
                <a:lnTo>
                  <a:pt x="8386" y="20045"/>
                </a:lnTo>
                <a:lnTo>
                  <a:pt x="7875" y="20352"/>
                </a:lnTo>
                <a:lnTo>
                  <a:pt x="7875" y="20352"/>
                </a:lnTo>
                <a:lnTo>
                  <a:pt x="9511" y="19943"/>
                </a:lnTo>
                <a:lnTo>
                  <a:pt x="8080" y="20761"/>
                </a:lnTo>
                <a:lnTo>
                  <a:pt x="8182" y="20864"/>
                </a:lnTo>
                <a:lnTo>
                  <a:pt x="5523" y="22193"/>
                </a:lnTo>
                <a:lnTo>
                  <a:pt x="5523" y="22091"/>
                </a:lnTo>
                <a:lnTo>
                  <a:pt x="3375" y="22909"/>
                </a:lnTo>
                <a:lnTo>
                  <a:pt x="3375" y="23114"/>
                </a:lnTo>
                <a:lnTo>
                  <a:pt x="3170" y="23011"/>
                </a:lnTo>
                <a:lnTo>
                  <a:pt x="2966" y="23114"/>
                </a:lnTo>
                <a:lnTo>
                  <a:pt x="2966" y="23114"/>
                </a:lnTo>
                <a:lnTo>
                  <a:pt x="3170" y="22909"/>
                </a:lnTo>
                <a:lnTo>
                  <a:pt x="2864" y="23011"/>
                </a:lnTo>
                <a:lnTo>
                  <a:pt x="2864" y="23011"/>
                </a:lnTo>
                <a:lnTo>
                  <a:pt x="2966" y="22909"/>
                </a:lnTo>
                <a:lnTo>
                  <a:pt x="1120" y="23634"/>
                </a:lnTo>
                <a:lnTo>
                  <a:pt x="1120" y="23634"/>
                </a:lnTo>
                <a:lnTo>
                  <a:pt x="1023" y="23830"/>
                </a:lnTo>
                <a:lnTo>
                  <a:pt x="2276" y="23472"/>
                </a:lnTo>
                <a:lnTo>
                  <a:pt x="2276" y="23472"/>
                </a:lnTo>
                <a:lnTo>
                  <a:pt x="3886" y="23114"/>
                </a:lnTo>
                <a:lnTo>
                  <a:pt x="3682" y="23318"/>
                </a:lnTo>
                <a:lnTo>
                  <a:pt x="5069" y="22823"/>
                </a:lnTo>
                <a:lnTo>
                  <a:pt x="5069" y="22823"/>
                </a:lnTo>
                <a:lnTo>
                  <a:pt x="5216" y="22602"/>
                </a:lnTo>
                <a:lnTo>
                  <a:pt x="5932" y="22398"/>
                </a:lnTo>
                <a:lnTo>
                  <a:pt x="5830" y="22398"/>
                </a:lnTo>
                <a:lnTo>
                  <a:pt x="10534" y="20761"/>
                </a:lnTo>
                <a:lnTo>
                  <a:pt x="10432" y="20761"/>
                </a:lnTo>
                <a:lnTo>
                  <a:pt x="11352" y="20352"/>
                </a:lnTo>
                <a:lnTo>
                  <a:pt x="11455" y="19943"/>
                </a:lnTo>
                <a:lnTo>
                  <a:pt x="12580" y="19330"/>
                </a:lnTo>
                <a:lnTo>
                  <a:pt x="12580" y="19432"/>
                </a:lnTo>
                <a:lnTo>
                  <a:pt x="12886" y="19330"/>
                </a:lnTo>
                <a:lnTo>
                  <a:pt x="12886" y="19227"/>
                </a:lnTo>
                <a:lnTo>
                  <a:pt x="17386" y="17693"/>
                </a:lnTo>
                <a:lnTo>
                  <a:pt x="16568" y="18102"/>
                </a:lnTo>
                <a:lnTo>
                  <a:pt x="16875" y="18205"/>
                </a:lnTo>
                <a:lnTo>
                  <a:pt x="16875" y="18307"/>
                </a:lnTo>
                <a:lnTo>
                  <a:pt x="14011" y="19125"/>
                </a:lnTo>
                <a:lnTo>
                  <a:pt x="14318" y="19330"/>
                </a:lnTo>
                <a:lnTo>
                  <a:pt x="13193" y="19841"/>
                </a:lnTo>
                <a:lnTo>
                  <a:pt x="15443" y="19227"/>
                </a:lnTo>
                <a:lnTo>
                  <a:pt x="15443" y="19227"/>
                </a:lnTo>
                <a:lnTo>
                  <a:pt x="15341" y="19330"/>
                </a:lnTo>
                <a:lnTo>
                  <a:pt x="15852" y="19023"/>
                </a:lnTo>
                <a:lnTo>
                  <a:pt x="15852" y="19125"/>
                </a:lnTo>
                <a:lnTo>
                  <a:pt x="17284" y="18614"/>
                </a:lnTo>
                <a:lnTo>
                  <a:pt x="16875" y="18614"/>
                </a:lnTo>
                <a:lnTo>
                  <a:pt x="17284" y="18409"/>
                </a:lnTo>
                <a:lnTo>
                  <a:pt x="17182" y="18409"/>
                </a:lnTo>
                <a:lnTo>
                  <a:pt x="17554" y="18186"/>
                </a:lnTo>
                <a:lnTo>
                  <a:pt x="17554" y="18186"/>
                </a:lnTo>
                <a:lnTo>
                  <a:pt x="18205" y="18000"/>
                </a:lnTo>
                <a:lnTo>
                  <a:pt x="18205" y="18000"/>
                </a:lnTo>
                <a:lnTo>
                  <a:pt x="17795" y="18307"/>
                </a:lnTo>
                <a:lnTo>
                  <a:pt x="19125" y="18102"/>
                </a:lnTo>
                <a:lnTo>
                  <a:pt x="18614" y="18409"/>
                </a:lnTo>
                <a:lnTo>
                  <a:pt x="18818" y="18409"/>
                </a:lnTo>
                <a:lnTo>
                  <a:pt x="18818" y="18511"/>
                </a:lnTo>
                <a:lnTo>
                  <a:pt x="19125" y="18511"/>
                </a:lnTo>
                <a:lnTo>
                  <a:pt x="18818" y="18716"/>
                </a:lnTo>
                <a:lnTo>
                  <a:pt x="19227" y="18716"/>
                </a:lnTo>
                <a:lnTo>
                  <a:pt x="19841" y="18511"/>
                </a:lnTo>
                <a:lnTo>
                  <a:pt x="19432" y="18920"/>
                </a:lnTo>
                <a:lnTo>
                  <a:pt x="19636" y="19125"/>
                </a:lnTo>
                <a:lnTo>
                  <a:pt x="21682" y="19023"/>
                </a:lnTo>
                <a:lnTo>
                  <a:pt x="21682" y="19023"/>
                </a:lnTo>
                <a:lnTo>
                  <a:pt x="21477" y="19227"/>
                </a:lnTo>
                <a:lnTo>
                  <a:pt x="23216" y="19227"/>
                </a:lnTo>
                <a:lnTo>
                  <a:pt x="22295" y="19534"/>
                </a:lnTo>
                <a:lnTo>
                  <a:pt x="22909" y="19943"/>
                </a:lnTo>
                <a:lnTo>
                  <a:pt x="22807" y="19943"/>
                </a:lnTo>
                <a:lnTo>
                  <a:pt x="23216" y="20659"/>
                </a:lnTo>
                <a:lnTo>
                  <a:pt x="23830" y="20659"/>
                </a:lnTo>
                <a:lnTo>
                  <a:pt x="23830" y="20455"/>
                </a:lnTo>
                <a:lnTo>
                  <a:pt x="24034" y="20352"/>
                </a:lnTo>
                <a:lnTo>
                  <a:pt x="23625" y="20148"/>
                </a:lnTo>
                <a:lnTo>
                  <a:pt x="24545" y="20045"/>
                </a:lnTo>
                <a:lnTo>
                  <a:pt x="24443" y="20148"/>
                </a:lnTo>
                <a:lnTo>
                  <a:pt x="24648" y="20148"/>
                </a:lnTo>
                <a:lnTo>
                  <a:pt x="24136" y="20659"/>
                </a:lnTo>
                <a:lnTo>
                  <a:pt x="24545" y="20761"/>
                </a:lnTo>
                <a:lnTo>
                  <a:pt x="25466" y="19636"/>
                </a:lnTo>
                <a:lnTo>
                  <a:pt x="24955" y="20557"/>
                </a:lnTo>
                <a:lnTo>
                  <a:pt x="25159" y="20761"/>
                </a:lnTo>
                <a:lnTo>
                  <a:pt x="25670" y="20557"/>
                </a:lnTo>
                <a:lnTo>
                  <a:pt x="25159" y="20966"/>
                </a:lnTo>
                <a:lnTo>
                  <a:pt x="25568" y="21170"/>
                </a:lnTo>
                <a:lnTo>
                  <a:pt x="24750" y="21784"/>
                </a:lnTo>
                <a:lnTo>
                  <a:pt x="25159" y="21886"/>
                </a:lnTo>
                <a:lnTo>
                  <a:pt x="25159" y="22193"/>
                </a:lnTo>
                <a:lnTo>
                  <a:pt x="25057" y="22295"/>
                </a:lnTo>
                <a:lnTo>
                  <a:pt x="25364" y="22705"/>
                </a:lnTo>
                <a:lnTo>
                  <a:pt x="24648" y="23114"/>
                </a:lnTo>
                <a:lnTo>
                  <a:pt x="24545" y="23420"/>
                </a:lnTo>
                <a:lnTo>
                  <a:pt x="25670" y="22807"/>
                </a:lnTo>
                <a:lnTo>
                  <a:pt x="24750" y="24136"/>
                </a:lnTo>
                <a:lnTo>
                  <a:pt x="26284" y="23011"/>
                </a:lnTo>
                <a:lnTo>
                  <a:pt x="26284" y="23011"/>
                </a:lnTo>
                <a:lnTo>
                  <a:pt x="25568" y="23830"/>
                </a:lnTo>
                <a:lnTo>
                  <a:pt x="25568" y="23830"/>
                </a:lnTo>
                <a:lnTo>
                  <a:pt x="26182" y="23318"/>
                </a:lnTo>
                <a:lnTo>
                  <a:pt x="26182" y="23495"/>
                </a:lnTo>
                <a:lnTo>
                  <a:pt x="26182" y="23495"/>
                </a:lnTo>
                <a:lnTo>
                  <a:pt x="24750" y="24545"/>
                </a:lnTo>
                <a:lnTo>
                  <a:pt x="25159" y="24648"/>
                </a:lnTo>
                <a:lnTo>
                  <a:pt x="24443" y="25364"/>
                </a:lnTo>
                <a:lnTo>
                  <a:pt x="24443" y="25568"/>
                </a:lnTo>
                <a:lnTo>
                  <a:pt x="25261" y="25261"/>
                </a:lnTo>
                <a:lnTo>
                  <a:pt x="25364" y="25159"/>
                </a:lnTo>
                <a:lnTo>
                  <a:pt x="25773" y="25057"/>
                </a:lnTo>
                <a:lnTo>
                  <a:pt x="25364" y="25261"/>
                </a:lnTo>
                <a:lnTo>
                  <a:pt x="25773" y="25568"/>
                </a:lnTo>
                <a:lnTo>
                  <a:pt x="25261" y="25261"/>
                </a:lnTo>
                <a:lnTo>
                  <a:pt x="24955" y="25466"/>
                </a:lnTo>
                <a:lnTo>
                  <a:pt x="25364" y="25977"/>
                </a:lnTo>
                <a:lnTo>
                  <a:pt x="24750" y="26489"/>
                </a:lnTo>
                <a:lnTo>
                  <a:pt x="24750" y="26489"/>
                </a:lnTo>
                <a:lnTo>
                  <a:pt x="25159" y="26284"/>
                </a:lnTo>
                <a:lnTo>
                  <a:pt x="24545" y="26693"/>
                </a:lnTo>
                <a:lnTo>
                  <a:pt x="24443" y="27000"/>
                </a:lnTo>
                <a:lnTo>
                  <a:pt x="26080" y="25977"/>
                </a:lnTo>
                <a:lnTo>
                  <a:pt x="25670" y="26386"/>
                </a:lnTo>
                <a:lnTo>
                  <a:pt x="25773" y="26795"/>
                </a:lnTo>
                <a:lnTo>
                  <a:pt x="25568" y="26489"/>
                </a:lnTo>
                <a:lnTo>
                  <a:pt x="24852" y="26795"/>
                </a:lnTo>
                <a:lnTo>
                  <a:pt x="24955" y="26795"/>
                </a:lnTo>
                <a:lnTo>
                  <a:pt x="24545" y="27307"/>
                </a:lnTo>
                <a:lnTo>
                  <a:pt x="25466" y="27102"/>
                </a:lnTo>
                <a:lnTo>
                  <a:pt x="24341" y="27614"/>
                </a:lnTo>
                <a:lnTo>
                  <a:pt x="25159" y="27818"/>
                </a:lnTo>
                <a:lnTo>
                  <a:pt x="25057" y="27920"/>
                </a:lnTo>
                <a:lnTo>
                  <a:pt x="25159" y="28023"/>
                </a:lnTo>
                <a:lnTo>
                  <a:pt x="24852" y="28125"/>
                </a:lnTo>
                <a:lnTo>
                  <a:pt x="25364" y="28125"/>
                </a:lnTo>
                <a:lnTo>
                  <a:pt x="24852" y="28227"/>
                </a:lnTo>
                <a:lnTo>
                  <a:pt x="25977" y="28227"/>
                </a:lnTo>
                <a:lnTo>
                  <a:pt x="26284" y="27920"/>
                </a:lnTo>
                <a:lnTo>
                  <a:pt x="25773" y="28841"/>
                </a:lnTo>
                <a:lnTo>
                  <a:pt x="26591" y="28636"/>
                </a:lnTo>
                <a:lnTo>
                  <a:pt x="26489" y="29148"/>
                </a:lnTo>
                <a:lnTo>
                  <a:pt x="26182" y="29352"/>
                </a:lnTo>
                <a:lnTo>
                  <a:pt x="26182" y="29352"/>
                </a:lnTo>
                <a:lnTo>
                  <a:pt x="26795" y="29148"/>
                </a:lnTo>
                <a:lnTo>
                  <a:pt x="26489" y="29455"/>
                </a:lnTo>
                <a:lnTo>
                  <a:pt x="26898" y="29455"/>
                </a:lnTo>
                <a:lnTo>
                  <a:pt x="26489" y="29659"/>
                </a:lnTo>
                <a:lnTo>
                  <a:pt x="26489" y="29864"/>
                </a:lnTo>
                <a:lnTo>
                  <a:pt x="26591" y="30068"/>
                </a:lnTo>
                <a:lnTo>
                  <a:pt x="26693" y="30068"/>
                </a:lnTo>
                <a:lnTo>
                  <a:pt x="26386" y="30375"/>
                </a:lnTo>
                <a:lnTo>
                  <a:pt x="26386" y="30682"/>
                </a:lnTo>
                <a:lnTo>
                  <a:pt x="26489" y="30682"/>
                </a:lnTo>
                <a:lnTo>
                  <a:pt x="26386" y="30784"/>
                </a:lnTo>
                <a:lnTo>
                  <a:pt x="26386" y="30682"/>
                </a:lnTo>
                <a:lnTo>
                  <a:pt x="26080" y="31295"/>
                </a:lnTo>
                <a:lnTo>
                  <a:pt x="25670" y="31500"/>
                </a:lnTo>
                <a:lnTo>
                  <a:pt x="25568" y="31602"/>
                </a:lnTo>
                <a:lnTo>
                  <a:pt x="25568" y="31500"/>
                </a:lnTo>
                <a:lnTo>
                  <a:pt x="25670" y="31500"/>
                </a:lnTo>
                <a:lnTo>
                  <a:pt x="26182" y="30886"/>
                </a:lnTo>
                <a:lnTo>
                  <a:pt x="26182" y="30886"/>
                </a:lnTo>
                <a:lnTo>
                  <a:pt x="25466" y="31398"/>
                </a:lnTo>
                <a:lnTo>
                  <a:pt x="25875" y="30989"/>
                </a:lnTo>
                <a:lnTo>
                  <a:pt x="25875" y="31091"/>
                </a:lnTo>
                <a:lnTo>
                  <a:pt x="26182" y="30682"/>
                </a:lnTo>
                <a:lnTo>
                  <a:pt x="24852" y="30477"/>
                </a:lnTo>
                <a:lnTo>
                  <a:pt x="24341" y="31909"/>
                </a:lnTo>
                <a:lnTo>
                  <a:pt x="24545" y="31909"/>
                </a:lnTo>
                <a:lnTo>
                  <a:pt x="24136" y="32420"/>
                </a:lnTo>
                <a:lnTo>
                  <a:pt x="24136" y="32216"/>
                </a:lnTo>
                <a:lnTo>
                  <a:pt x="23932" y="32523"/>
                </a:lnTo>
                <a:lnTo>
                  <a:pt x="24545" y="32727"/>
                </a:lnTo>
                <a:lnTo>
                  <a:pt x="24034" y="32625"/>
                </a:lnTo>
                <a:lnTo>
                  <a:pt x="21989" y="35489"/>
                </a:lnTo>
                <a:lnTo>
                  <a:pt x="22091" y="35489"/>
                </a:lnTo>
                <a:lnTo>
                  <a:pt x="20557" y="38250"/>
                </a:lnTo>
                <a:lnTo>
                  <a:pt x="20557" y="38148"/>
                </a:lnTo>
                <a:lnTo>
                  <a:pt x="20250" y="38659"/>
                </a:lnTo>
                <a:lnTo>
                  <a:pt x="20348" y="40709"/>
                </a:lnTo>
                <a:lnTo>
                  <a:pt x="20348" y="40709"/>
                </a:lnTo>
                <a:lnTo>
                  <a:pt x="20148" y="40909"/>
                </a:lnTo>
                <a:lnTo>
                  <a:pt x="20455" y="41011"/>
                </a:lnTo>
                <a:lnTo>
                  <a:pt x="20761" y="40807"/>
                </a:lnTo>
                <a:lnTo>
                  <a:pt x="21477" y="40807"/>
                </a:lnTo>
                <a:lnTo>
                  <a:pt x="20761" y="40909"/>
                </a:lnTo>
                <a:lnTo>
                  <a:pt x="20761" y="41420"/>
                </a:lnTo>
                <a:lnTo>
                  <a:pt x="20557" y="41114"/>
                </a:lnTo>
                <a:lnTo>
                  <a:pt x="20352" y="41727"/>
                </a:lnTo>
                <a:lnTo>
                  <a:pt x="20557" y="42341"/>
                </a:lnTo>
                <a:lnTo>
                  <a:pt x="20352" y="42648"/>
                </a:lnTo>
                <a:lnTo>
                  <a:pt x="20864" y="43875"/>
                </a:lnTo>
                <a:lnTo>
                  <a:pt x="20761" y="44284"/>
                </a:lnTo>
                <a:lnTo>
                  <a:pt x="21068" y="44591"/>
                </a:lnTo>
                <a:lnTo>
                  <a:pt x="21477" y="44693"/>
                </a:lnTo>
                <a:lnTo>
                  <a:pt x="23011" y="47250"/>
                </a:lnTo>
                <a:lnTo>
                  <a:pt x="22909" y="47455"/>
                </a:lnTo>
                <a:lnTo>
                  <a:pt x="23216" y="49295"/>
                </a:lnTo>
                <a:lnTo>
                  <a:pt x="23932" y="50114"/>
                </a:lnTo>
                <a:lnTo>
                  <a:pt x="23932" y="51341"/>
                </a:lnTo>
                <a:lnTo>
                  <a:pt x="24034" y="51341"/>
                </a:lnTo>
                <a:lnTo>
                  <a:pt x="24034" y="51545"/>
                </a:lnTo>
                <a:lnTo>
                  <a:pt x="23830" y="51341"/>
                </a:lnTo>
                <a:lnTo>
                  <a:pt x="23216" y="51443"/>
                </a:lnTo>
                <a:lnTo>
                  <a:pt x="23830" y="52159"/>
                </a:lnTo>
                <a:lnTo>
                  <a:pt x="24648" y="52364"/>
                </a:lnTo>
                <a:lnTo>
                  <a:pt x="25261" y="54818"/>
                </a:lnTo>
                <a:lnTo>
                  <a:pt x="26795" y="56455"/>
                </a:lnTo>
                <a:lnTo>
                  <a:pt x="26898" y="55432"/>
                </a:lnTo>
                <a:lnTo>
                  <a:pt x="26386" y="55227"/>
                </a:lnTo>
                <a:lnTo>
                  <a:pt x="25773" y="52364"/>
                </a:lnTo>
                <a:lnTo>
                  <a:pt x="25773" y="52670"/>
                </a:lnTo>
                <a:lnTo>
                  <a:pt x="25261" y="50830"/>
                </a:lnTo>
                <a:lnTo>
                  <a:pt x="25057" y="50727"/>
                </a:lnTo>
                <a:lnTo>
                  <a:pt x="24341" y="48068"/>
                </a:lnTo>
                <a:lnTo>
                  <a:pt x="24545" y="47250"/>
                </a:lnTo>
                <a:lnTo>
                  <a:pt x="25159" y="47659"/>
                </a:lnTo>
                <a:lnTo>
                  <a:pt x="25364" y="47557"/>
                </a:lnTo>
                <a:lnTo>
                  <a:pt x="25466" y="47761"/>
                </a:lnTo>
                <a:lnTo>
                  <a:pt x="25875" y="47966"/>
                </a:lnTo>
                <a:lnTo>
                  <a:pt x="26591" y="51034"/>
                </a:lnTo>
                <a:lnTo>
                  <a:pt x="27205" y="51341"/>
                </a:lnTo>
                <a:lnTo>
                  <a:pt x="27000" y="51852"/>
                </a:lnTo>
                <a:lnTo>
                  <a:pt x="28023" y="53080"/>
                </a:lnTo>
                <a:lnTo>
                  <a:pt x="27920" y="52977"/>
                </a:lnTo>
                <a:lnTo>
                  <a:pt x="28125" y="53591"/>
                </a:lnTo>
                <a:lnTo>
                  <a:pt x="27920" y="53795"/>
                </a:lnTo>
                <a:lnTo>
                  <a:pt x="28636" y="54307"/>
                </a:lnTo>
                <a:lnTo>
                  <a:pt x="28432" y="54205"/>
                </a:lnTo>
                <a:lnTo>
                  <a:pt x="29045" y="54920"/>
                </a:lnTo>
                <a:lnTo>
                  <a:pt x="28841" y="54920"/>
                </a:lnTo>
                <a:lnTo>
                  <a:pt x="29761" y="56148"/>
                </a:lnTo>
                <a:lnTo>
                  <a:pt x="30477" y="58091"/>
                </a:lnTo>
                <a:lnTo>
                  <a:pt x="29966" y="59216"/>
                </a:lnTo>
                <a:lnTo>
                  <a:pt x="37534" y="63920"/>
                </a:lnTo>
                <a:lnTo>
                  <a:pt x="39068" y="63307"/>
                </a:lnTo>
                <a:lnTo>
                  <a:pt x="39170" y="63307"/>
                </a:lnTo>
                <a:lnTo>
                  <a:pt x="39784" y="63614"/>
                </a:lnTo>
                <a:lnTo>
                  <a:pt x="39784" y="63614"/>
                </a:lnTo>
                <a:lnTo>
                  <a:pt x="39375" y="63307"/>
                </a:lnTo>
                <a:lnTo>
                  <a:pt x="39375" y="63307"/>
                </a:lnTo>
                <a:lnTo>
                  <a:pt x="44284" y="66375"/>
                </a:lnTo>
                <a:lnTo>
                  <a:pt x="45000" y="66273"/>
                </a:lnTo>
                <a:lnTo>
                  <a:pt x="45409" y="66682"/>
                </a:lnTo>
                <a:lnTo>
                  <a:pt x="45307" y="66989"/>
                </a:lnTo>
                <a:lnTo>
                  <a:pt x="46534" y="68830"/>
                </a:lnTo>
                <a:lnTo>
                  <a:pt x="46534" y="69443"/>
                </a:lnTo>
                <a:lnTo>
                  <a:pt x="47148" y="70159"/>
                </a:lnTo>
                <a:lnTo>
                  <a:pt x="47352" y="69852"/>
                </a:lnTo>
                <a:lnTo>
                  <a:pt x="47045" y="69443"/>
                </a:lnTo>
                <a:lnTo>
                  <a:pt x="47045" y="69443"/>
                </a:lnTo>
                <a:lnTo>
                  <a:pt x="48784" y="71386"/>
                </a:lnTo>
                <a:lnTo>
                  <a:pt x="48784" y="71386"/>
                </a:lnTo>
                <a:lnTo>
                  <a:pt x="48580" y="71080"/>
                </a:lnTo>
                <a:lnTo>
                  <a:pt x="49091" y="71693"/>
                </a:lnTo>
                <a:lnTo>
                  <a:pt x="49705" y="71489"/>
                </a:lnTo>
                <a:lnTo>
                  <a:pt x="50625" y="72205"/>
                </a:lnTo>
                <a:lnTo>
                  <a:pt x="50727" y="71898"/>
                </a:lnTo>
                <a:lnTo>
                  <a:pt x="51136" y="72614"/>
                </a:lnTo>
                <a:lnTo>
                  <a:pt x="51648" y="72307"/>
                </a:lnTo>
                <a:lnTo>
                  <a:pt x="51341" y="71693"/>
                </a:lnTo>
                <a:lnTo>
                  <a:pt x="52670" y="70773"/>
                </a:lnTo>
                <a:lnTo>
                  <a:pt x="53182" y="71489"/>
                </a:lnTo>
                <a:lnTo>
                  <a:pt x="53182" y="71284"/>
                </a:lnTo>
                <a:lnTo>
                  <a:pt x="53386" y="71386"/>
                </a:lnTo>
                <a:lnTo>
                  <a:pt x="53489" y="71284"/>
                </a:lnTo>
                <a:lnTo>
                  <a:pt x="53693" y="71693"/>
                </a:lnTo>
                <a:lnTo>
                  <a:pt x="53386" y="71386"/>
                </a:lnTo>
                <a:lnTo>
                  <a:pt x="53182" y="71795"/>
                </a:lnTo>
                <a:lnTo>
                  <a:pt x="53795" y="75682"/>
                </a:lnTo>
                <a:lnTo>
                  <a:pt x="53898" y="75682"/>
                </a:lnTo>
                <a:lnTo>
                  <a:pt x="53898" y="75989"/>
                </a:lnTo>
                <a:lnTo>
                  <a:pt x="54000" y="75886"/>
                </a:lnTo>
                <a:lnTo>
                  <a:pt x="54205" y="75989"/>
                </a:lnTo>
                <a:lnTo>
                  <a:pt x="53489" y="77216"/>
                </a:lnTo>
                <a:lnTo>
                  <a:pt x="52977" y="77523"/>
                </a:lnTo>
                <a:lnTo>
                  <a:pt x="52773" y="78239"/>
                </a:lnTo>
                <a:lnTo>
                  <a:pt x="52364" y="78341"/>
                </a:lnTo>
                <a:lnTo>
                  <a:pt x="52568" y="78750"/>
                </a:lnTo>
                <a:lnTo>
                  <a:pt x="51648" y="79159"/>
                </a:lnTo>
                <a:lnTo>
                  <a:pt x="51239" y="80693"/>
                </a:lnTo>
                <a:lnTo>
                  <a:pt x="51034" y="80591"/>
                </a:lnTo>
                <a:lnTo>
                  <a:pt x="50727" y="81307"/>
                </a:lnTo>
                <a:lnTo>
                  <a:pt x="50727" y="82227"/>
                </a:lnTo>
                <a:lnTo>
                  <a:pt x="51034" y="82739"/>
                </a:lnTo>
                <a:lnTo>
                  <a:pt x="51545" y="82432"/>
                </a:lnTo>
                <a:lnTo>
                  <a:pt x="51648" y="82125"/>
                </a:lnTo>
                <a:lnTo>
                  <a:pt x="51750" y="82841"/>
                </a:lnTo>
                <a:lnTo>
                  <a:pt x="50318" y="84886"/>
                </a:lnTo>
                <a:lnTo>
                  <a:pt x="50830" y="85909"/>
                </a:lnTo>
                <a:lnTo>
                  <a:pt x="50625" y="86011"/>
                </a:lnTo>
                <a:lnTo>
                  <a:pt x="60852" y="98693"/>
                </a:lnTo>
                <a:lnTo>
                  <a:pt x="61977" y="118125"/>
                </a:lnTo>
                <a:lnTo>
                  <a:pt x="61670" y="118330"/>
                </a:lnTo>
                <a:lnTo>
                  <a:pt x="63102" y="122932"/>
                </a:lnTo>
                <a:lnTo>
                  <a:pt x="64125" y="122625"/>
                </a:lnTo>
                <a:lnTo>
                  <a:pt x="63818" y="123136"/>
                </a:lnTo>
                <a:lnTo>
                  <a:pt x="64125" y="123136"/>
                </a:lnTo>
                <a:lnTo>
                  <a:pt x="64330" y="123648"/>
                </a:lnTo>
                <a:lnTo>
                  <a:pt x="64023" y="123648"/>
                </a:lnTo>
                <a:lnTo>
                  <a:pt x="64227" y="125284"/>
                </a:lnTo>
                <a:lnTo>
                  <a:pt x="64636" y="125489"/>
                </a:lnTo>
                <a:lnTo>
                  <a:pt x="64534" y="126511"/>
                </a:lnTo>
                <a:lnTo>
                  <a:pt x="64943" y="126716"/>
                </a:lnTo>
                <a:lnTo>
                  <a:pt x="64330" y="126716"/>
                </a:lnTo>
                <a:lnTo>
                  <a:pt x="64636" y="127432"/>
                </a:lnTo>
                <a:lnTo>
                  <a:pt x="64534" y="127739"/>
                </a:lnTo>
                <a:lnTo>
                  <a:pt x="64330" y="127023"/>
                </a:lnTo>
                <a:lnTo>
                  <a:pt x="64023" y="127432"/>
                </a:lnTo>
                <a:lnTo>
                  <a:pt x="64023" y="127432"/>
                </a:lnTo>
                <a:lnTo>
                  <a:pt x="64227" y="127023"/>
                </a:lnTo>
                <a:lnTo>
                  <a:pt x="64023" y="126614"/>
                </a:lnTo>
                <a:lnTo>
                  <a:pt x="64023" y="127023"/>
                </a:lnTo>
                <a:lnTo>
                  <a:pt x="63409" y="127125"/>
                </a:lnTo>
                <a:lnTo>
                  <a:pt x="63614" y="127432"/>
                </a:lnTo>
                <a:lnTo>
                  <a:pt x="63205" y="127943"/>
                </a:lnTo>
                <a:lnTo>
                  <a:pt x="63205" y="127943"/>
                </a:lnTo>
                <a:lnTo>
                  <a:pt x="63716" y="127739"/>
                </a:lnTo>
                <a:lnTo>
                  <a:pt x="64227" y="128148"/>
                </a:lnTo>
                <a:lnTo>
                  <a:pt x="64227" y="128045"/>
                </a:lnTo>
                <a:lnTo>
                  <a:pt x="64534" y="128250"/>
                </a:lnTo>
                <a:lnTo>
                  <a:pt x="64534" y="128455"/>
                </a:lnTo>
                <a:lnTo>
                  <a:pt x="64432" y="128659"/>
                </a:lnTo>
                <a:lnTo>
                  <a:pt x="64636" y="129068"/>
                </a:lnTo>
                <a:lnTo>
                  <a:pt x="65148" y="128864"/>
                </a:lnTo>
                <a:lnTo>
                  <a:pt x="65557" y="129477"/>
                </a:lnTo>
                <a:lnTo>
                  <a:pt x="64534" y="129273"/>
                </a:lnTo>
                <a:lnTo>
                  <a:pt x="65148" y="129682"/>
                </a:lnTo>
                <a:lnTo>
                  <a:pt x="65455" y="130705"/>
                </a:lnTo>
                <a:lnTo>
                  <a:pt x="65352" y="130295"/>
                </a:lnTo>
                <a:lnTo>
                  <a:pt x="65455" y="130295"/>
                </a:lnTo>
                <a:lnTo>
                  <a:pt x="65864" y="131216"/>
                </a:lnTo>
                <a:lnTo>
                  <a:pt x="65352" y="131420"/>
                </a:lnTo>
                <a:lnTo>
                  <a:pt x="66068" y="131727"/>
                </a:lnTo>
                <a:lnTo>
                  <a:pt x="65864" y="131727"/>
                </a:lnTo>
                <a:lnTo>
                  <a:pt x="66170" y="132034"/>
                </a:lnTo>
                <a:lnTo>
                  <a:pt x="66273" y="131727"/>
                </a:lnTo>
                <a:lnTo>
                  <a:pt x="66375" y="131932"/>
                </a:lnTo>
                <a:lnTo>
                  <a:pt x="66375" y="132239"/>
                </a:lnTo>
                <a:lnTo>
                  <a:pt x="66170" y="132034"/>
                </a:lnTo>
                <a:lnTo>
                  <a:pt x="65557" y="131625"/>
                </a:lnTo>
                <a:lnTo>
                  <a:pt x="65250" y="131932"/>
                </a:lnTo>
                <a:lnTo>
                  <a:pt x="67193" y="133261"/>
                </a:lnTo>
                <a:lnTo>
                  <a:pt x="67398" y="133159"/>
                </a:lnTo>
                <a:lnTo>
                  <a:pt x="67091" y="132750"/>
                </a:lnTo>
                <a:lnTo>
                  <a:pt x="67705" y="133057"/>
                </a:lnTo>
                <a:lnTo>
                  <a:pt x="67398" y="133159"/>
                </a:lnTo>
                <a:lnTo>
                  <a:pt x="67500" y="133261"/>
                </a:lnTo>
                <a:lnTo>
                  <a:pt x="67602" y="133159"/>
                </a:lnTo>
                <a:lnTo>
                  <a:pt x="67807" y="133568"/>
                </a:lnTo>
                <a:lnTo>
                  <a:pt x="67807" y="133568"/>
                </a:lnTo>
                <a:lnTo>
                  <a:pt x="67500" y="133261"/>
                </a:lnTo>
                <a:lnTo>
                  <a:pt x="67295" y="133364"/>
                </a:lnTo>
                <a:lnTo>
                  <a:pt x="66477" y="133364"/>
                </a:lnTo>
                <a:lnTo>
                  <a:pt x="66886" y="133773"/>
                </a:lnTo>
                <a:lnTo>
                  <a:pt x="67500" y="133670"/>
                </a:lnTo>
                <a:lnTo>
                  <a:pt x="67295" y="134080"/>
                </a:lnTo>
                <a:lnTo>
                  <a:pt x="67705" y="134284"/>
                </a:lnTo>
                <a:lnTo>
                  <a:pt x="67807" y="134080"/>
                </a:lnTo>
                <a:lnTo>
                  <a:pt x="67926" y="134000"/>
                </a:lnTo>
                <a:lnTo>
                  <a:pt x="67926" y="134000"/>
                </a:lnTo>
                <a:lnTo>
                  <a:pt x="68420" y="134693"/>
                </a:lnTo>
                <a:lnTo>
                  <a:pt x="69136" y="133977"/>
                </a:lnTo>
                <a:lnTo>
                  <a:pt x="69136" y="134284"/>
                </a:lnTo>
                <a:lnTo>
                  <a:pt x="68932" y="134489"/>
                </a:lnTo>
                <a:lnTo>
                  <a:pt x="68932" y="134693"/>
                </a:lnTo>
                <a:lnTo>
                  <a:pt x="68727" y="134795"/>
                </a:lnTo>
                <a:lnTo>
                  <a:pt x="69750" y="134795"/>
                </a:lnTo>
                <a:lnTo>
                  <a:pt x="69545" y="134182"/>
                </a:lnTo>
                <a:lnTo>
                  <a:pt x="69767" y="133988"/>
                </a:lnTo>
                <a:lnTo>
                  <a:pt x="69767" y="133988"/>
                </a:lnTo>
                <a:lnTo>
                  <a:pt x="70057" y="134182"/>
                </a:lnTo>
                <a:lnTo>
                  <a:pt x="69852" y="134284"/>
                </a:lnTo>
                <a:lnTo>
                  <a:pt x="70568" y="134591"/>
                </a:lnTo>
                <a:lnTo>
                  <a:pt x="70364" y="135000"/>
                </a:lnTo>
                <a:lnTo>
                  <a:pt x="71489" y="135614"/>
                </a:lnTo>
                <a:lnTo>
                  <a:pt x="71386" y="135716"/>
                </a:lnTo>
                <a:lnTo>
                  <a:pt x="70159" y="135205"/>
                </a:lnTo>
                <a:lnTo>
                  <a:pt x="70364" y="135205"/>
                </a:lnTo>
                <a:lnTo>
                  <a:pt x="70057" y="135000"/>
                </a:lnTo>
                <a:lnTo>
                  <a:pt x="69955" y="135102"/>
                </a:lnTo>
                <a:lnTo>
                  <a:pt x="70568" y="135716"/>
                </a:lnTo>
                <a:lnTo>
                  <a:pt x="70057" y="135511"/>
                </a:lnTo>
                <a:lnTo>
                  <a:pt x="69443" y="135716"/>
                </a:lnTo>
                <a:lnTo>
                  <a:pt x="69545" y="135818"/>
                </a:lnTo>
                <a:lnTo>
                  <a:pt x="73943" y="136125"/>
                </a:lnTo>
                <a:lnTo>
                  <a:pt x="74557" y="135818"/>
                </a:lnTo>
                <a:lnTo>
                  <a:pt x="71489" y="134489"/>
                </a:lnTo>
                <a:lnTo>
                  <a:pt x="71591" y="134284"/>
                </a:lnTo>
                <a:lnTo>
                  <a:pt x="71080" y="133875"/>
                </a:lnTo>
                <a:lnTo>
                  <a:pt x="69782" y="133975"/>
                </a:lnTo>
                <a:lnTo>
                  <a:pt x="69782" y="133975"/>
                </a:lnTo>
                <a:lnTo>
                  <a:pt x="70364" y="133466"/>
                </a:lnTo>
                <a:lnTo>
                  <a:pt x="71080" y="133568"/>
                </a:lnTo>
                <a:lnTo>
                  <a:pt x="71080" y="133568"/>
                </a:lnTo>
                <a:lnTo>
                  <a:pt x="70057" y="132852"/>
                </a:lnTo>
                <a:lnTo>
                  <a:pt x="70364" y="132750"/>
                </a:lnTo>
                <a:lnTo>
                  <a:pt x="69852" y="132341"/>
                </a:lnTo>
                <a:lnTo>
                  <a:pt x="70159" y="131318"/>
                </a:lnTo>
                <a:lnTo>
                  <a:pt x="69750" y="131216"/>
                </a:lnTo>
                <a:lnTo>
                  <a:pt x="69955" y="131216"/>
                </a:lnTo>
                <a:lnTo>
                  <a:pt x="69955" y="131011"/>
                </a:lnTo>
                <a:lnTo>
                  <a:pt x="70670" y="131216"/>
                </a:lnTo>
                <a:lnTo>
                  <a:pt x="70670" y="131216"/>
                </a:lnTo>
                <a:lnTo>
                  <a:pt x="70466" y="130500"/>
                </a:lnTo>
                <a:lnTo>
                  <a:pt x="71591" y="129170"/>
                </a:lnTo>
                <a:lnTo>
                  <a:pt x="71182" y="129068"/>
                </a:lnTo>
                <a:lnTo>
                  <a:pt x="71284" y="128455"/>
                </a:lnTo>
                <a:lnTo>
                  <a:pt x="69443" y="127330"/>
                </a:lnTo>
                <a:lnTo>
                  <a:pt x="69852" y="126409"/>
                </a:lnTo>
                <a:lnTo>
                  <a:pt x="70159" y="126205"/>
                </a:lnTo>
                <a:lnTo>
                  <a:pt x="70670" y="126205"/>
                </a:lnTo>
                <a:lnTo>
                  <a:pt x="70568" y="124670"/>
                </a:lnTo>
                <a:lnTo>
                  <a:pt x="71182" y="124159"/>
                </a:lnTo>
                <a:lnTo>
                  <a:pt x="70568" y="123852"/>
                </a:lnTo>
                <a:lnTo>
                  <a:pt x="70977" y="123750"/>
                </a:lnTo>
                <a:lnTo>
                  <a:pt x="71284" y="124057"/>
                </a:lnTo>
                <a:lnTo>
                  <a:pt x="71284" y="124057"/>
                </a:lnTo>
                <a:lnTo>
                  <a:pt x="70977" y="123443"/>
                </a:lnTo>
                <a:lnTo>
                  <a:pt x="70773" y="123545"/>
                </a:lnTo>
                <a:lnTo>
                  <a:pt x="70364" y="123239"/>
                </a:lnTo>
                <a:lnTo>
                  <a:pt x="69955" y="122318"/>
                </a:lnTo>
                <a:lnTo>
                  <a:pt x="70057" y="122011"/>
                </a:lnTo>
                <a:lnTo>
                  <a:pt x="71182" y="122318"/>
                </a:lnTo>
                <a:lnTo>
                  <a:pt x="72205" y="122011"/>
                </a:lnTo>
                <a:lnTo>
                  <a:pt x="72000" y="121193"/>
                </a:lnTo>
                <a:lnTo>
                  <a:pt x="72102" y="120886"/>
                </a:lnTo>
                <a:lnTo>
                  <a:pt x="71898" y="120580"/>
                </a:lnTo>
                <a:lnTo>
                  <a:pt x="72000" y="120580"/>
                </a:lnTo>
                <a:lnTo>
                  <a:pt x="71693" y="120170"/>
                </a:lnTo>
                <a:lnTo>
                  <a:pt x="75477" y="119250"/>
                </a:lnTo>
                <a:lnTo>
                  <a:pt x="75886" y="117716"/>
                </a:lnTo>
                <a:lnTo>
                  <a:pt x="73739" y="114545"/>
                </a:lnTo>
                <a:lnTo>
                  <a:pt x="73739" y="114034"/>
                </a:lnTo>
                <a:lnTo>
                  <a:pt x="73943" y="114034"/>
                </a:lnTo>
                <a:lnTo>
                  <a:pt x="73841" y="113420"/>
                </a:lnTo>
                <a:lnTo>
                  <a:pt x="74045" y="113932"/>
                </a:lnTo>
                <a:lnTo>
                  <a:pt x="73841" y="114341"/>
                </a:lnTo>
                <a:lnTo>
                  <a:pt x="74557" y="115466"/>
                </a:lnTo>
                <a:lnTo>
                  <a:pt x="77216" y="115875"/>
                </a:lnTo>
                <a:lnTo>
                  <a:pt x="79466" y="111580"/>
                </a:lnTo>
                <a:lnTo>
                  <a:pt x="79568" y="111682"/>
                </a:lnTo>
                <a:lnTo>
                  <a:pt x="79568" y="111273"/>
                </a:lnTo>
                <a:lnTo>
                  <a:pt x="79466" y="110966"/>
                </a:lnTo>
                <a:lnTo>
                  <a:pt x="79773" y="111273"/>
                </a:lnTo>
                <a:lnTo>
                  <a:pt x="79875" y="111273"/>
                </a:lnTo>
                <a:lnTo>
                  <a:pt x="79364" y="112500"/>
                </a:lnTo>
                <a:lnTo>
                  <a:pt x="79773" y="112193"/>
                </a:lnTo>
                <a:lnTo>
                  <a:pt x="80080" y="111170"/>
                </a:lnTo>
                <a:lnTo>
                  <a:pt x="79875" y="111273"/>
                </a:lnTo>
                <a:lnTo>
                  <a:pt x="79875" y="111273"/>
                </a:lnTo>
                <a:lnTo>
                  <a:pt x="81409" y="107898"/>
                </a:lnTo>
                <a:lnTo>
                  <a:pt x="81102" y="106159"/>
                </a:lnTo>
                <a:lnTo>
                  <a:pt x="81614" y="106057"/>
                </a:lnTo>
                <a:lnTo>
                  <a:pt x="81511" y="106159"/>
                </a:lnTo>
                <a:lnTo>
                  <a:pt x="85398" y="103705"/>
                </a:lnTo>
                <a:lnTo>
                  <a:pt x="85807" y="103602"/>
                </a:lnTo>
                <a:lnTo>
                  <a:pt x="85909" y="103398"/>
                </a:lnTo>
                <a:lnTo>
                  <a:pt x="86114" y="103705"/>
                </a:lnTo>
                <a:lnTo>
                  <a:pt x="86830" y="103602"/>
                </a:lnTo>
                <a:lnTo>
                  <a:pt x="86932" y="103091"/>
                </a:lnTo>
                <a:lnTo>
                  <a:pt x="87750" y="102580"/>
                </a:lnTo>
                <a:lnTo>
                  <a:pt x="89080" y="94398"/>
                </a:lnTo>
                <a:lnTo>
                  <a:pt x="89080" y="93170"/>
                </a:lnTo>
                <a:lnTo>
                  <a:pt x="89284" y="93068"/>
                </a:lnTo>
                <a:lnTo>
                  <a:pt x="89489" y="93375"/>
                </a:lnTo>
                <a:lnTo>
                  <a:pt x="90409" y="91534"/>
                </a:lnTo>
                <a:lnTo>
                  <a:pt x="90409" y="91739"/>
                </a:lnTo>
                <a:lnTo>
                  <a:pt x="92557" y="87136"/>
                </a:lnTo>
                <a:lnTo>
                  <a:pt x="91943" y="85398"/>
                </a:lnTo>
                <a:lnTo>
                  <a:pt x="84273" y="82739"/>
                </a:lnTo>
                <a:lnTo>
                  <a:pt x="84068" y="82943"/>
                </a:lnTo>
                <a:lnTo>
                  <a:pt x="83966" y="82534"/>
                </a:lnTo>
                <a:lnTo>
                  <a:pt x="83557" y="83352"/>
                </a:lnTo>
                <a:lnTo>
                  <a:pt x="83557" y="83352"/>
                </a:lnTo>
                <a:lnTo>
                  <a:pt x="83659" y="82636"/>
                </a:lnTo>
                <a:lnTo>
                  <a:pt x="83557" y="82330"/>
                </a:lnTo>
                <a:lnTo>
                  <a:pt x="83557" y="81818"/>
                </a:lnTo>
                <a:lnTo>
                  <a:pt x="80591" y="80795"/>
                </a:lnTo>
                <a:lnTo>
                  <a:pt x="79057" y="82739"/>
                </a:lnTo>
                <a:lnTo>
                  <a:pt x="79364" y="81818"/>
                </a:lnTo>
                <a:lnTo>
                  <a:pt x="78341" y="82125"/>
                </a:lnTo>
                <a:lnTo>
                  <a:pt x="77932" y="81307"/>
                </a:lnTo>
                <a:lnTo>
                  <a:pt x="77625" y="81205"/>
                </a:lnTo>
                <a:lnTo>
                  <a:pt x="77011" y="81614"/>
                </a:lnTo>
                <a:lnTo>
                  <a:pt x="76295" y="81614"/>
                </a:lnTo>
                <a:lnTo>
                  <a:pt x="78852" y="78750"/>
                </a:lnTo>
                <a:lnTo>
                  <a:pt x="77216" y="75375"/>
                </a:lnTo>
                <a:lnTo>
                  <a:pt x="77011" y="75580"/>
                </a:lnTo>
                <a:lnTo>
                  <a:pt x="76807" y="75068"/>
                </a:lnTo>
                <a:lnTo>
                  <a:pt x="76705" y="75170"/>
                </a:lnTo>
                <a:lnTo>
                  <a:pt x="75273" y="74148"/>
                </a:lnTo>
                <a:lnTo>
                  <a:pt x="75068" y="74557"/>
                </a:lnTo>
                <a:lnTo>
                  <a:pt x="74455" y="73841"/>
                </a:lnTo>
                <a:lnTo>
                  <a:pt x="73432" y="74148"/>
                </a:lnTo>
                <a:lnTo>
                  <a:pt x="72614" y="73943"/>
                </a:lnTo>
                <a:lnTo>
                  <a:pt x="72307" y="74352"/>
                </a:lnTo>
                <a:lnTo>
                  <a:pt x="72307" y="73739"/>
                </a:lnTo>
                <a:lnTo>
                  <a:pt x="71284" y="72920"/>
                </a:lnTo>
                <a:lnTo>
                  <a:pt x="70977" y="73432"/>
                </a:lnTo>
                <a:lnTo>
                  <a:pt x="70977" y="73432"/>
                </a:lnTo>
                <a:lnTo>
                  <a:pt x="71080" y="72307"/>
                </a:lnTo>
                <a:lnTo>
                  <a:pt x="69852" y="71284"/>
                </a:lnTo>
                <a:lnTo>
                  <a:pt x="68420" y="71182"/>
                </a:lnTo>
                <a:lnTo>
                  <a:pt x="68830" y="70875"/>
                </a:lnTo>
                <a:lnTo>
                  <a:pt x="69034" y="70568"/>
                </a:lnTo>
                <a:lnTo>
                  <a:pt x="68932" y="70159"/>
                </a:lnTo>
                <a:lnTo>
                  <a:pt x="68420" y="69852"/>
                </a:lnTo>
                <a:lnTo>
                  <a:pt x="68318" y="69955"/>
                </a:lnTo>
                <a:lnTo>
                  <a:pt x="68318" y="70159"/>
                </a:lnTo>
                <a:lnTo>
                  <a:pt x="67909" y="69852"/>
                </a:lnTo>
                <a:lnTo>
                  <a:pt x="67807" y="69955"/>
                </a:lnTo>
                <a:lnTo>
                  <a:pt x="67602" y="69545"/>
                </a:lnTo>
                <a:lnTo>
                  <a:pt x="67398" y="69648"/>
                </a:lnTo>
                <a:lnTo>
                  <a:pt x="67295" y="69239"/>
                </a:lnTo>
                <a:lnTo>
                  <a:pt x="68216" y="69034"/>
                </a:lnTo>
                <a:lnTo>
                  <a:pt x="66068" y="69136"/>
                </a:lnTo>
                <a:lnTo>
                  <a:pt x="66068" y="69239"/>
                </a:lnTo>
                <a:lnTo>
                  <a:pt x="66580" y="69239"/>
                </a:lnTo>
                <a:lnTo>
                  <a:pt x="65045" y="69648"/>
                </a:lnTo>
                <a:lnTo>
                  <a:pt x="64636" y="69443"/>
                </a:lnTo>
                <a:lnTo>
                  <a:pt x="64432" y="69136"/>
                </a:lnTo>
                <a:lnTo>
                  <a:pt x="62489" y="69136"/>
                </a:lnTo>
                <a:lnTo>
                  <a:pt x="62284" y="68523"/>
                </a:lnTo>
                <a:lnTo>
                  <a:pt x="61466" y="68216"/>
                </a:lnTo>
                <a:lnTo>
                  <a:pt x="61159" y="67705"/>
                </a:lnTo>
                <a:lnTo>
                  <a:pt x="60750" y="67705"/>
                </a:lnTo>
                <a:lnTo>
                  <a:pt x="61159" y="68114"/>
                </a:lnTo>
                <a:lnTo>
                  <a:pt x="59727" y="68727"/>
                </a:lnTo>
                <a:lnTo>
                  <a:pt x="59523" y="69239"/>
                </a:lnTo>
                <a:lnTo>
                  <a:pt x="59932" y="70057"/>
                </a:lnTo>
                <a:lnTo>
                  <a:pt x="59625" y="70670"/>
                </a:lnTo>
                <a:lnTo>
                  <a:pt x="59216" y="70364"/>
                </a:lnTo>
                <a:lnTo>
                  <a:pt x="59114" y="69648"/>
                </a:lnTo>
                <a:lnTo>
                  <a:pt x="59420" y="69239"/>
                </a:lnTo>
                <a:lnTo>
                  <a:pt x="59318" y="68727"/>
                </a:lnTo>
                <a:lnTo>
                  <a:pt x="59420" y="68727"/>
                </a:lnTo>
                <a:lnTo>
                  <a:pt x="59216" y="68114"/>
                </a:lnTo>
                <a:lnTo>
                  <a:pt x="59830" y="67807"/>
                </a:lnTo>
                <a:lnTo>
                  <a:pt x="59625" y="67295"/>
                </a:lnTo>
                <a:lnTo>
                  <a:pt x="56966" y="68932"/>
                </a:lnTo>
                <a:lnTo>
                  <a:pt x="56966" y="68727"/>
                </a:lnTo>
                <a:lnTo>
                  <a:pt x="56557" y="68625"/>
                </a:lnTo>
                <a:lnTo>
                  <a:pt x="55739" y="69648"/>
                </a:lnTo>
                <a:lnTo>
                  <a:pt x="55841" y="69545"/>
                </a:lnTo>
                <a:lnTo>
                  <a:pt x="55534" y="70364"/>
                </a:lnTo>
                <a:lnTo>
                  <a:pt x="54614" y="71182"/>
                </a:lnTo>
                <a:lnTo>
                  <a:pt x="54511" y="71898"/>
                </a:lnTo>
                <a:lnTo>
                  <a:pt x="52977" y="70364"/>
                </a:lnTo>
                <a:lnTo>
                  <a:pt x="52057" y="70261"/>
                </a:lnTo>
                <a:lnTo>
                  <a:pt x="51034" y="70875"/>
                </a:lnTo>
                <a:lnTo>
                  <a:pt x="50011" y="70670"/>
                </a:lnTo>
                <a:lnTo>
                  <a:pt x="50011" y="70670"/>
                </a:lnTo>
                <a:lnTo>
                  <a:pt x="50114" y="70875"/>
                </a:lnTo>
                <a:lnTo>
                  <a:pt x="48375" y="68420"/>
                </a:lnTo>
                <a:lnTo>
                  <a:pt x="48580" y="67602"/>
                </a:lnTo>
                <a:lnTo>
                  <a:pt x="48682" y="67705"/>
                </a:lnTo>
                <a:lnTo>
                  <a:pt x="48784" y="66989"/>
                </a:lnTo>
                <a:lnTo>
                  <a:pt x="48784" y="67193"/>
                </a:lnTo>
                <a:lnTo>
                  <a:pt x="49193" y="64739"/>
                </a:lnTo>
                <a:lnTo>
                  <a:pt x="48989" y="64330"/>
                </a:lnTo>
                <a:lnTo>
                  <a:pt x="48580" y="64125"/>
                </a:lnTo>
                <a:lnTo>
                  <a:pt x="48886" y="64227"/>
                </a:lnTo>
                <a:lnTo>
                  <a:pt x="48273" y="63716"/>
                </a:lnTo>
                <a:lnTo>
                  <a:pt x="44284" y="63614"/>
                </a:lnTo>
                <a:lnTo>
                  <a:pt x="45000" y="62795"/>
                </a:lnTo>
                <a:lnTo>
                  <a:pt x="45102" y="61159"/>
                </a:lnTo>
                <a:lnTo>
                  <a:pt x="45409" y="60648"/>
                </a:lnTo>
                <a:lnTo>
                  <a:pt x="45511" y="61261"/>
                </a:lnTo>
                <a:lnTo>
                  <a:pt x="46023" y="60136"/>
                </a:lnTo>
                <a:lnTo>
                  <a:pt x="45818" y="60239"/>
                </a:lnTo>
                <a:lnTo>
                  <a:pt x="46125" y="59932"/>
                </a:lnTo>
                <a:lnTo>
                  <a:pt x="46125" y="59625"/>
                </a:lnTo>
                <a:lnTo>
                  <a:pt x="46534" y="58807"/>
                </a:lnTo>
                <a:lnTo>
                  <a:pt x="46432" y="57989"/>
                </a:lnTo>
                <a:lnTo>
                  <a:pt x="43875" y="58295"/>
                </a:lnTo>
                <a:lnTo>
                  <a:pt x="42955" y="60239"/>
                </a:lnTo>
                <a:lnTo>
                  <a:pt x="42341" y="60648"/>
                </a:lnTo>
                <a:lnTo>
                  <a:pt x="42545" y="60648"/>
                </a:lnTo>
                <a:lnTo>
                  <a:pt x="42443" y="60955"/>
                </a:lnTo>
                <a:lnTo>
                  <a:pt x="39477" y="61261"/>
                </a:lnTo>
                <a:lnTo>
                  <a:pt x="38557" y="60750"/>
                </a:lnTo>
                <a:lnTo>
                  <a:pt x="38557" y="60750"/>
                </a:lnTo>
                <a:lnTo>
                  <a:pt x="38659" y="60852"/>
                </a:lnTo>
                <a:lnTo>
                  <a:pt x="38659" y="60852"/>
                </a:lnTo>
                <a:lnTo>
                  <a:pt x="38352" y="60648"/>
                </a:lnTo>
                <a:lnTo>
                  <a:pt x="38352" y="60648"/>
                </a:lnTo>
                <a:lnTo>
                  <a:pt x="38557" y="60750"/>
                </a:lnTo>
                <a:lnTo>
                  <a:pt x="37432" y="57989"/>
                </a:lnTo>
                <a:lnTo>
                  <a:pt x="37432" y="58193"/>
                </a:lnTo>
                <a:lnTo>
                  <a:pt x="37227" y="57375"/>
                </a:lnTo>
                <a:lnTo>
                  <a:pt x="37432" y="57989"/>
                </a:lnTo>
                <a:lnTo>
                  <a:pt x="38455" y="52159"/>
                </a:lnTo>
                <a:lnTo>
                  <a:pt x="38250" y="51750"/>
                </a:lnTo>
                <a:lnTo>
                  <a:pt x="38761" y="51545"/>
                </a:lnTo>
                <a:lnTo>
                  <a:pt x="38761" y="51341"/>
                </a:lnTo>
                <a:lnTo>
                  <a:pt x="39068" y="51136"/>
                </a:lnTo>
                <a:lnTo>
                  <a:pt x="38966" y="51136"/>
                </a:lnTo>
                <a:lnTo>
                  <a:pt x="39170" y="51034"/>
                </a:lnTo>
                <a:lnTo>
                  <a:pt x="39375" y="50830"/>
                </a:lnTo>
                <a:lnTo>
                  <a:pt x="39682" y="50727"/>
                </a:lnTo>
                <a:lnTo>
                  <a:pt x="39580" y="50523"/>
                </a:lnTo>
                <a:lnTo>
                  <a:pt x="40091" y="50625"/>
                </a:lnTo>
                <a:lnTo>
                  <a:pt x="41216" y="49909"/>
                </a:lnTo>
                <a:lnTo>
                  <a:pt x="41216" y="49705"/>
                </a:lnTo>
                <a:lnTo>
                  <a:pt x="41420" y="49398"/>
                </a:lnTo>
                <a:lnTo>
                  <a:pt x="41420" y="49602"/>
                </a:lnTo>
                <a:lnTo>
                  <a:pt x="41625" y="49602"/>
                </a:lnTo>
                <a:lnTo>
                  <a:pt x="41318" y="49807"/>
                </a:lnTo>
                <a:lnTo>
                  <a:pt x="42341" y="49193"/>
                </a:lnTo>
                <a:lnTo>
                  <a:pt x="43773" y="49602"/>
                </a:lnTo>
                <a:lnTo>
                  <a:pt x="43977" y="49398"/>
                </a:lnTo>
                <a:lnTo>
                  <a:pt x="44489" y="49602"/>
                </a:lnTo>
                <a:lnTo>
                  <a:pt x="44489" y="49909"/>
                </a:lnTo>
                <a:lnTo>
                  <a:pt x="44386" y="49909"/>
                </a:lnTo>
                <a:lnTo>
                  <a:pt x="45205" y="50114"/>
                </a:lnTo>
                <a:lnTo>
                  <a:pt x="45409" y="49705"/>
                </a:lnTo>
                <a:lnTo>
                  <a:pt x="45920" y="50216"/>
                </a:lnTo>
                <a:lnTo>
                  <a:pt x="46125" y="50216"/>
                </a:lnTo>
                <a:lnTo>
                  <a:pt x="45818" y="49705"/>
                </a:lnTo>
                <a:lnTo>
                  <a:pt x="46227" y="49091"/>
                </a:lnTo>
                <a:lnTo>
                  <a:pt x="46227" y="49091"/>
                </a:lnTo>
                <a:lnTo>
                  <a:pt x="45920" y="49295"/>
                </a:lnTo>
                <a:lnTo>
                  <a:pt x="46023" y="48989"/>
                </a:lnTo>
                <a:lnTo>
                  <a:pt x="45307" y="49091"/>
                </a:lnTo>
                <a:lnTo>
                  <a:pt x="47557" y="48477"/>
                </a:lnTo>
                <a:lnTo>
                  <a:pt x="47557" y="48477"/>
                </a:lnTo>
                <a:lnTo>
                  <a:pt x="47455" y="48989"/>
                </a:lnTo>
                <a:lnTo>
                  <a:pt x="47966" y="48784"/>
                </a:lnTo>
                <a:lnTo>
                  <a:pt x="47966" y="48886"/>
                </a:lnTo>
                <a:lnTo>
                  <a:pt x="48477" y="48580"/>
                </a:lnTo>
                <a:lnTo>
                  <a:pt x="48477" y="48580"/>
                </a:lnTo>
                <a:lnTo>
                  <a:pt x="48170" y="48886"/>
                </a:lnTo>
                <a:lnTo>
                  <a:pt x="48886" y="48784"/>
                </a:lnTo>
                <a:lnTo>
                  <a:pt x="49602" y="48886"/>
                </a:lnTo>
                <a:lnTo>
                  <a:pt x="49500" y="49091"/>
                </a:lnTo>
                <a:lnTo>
                  <a:pt x="49655" y="49401"/>
                </a:lnTo>
                <a:lnTo>
                  <a:pt x="49655" y="49401"/>
                </a:lnTo>
                <a:lnTo>
                  <a:pt x="51239" y="49500"/>
                </a:lnTo>
                <a:lnTo>
                  <a:pt x="51750" y="50216"/>
                </a:lnTo>
                <a:lnTo>
                  <a:pt x="51443" y="51545"/>
                </a:lnTo>
                <a:lnTo>
                  <a:pt x="51648" y="51239"/>
                </a:lnTo>
                <a:lnTo>
                  <a:pt x="51852" y="51341"/>
                </a:lnTo>
                <a:lnTo>
                  <a:pt x="51443" y="51750"/>
                </a:lnTo>
                <a:lnTo>
                  <a:pt x="52670" y="54102"/>
                </a:lnTo>
                <a:lnTo>
                  <a:pt x="52875" y="54102"/>
                </a:lnTo>
                <a:lnTo>
                  <a:pt x="53485" y="53390"/>
                </a:lnTo>
                <a:lnTo>
                  <a:pt x="53485" y="53390"/>
                </a:lnTo>
                <a:lnTo>
                  <a:pt x="53403" y="50915"/>
                </a:lnTo>
                <a:lnTo>
                  <a:pt x="53591" y="50727"/>
                </a:lnTo>
                <a:lnTo>
                  <a:pt x="53489" y="47761"/>
                </a:lnTo>
                <a:lnTo>
                  <a:pt x="53693" y="47659"/>
                </a:lnTo>
                <a:lnTo>
                  <a:pt x="54307" y="46636"/>
                </a:lnTo>
                <a:lnTo>
                  <a:pt x="54307" y="46841"/>
                </a:lnTo>
                <a:lnTo>
                  <a:pt x="54409" y="46739"/>
                </a:lnTo>
                <a:lnTo>
                  <a:pt x="54409" y="46636"/>
                </a:lnTo>
                <a:lnTo>
                  <a:pt x="55841" y="45716"/>
                </a:lnTo>
                <a:lnTo>
                  <a:pt x="55841" y="45818"/>
                </a:lnTo>
                <a:lnTo>
                  <a:pt x="57170" y="44898"/>
                </a:lnTo>
                <a:lnTo>
                  <a:pt x="57170" y="45102"/>
                </a:lnTo>
                <a:lnTo>
                  <a:pt x="57784" y="44284"/>
                </a:lnTo>
                <a:lnTo>
                  <a:pt x="58705" y="44080"/>
                </a:lnTo>
                <a:lnTo>
                  <a:pt x="58193" y="43875"/>
                </a:lnTo>
                <a:lnTo>
                  <a:pt x="58602" y="43875"/>
                </a:lnTo>
                <a:lnTo>
                  <a:pt x="58295" y="43466"/>
                </a:lnTo>
                <a:lnTo>
                  <a:pt x="59420" y="43364"/>
                </a:lnTo>
                <a:lnTo>
                  <a:pt x="59523" y="43057"/>
                </a:lnTo>
                <a:lnTo>
                  <a:pt x="59523" y="43057"/>
                </a:lnTo>
                <a:lnTo>
                  <a:pt x="59216" y="43364"/>
                </a:lnTo>
                <a:lnTo>
                  <a:pt x="58705" y="43057"/>
                </a:lnTo>
                <a:lnTo>
                  <a:pt x="58807" y="42750"/>
                </a:lnTo>
                <a:lnTo>
                  <a:pt x="59216" y="42852"/>
                </a:lnTo>
                <a:lnTo>
                  <a:pt x="59318" y="42750"/>
                </a:lnTo>
                <a:lnTo>
                  <a:pt x="59523" y="42852"/>
                </a:lnTo>
                <a:lnTo>
                  <a:pt x="59523" y="42545"/>
                </a:lnTo>
                <a:lnTo>
                  <a:pt x="59420" y="42034"/>
                </a:lnTo>
                <a:lnTo>
                  <a:pt x="59216" y="41932"/>
                </a:lnTo>
                <a:lnTo>
                  <a:pt x="58705" y="41625"/>
                </a:lnTo>
                <a:lnTo>
                  <a:pt x="59114" y="41727"/>
                </a:lnTo>
                <a:lnTo>
                  <a:pt x="59216" y="41932"/>
                </a:lnTo>
                <a:lnTo>
                  <a:pt x="59216" y="41932"/>
                </a:lnTo>
                <a:lnTo>
                  <a:pt x="59114" y="41420"/>
                </a:lnTo>
                <a:lnTo>
                  <a:pt x="59420" y="41420"/>
                </a:lnTo>
                <a:lnTo>
                  <a:pt x="59523" y="41318"/>
                </a:lnTo>
                <a:lnTo>
                  <a:pt x="59011" y="40705"/>
                </a:lnTo>
                <a:lnTo>
                  <a:pt x="59523" y="41216"/>
                </a:lnTo>
                <a:lnTo>
                  <a:pt x="59523" y="40807"/>
                </a:lnTo>
                <a:lnTo>
                  <a:pt x="58909" y="40500"/>
                </a:lnTo>
                <a:lnTo>
                  <a:pt x="59318" y="39989"/>
                </a:lnTo>
                <a:lnTo>
                  <a:pt x="59011" y="40500"/>
                </a:lnTo>
                <a:lnTo>
                  <a:pt x="59216" y="40398"/>
                </a:lnTo>
                <a:lnTo>
                  <a:pt x="59216" y="40602"/>
                </a:lnTo>
                <a:lnTo>
                  <a:pt x="59318" y="40500"/>
                </a:lnTo>
                <a:lnTo>
                  <a:pt x="59625" y="40807"/>
                </a:lnTo>
                <a:lnTo>
                  <a:pt x="59523" y="40295"/>
                </a:lnTo>
                <a:lnTo>
                  <a:pt x="59727" y="40500"/>
                </a:lnTo>
                <a:lnTo>
                  <a:pt x="59830" y="39580"/>
                </a:lnTo>
                <a:lnTo>
                  <a:pt x="60034" y="39477"/>
                </a:lnTo>
                <a:lnTo>
                  <a:pt x="60034" y="39580"/>
                </a:lnTo>
                <a:lnTo>
                  <a:pt x="60136" y="39375"/>
                </a:lnTo>
                <a:lnTo>
                  <a:pt x="60136" y="39477"/>
                </a:lnTo>
                <a:lnTo>
                  <a:pt x="60443" y="39273"/>
                </a:lnTo>
                <a:lnTo>
                  <a:pt x="60443" y="39375"/>
                </a:lnTo>
                <a:lnTo>
                  <a:pt x="60341" y="39477"/>
                </a:lnTo>
                <a:lnTo>
                  <a:pt x="60443" y="39477"/>
                </a:lnTo>
                <a:lnTo>
                  <a:pt x="60034" y="39784"/>
                </a:lnTo>
                <a:lnTo>
                  <a:pt x="60136" y="39784"/>
                </a:lnTo>
                <a:lnTo>
                  <a:pt x="59830" y="40193"/>
                </a:lnTo>
                <a:lnTo>
                  <a:pt x="60136" y="40295"/>
                </a:lnTo>
                <a:lnTo>
                  <a:pt x="60136" y="40500"/>
                </a:lnTo>
                <a:lnTo>
                  <a:pt x="60034" y="40705"/>
                </a:lnTo>
                <a:lnTo>
                  <a:pt x="60034" y="40909"/>
                </a:lnTo>
                <a:lnTo>
                  <a:pt x="60136" y="40909"/>
                </a:lnTo>
                <a:lnTo>
                  <a:pt x="59727" y="41830"/>
                </a:lnTo>
                <a:lnTo>
                  <a:pt x="60750" y="40500"/>
                </a:lnTo>
                <a:lnTo>
                  <a:pt x="60750" y="39375"/>
                </a:lnTo>
                <a:lnTo>
                  <a:pt x="61057" y="39886"/>
                </a:lnTo>
                <a:lnTo>
                  <a:pt x="62182" y="38864"/>
                </a:lnTo>
                <a:lnTo>
                  <a:pt x="62386" y="38455"/>
                </a:lnTo>
                <a:lnTo>
                  <a:pt x="62284" y="38250"/>
                </a:lnTo>
                <a:lnTo>
                  <a:pt x="62591" y="37636"/>
                </a:lnTo>
                <a:lnTo>
                  <a:pt x="62489" y="38148"/>
                </a:lnTo>
                <a:lnTo>
                  <a:pt x="64943" y="37125"/>
                </a:lnTo>
                <a:lnTo>
                  <a:pt x="65045" y="37227"/>
                </a:lnTo>
                <a:lnTo>
                  <a:pt x="65148" y="37125"/>
                </a:lnTo>
                <a:lnTo>
                  <a:pt x="65148" y="37125"/>
                </a:lnTo>
                <a:lnTo>
                  <a:pt x="65045" y="37432"/>
                </a:lnTo>
                <a:lnTo>
                  <a:pt x="65557" y="37227"/>
                </a:lnTo>
                <a:lnTo>
                  <a:pt x="65557" y="37227"/>
                </a:lnTo>
                <a:lnTo>
                  <a:pt x="65455" y="37330"/>
                </a:lnTo>
                <a:lnTo>
                  <a:pt x="66068" y="37227"/>
                </a:lnTo>
                <a:lnTo>
                  <a:pt x="65966" y="36818"/>
                </a:lnTo>
                <a:lnTo>
                  <a:pt x="65761" y="37125"/>
                </a:lnTo>
                <a:lnTo>
                  <a:pt x="65455" y="36614"/>
                </a:lnTo>
                <a:lnTo>
                  <a:pt x="66784" y="35080"/>
                </a:lnTo>
                <a:lnTo>
                  <a:pt x="66886" y="35182"/>
                </a:lnTo>
                <a:lnTo>
                  <a:pt x="66989" y="34977"/>
                </a:lnTo>
                <a:lnTo>
                  <a:pt x="66989" y="35080"/>
                </a:lnTo>
                <a:lnTo>
                  <a:pt x="67091" y="34875"/>
                </a:lnTo>
                <a:lnTo>
                  <a:pt x="67091" y="35080"/>
                </a:lnTo>
                <a:lnTo>
                  <a:pt x="67193" y="34977"/>
                </a:lnTo>
                <a:lnTo>
                  <a:pt x="68011" y="34364"/>
                </a:lnTo>
                <a:lnTo>
                  <a:pt x="68011" y="34466"/>
                </a:lnTo>
                <a:lnTo>
                  <a:pt x="67909" y="34568"/>
                </a:lnTo>
                <a:lnTo>
                  <a:pt x="68114" y="34670"/>
                </a:lnTo>
                <a:lnTo>
                  <a:pt x="68216" y="34364"/>
                </a:lnTo>
                <a:lnTo>
                  <a:pt x="68523" y="34568"/>
                </a:lnTo>
                <a:lnTo>
                  <a:pt x="69136" y="34261"/>
                </a:lnTo>
                <a:lnTo>
                  <a:pt x="69545" y="33648"/>
                </a:lnTo>
                <a:lnTo>
                  <a:pt x="70568" y="33443"/>
                </a:lnTo>
                <a:lnTo>
                  <a:pt x="70466" y="33545"/>
                </a:lnTo>
                <a:lnTo>
                  <a:pt x="71795" y="32932"/>
                </a:lnTo>
                <a:lnTo>
                  <a:pt x="72102" y="33034"/>
                </a:lnTo>
                <a:lnTo>
                  <a:pt x="71386" y="33443"/>
                </a:lnTo>
                <a:lnTo>
                  <a:pt x="72716" y="33443"/>
                </a:lnTo>
                <a:lnTo>
                  <a:pt x="71898" y="33852"/>
                </a:lnTo>
                <a:lnTo>
                  <a:pt x="71898" y="33545"/>
                </a:lnTo>
                <a:lnTo>
                  <a:pt x="71795" y="33545"/>
                </a:lnTo>
                <a:lnTo>
                  <a:pt x="70568" y="34261"/>
                </a:lnTo>
                <a:lnTo>
                  <a:pt x="70568" y="34261"/>
                </a:lnTo>
                <a:lnTo>
                  <a:pt x="70364" y="34364"/>
                </a:lnTo>
                <a:lnTo>
                  <a:pt x="69955" y="35182"/>
                </a:lnTo>
                <a:lnTo>
                  <a:pt x="70261" y="35386"/>
                </a:lnTo>
                <a:lnTo>
                  <a:pt x="71795" y="34364"/>
                </a:lnTo>
                <a:lnTo>
                  <a:pt x="71795" y="34466"/>
                </a:lnTo>
                <a:lnTo>
                  <a:pt x="71898" y="34261"/>
                </a:lnTo>
                <a:lnTo>
                  <a:pt x="74250" y="33648"/>
                </a:lnTo>
                <a:lnTo>
                  <a:pt x="74250" y="33443"/>
                </a:lnTo>
                <a:lnTo>
                  <a:pt x="74250" y="33136"/>
                </a:lnTo>
                <a:lnTo>
                  <a:pt x="73943" y="32932"/>
                </a:lnTo>
                <a:lnTo>
                  <a:pt x="73227" y="33239"/>
                </a:lnTo>
                <a:lnTo>
                  <a:pt x="73330" y="33136"/>
                </a:lnTo>
                <a:lnTo>
                  <a:pt x="72307" y="32830"/>
                </a:lnTo>
                <a:lnTo>
                  <a:pt x="72511" y="32727"/>
                </a:lnTo>
                <a:lnTo>
                  <a:pt x="72000" y="32420"/>
                </a:lnTo>
                <a:lnTo>
                  <a:pt x="72000" y="31807"/>
                </a:lnTo>
                <a:lnTo>
                  <a:pt x="71693" y="31705"/>
                </a:lnTo>
                <a:lnTo>
                  <a:pt x="72409" y="31091"/>
                </a:lnTo>
                <a:lnTo>
                  <a:pt x="72146" y="31003"/>
                </a:lnTo>
                <a:lnTo>
                  <a:pt x="72146" y="31003"/>
                </a:lnTo>
                <a:lnTo>
                  <a:pt x="71795" y="31091"/>
                </a:lnTo>
                <a:lnTo>
                  <a:pt x="70875" y="30784"/>
                </a:lnTo>
                <a:lnTo>
                  <a:pt x="72102" y="30784"/>
                </a:lnTo>
                <a:lnTo>
                  <a:pt x="72818" y="29966"/>
                </a:lnTo>
                <a:lnTo>
                  <a:pt x="70568" y="29966"/>
                </a:lnTo>
                <a:lnTo>
                  <a:pt x="63307" y="33852"/>
                </a:lnTo>
                <a:lnTo>
                  <a:pt x="63307" y="33852"/>
                </a:lnTo>
                <a:lnTo>
                  <a:pt x="68114" y="31091"/>
                </a:lnTo>
                <a:lnTo>
                  <a:pt x="67602" y="30375"/>
                </a:lnTo>
                <a:lnTo>
                  <a:pt x="79977" y="27205"/>
                </a:lnTo>
                <a:lnTo>
                  <a:pt x="80795" y="26489"/>
                </a:lnTo>
                <a:lnTo>
                  <a:pt x="80591" y="26284"/>
                </a:lnTo>
                <a:lnTo>
                  <a:pt x="81000" y="26080"/>
                </a:lnTo>
                <a:lnTo>
                  <a:pt x="81205" y="25466"/>
                </a:lnTo>
                <a:lnTo>
                  <a:pt x="80898" y="25159"/>
                </a:lnTo>
                <a:lnTo>
                  <a:pt x="80080" y="25364"/>
                </a:lnTo>
                <a:lnTo>
                  <a:pt x="79977" y="25261"/>
                </a:lnTo>
                <a:lnTo>
                  <a:pt x="80386" y="24852"/>
                </a:lnTo>
                <a:lnTo>
                  <a:pt x="79875" y="24750"/>
                </a:lnTo>
                <a:lnTo>
                  <a:pt x="77727" y="25568"/>
                </a:lnTo>
                <a:lnTo>
                  <a:pt x="78034" y="25364"/>
                </a:lnTo>
                <a:lnTo>
                  <a:pt x="77830" y="25261"/>
                </a:lnTo>
                <a:lnTo>
                  <a:pt x="80182" y="24545"/>
                </a:lnTo>
                <a:lnTo>
                  <a:pt x="80182" y="24034"/>
                </a:lnTo>
                <a:lnTo>
                  <a:pt x="79773" y="24136"/>
                </a:lnTo>
                <a:lnTo>
                  <a:pt x="79261" y="23727"/>
                </a:lnTo>
                <a:lnTo>
                  <a:pt x="78648" y="24034"/>
                </a:lnTo>
                <a:lnTo>
                  <a:pt x="79159" y="23727"/>
                </a:lnTo>
                <a:lnTo>
                  <a:pt x="78852" y="23625"/>
                </a:lnTo>
                <a:lnTo>
                  <a:pt x="78239" y="23830"/>
                </a:lnTo>
                <a:lnTo>
                  <a:pt x="78648" y="23523"/>
                </a:lnTo>
                <a:lnTo>
                  <a:pt x="78648" y="23114"/>
                </a:lnTo>
                <a:lnTo>
                  <a:pt x="78545" y="23216"/>
                </a:lnTo>
                <a:lnTo>
                  <a:pt x="78443" y="23011"/>
                </a:lnTo>
                <a:lnTo>
                  <a:pt x="77932" y="22909"/>
                </a:lnTo>
                <a:lnTo>
                  <a:pt x="78136" y="22705"/>
                </a:lnTo>
                <a:lnTo>
                  <a:pt x="77830" y="22705"/>
                </a:lnTo>
                <a:lnTo>
                  <a:pt x="78136" y="22602"/>
                </a:lnTo>
                <a:lnTo>
                  <a:pt x="77727" y="22500"/>
                </a:lnTo>
                <a:lnTo>
                  <a:pt x="77932" y="22398"/>
                </a:lnTo>
                <a:lnTo>
                  <a:pt x="77523" y="22193"/>
                </a:lnTo>
                <a:lnTo>
                  <a:pt x="78341" y="22091"/>
                </a:lnTo>
                <a:lnTo>
                  <a:pt x="77727" y="21477"/>
                </a:lnTo>
                <a:lnTo>
                  <a:pt x="78341" y="21170"/>
                </a:lnTo>
                <a:lnTo>
                  <a:pt x="78034" y="20864"/>
                </a:lnTo>
                <a:lnTo>
                  <a:pt x="77420" y="20966"/>
                </a:lnTo>
                <a:lnTo>
                  <a:pt x="77420" y="20966"/>
                </a:lnTo>
                <a:lnTo>
                  <a:pt x="78136" y="20557"/>
                </a:lnTo>
                <a:lnTo>
                  <a:pt x="77318" y="20659"/>
                </a:lnTo>
                <a:lnTo>
                  <a:pt x="77318" y="20659"/>
                </a:lnTo>
                <a:lnTo>
                  <a:pt x="77932" y="20455"/>
                </a:lnTo>
                <a:lnTo>
                  <a:pt x="77727" y="20148"/>
                </a:lnTo>
                <a:lnTo>
                  <a:pt x="77932" y="20045"/>
                </a:lnTo>
                <a:lnTo>
                  <a:pt x="77318" y="20045"/>
                </a:lnTo>
                <a:lnTo>
                  <a:pt x="77727" y="19943"/>
                </a:lnTo>
                <a:lnTo>
                  <a:pt x="77523" y="19636"/>
                </a:lnTo>
                <a:lnTo>
                  <a:pt x="77727" y="19534"/>
                </a:lnTo>
                <a:lnTo>
                  <a:pt x="77625" y="19330"/>
                </a:lnTo>
                <a:lnTo>
                  <a:pt x="77420" y="19330"/>
                </a:lnTo>
                <a:lnTo>
                  <a:pt x="77216" y="19125"/>
                </a:lnTo>
                <a:lnTo>
                  <a:pt x="77216" y="18818"/>
                </a:lnTo>
                <a:lnTo>
                  <a:pt x="76705" y="19739"/>
                </a:lnTo>
                <a:lnTo>
                  <a:pt x="76398" y="19739"/>
                </a:lnTo>
                <a:lnTo>
                  <a:pt x="76295" y="20045"/>
                </a:lnTo>
                <a:lnTo>
                  <a:pt x="75580" y="20557"/>
                </a:lnTo>
                <a:lnTo>
                  <a:pt x="75477" y="20250"/>
                </a:lnTo>
                <a:lnTo>
                  <a:pt x="74148" y="21068"/>
                </a:lnTo>
                <a:lnTo>
                  <a:pt x="74250" y="20659"/>
                </a:lnTo>
                <a:lnTo>
                  <a:pt x="73943" y="20864"/>
                </a:lnTo>
                <a:lnTo>
                  <a:pt x="73841" y="20761"/>
                </a:lnTo>
                <a:lnTo>
                  <a:pt x="73739" y="20761"/>
                </a:lnTo>
                <a:lnTo>
                  <a:pt x="73943" y="20250"/>
                </a:lnTo>
                <a:lnTo>
                  <a:pt x="72716" y="20250"/>
                </a:lnTo>
                <a:lnTo>
                  <a:pt x="73534" y="19739"/>
                </a:lnTo>
                <a:lnTo>
                  <a:pt x="73330" y="19739"/>
                </a:lnTo>
                <a:lnTo>
                  <a:pt x="73534" y="19330"/>
                </a:lnTo>
                <a:lnTo>
                  <a:pt x="72920" y="19125"/>
                </a:lnTo>
                <a:lnTo>
                  <a:pt x="73636" y="19023"/>
                </a:lnTo>
                <a:lnTo>
                  <a:pt x="74148" y="18102"/>
                </a:lnTo>
                <a:lnTo>
                  <a:pt x="74148" y="18102"/>
                </a:lnTo>
                <a:lnTo>
                  <a:pt x="73841" y="18307"/>
                </a:lnTo>
                <a:lnTo>
                  <a:pt x="72716" y="17795"/>
                </a:lnTo>
                <a:lnTo>
                  <a:pt x="73023" y="17591"/>
                </a:lnTo>
                <a:lnTo>
                  <a:pt x="72511" y="17591"/>
                </a:lnTo>
                <a:lnTo>
                  <a:pt x="72000" y="16875"/>
                </a:lnTo>
                <a:lnTo>
                  <a:pt x="70364" y="17080"/>
                </a:lnTo>
                <a:lnTo>
                  <a:pt x="70466" y="16977"/>
                </a:lnTo>
                <a:lnTo>
                  <a:pt x="68932" y="16875"/>
                </a:lnTo>
                <a:lnTo>
                  <a:pt x="68727" y="17693"/>
                </a:lnTo>
                <a:lnTo>
                  <a:pt x="67909" y="18307"/>
                </a:lnTo>
                <a:lnTo>
                  <a:pt x="68318" y="18307"/>
                </a:lnTo>
                <a:lnTo>
                  <a:pt x="67909" y="19023"/>
                </a:lnTo>
                <a:lnTo>
                  <a:pt x="68114" y="19125"/>
                </a:lnTo>
                <a:lnTo>
                  <a:pt x="66580" y="20250"/>
                </a:lnTo>
                <a:lnTo>
                  <a:pt x="67193" y="21784"/>
                </a:lnTo>
                <a:lnTo>
                  <a:pt x="63511" y="24239"/>
                </a:lnTo>
                <a:lnTo>
                  <a:pt x="63716" y="24750"/>
                </a:lnTo>
                <a:lnTo>
                  <a:pt x="63614" y="24750"/>
                </a:lnTo>
                <a:lnTo>
                  <a:pt x="63716" y="25057"/>
                </a:lnTo>
                <a:lnTo>
                  <a:pt x="63307" y="26591"/>
                </a:lnTo>
                <a:lnTo>
                  <a:pt x="62693" y="27000"/>
                </a:lnTo>
                <a:lnTo>
                  <a:pt x="62795" y="27307"/>
                </a:lnTo>
                <a:lnTo>
                  <a:pt x="62489" y="27614"/>
                </a:lnTo>
                <a:lnTo>
                  <a:pt x="62386" y="27205"/>
                </a:lnTo>
                <a:lnTo>
                  <a:pt x="61977" y="27511"/>
                </a:lnTo>
                <a:lnTo>
                  <a:pt x="61977" y="28023"/>
                </a:lnTo>
                <a:lnTo>
                  <a:pt x="60955" y="27716"/>
                </a:lnTo>
                <a:lnTo>
                  <a:pt x="61364" y="27000"/>
                </a:lnTo>
                <a:lnTo>
                  <a:pt x="60648" y="26591"/>
                </a:lnTo>
                <a:lnTo>
                  <a:pt x="61466" y="24341"/>
                </a:lnTo>
                <a:lnTo>
                  <a:pt x="60852" y="23625"/>
                </a:lnTo>
                <a:lnTo>
                  <a:pt x="59420" y="23830"/>
                </a:lnTo>
                <a:lnTo>
                  <a:pt x="59216" y="23216"/>
                </a:lnTo>
                <a:lnTo>
                  <a:pt x="57682" y="22091"/>
                </a:lnTo>
                <a:lnTo>
                  <a:pt x="55227" y="21989"/>
                </a:lnTo>
                <a:lnTo>
                  <a:pt x="55330" y="21886"/>
                </a:lnTo>
                <a:lnTo>
                  <a:pt x="54920" y="22091"/>
                </a:lnTo>
                <a:lnTo>
                  <a:pt x="55636" y="20761"/>
                </a:lnTo>
                <a:lnTo>
                  <a:pt x="55534" y="20250"/>
                </a:lnTo>
                <a:lnTo>
                  <a:pt x="54614" y="20761"/>
                </a:lnTo>
                <a:lnTo>
                  <a:pt x="54920" y="20352"/>
                </a:lnTo>
                <a:lnTo>
                  <a:pt x="54716" y="20045"/>
                </a:lnTo>
                <a:lnTo>
                  <a:pt x="57580" y="17489"/>
                </a:lnTo>
                <a:lnTo>
                  <a:pt x="57580" y="17284"/>
                </a:lnTo>
                <a:lnTo>
                  <a:pt x="58091" y="16875"/>
                </a:lnTo>
                <a:lnTo>
                  <a:pt x="58398" y="17080"/>
                </a:lnTo>
                <a:lnTo>
                  <a:pt x="58398" y="16875"/>
                </a:lnTo>
                <a:lnTo>
                  <a:pt x="59114" y="16670"/>
                </a:lnTo>
                <a:lnTo>
                  <a:pt x="59216" y="16466"/>
                </a:lnTo>
                <a:lnTo>
                  <a:pt x="60136" y="16364"/>
                </a:lnTo>
                <a:lnTo>
                  <a:pt x="60239" y="15852"/>
                </a:lnTo>
                <a:lnTo>
                  <a:pt x="59830" y="15648"/>
                </a:lnTo>
                <a:lnTo>
                  <a:pt x="59420" y="15852"/>
                </a:lnTo>
                <a:lnTo>
                  <a:pt x="59727" y="15648"/>
                </a:lnTo>
                <a:lnTo>
                  <a:pt x="59011" y="15443"/>
                </a:lnTo>
                <a:lnTo>
                  <a:pt x="58909" y="15239"/>
                </a:lnTo>
                <a:lnTo>
                  <a:pt x="59932" y="15545"/>
                </a:lnTo>
                <a:lnTo>
                  <a:pt x="59932" y="15648"/>
                </a:lnTo>
                <a:lnTo>
                  <a:pt x="64227" y="14318"/>
                </a:lnTo>
                <a:lnTo>
                  <a:pt x="61670" y="13602"/>
                </a:lnTo>
                <a:lnTo>
                  <a:pt x="62693" y="13705"/>
                </a:lnTo>
                <a:lnTo>
                  <a:pt x="64330" y="14114"/>
                </a:lnTo>
                <a:lnTo>
                  <a:pt x="65455" y="13602"/>
                </a:lnTo>
                <a:lnTo>
                  <a:pt x="65250" y="13193"/>
                </a:lnTo>
                <a:lnTo>
                  <a:pt x="66170" y="13091"/>
                </a:lnTo>
                <a:lnTo>
                  <a:pt x="66375" y="13398"/>
                </a:lnTo>
                <a:lnTo>
                  <a:pt x="66784" y="13295"/>
                </a:lnTo>
                <a:lnTo>
                  <a:pt x="67091" y="13091"/>
                </a:lnTo>
                <a:lnTo>
                  <a:pt x="66580" y="12784"/>
                </a:lnTo>
                <a:lnTo>
                  <a:pt x="66580" y="12784"/>
                </a:lnTo>
                <a:lnTo>
                  <a:pt x="67091" y="12886"/>
                </a:lnTo>
                <a:lnTo>
                  <a:pt x="67398" y="13295"/>
                </a:lnTo>
                <a:lnTo>
                  <a:pt x="69545" y="12273"/>
                </a:lnTo>
                <a:lnTo>
                  <a:pt x="69443" y="11659"/>
                </a:lnTo>
                <a:lnTo>
                  <a:pt x="69955" y="11045"/>
                </a:lnTo>
                <a:lnTo>
                  <a:pt x="70568" y="10841"/>
                </a:lnTo>
                <a:lnTo>
                  <a:pt x="69955" y="10739"/>
                </a:lnTo>
                <a:lnTo>
                  <a:pt x="69852" y="10534"/>
                </a:lnTo>
                <a:lnTo>
                  <a:pt x="70159" y="10432"/>
                </a:lnTo>
                <a:lnTo>
                  <a:pt x="68216" y="10227"/>
                </a:lnTo>
                <a:lnTo>
                  <a:pt x="67909" y="10739"/>
                </a:lnTo>
                <a:lnTo>
                  <a:pt x="68114" y="10943"/>
                </a:lnTo>
                <a:lnTo>
                  <a:pt x="67807" y="11045"/>
                </a:lnTo>
                <a:lnTo>
                  <a:pt x="68011" y="11148"/>
                </a:lnTo>
                <a:lnTo>
                  <a:pt x="65352" y="12580"/>
                </a:lnTo>
                <a:lnTo>
                  <a:pt x="65148" y="11761"/>
                </a:lnTo>
                <a:lnTo>
                  <a:pt x="65352" y="11557"/>
                </a:lnTo>
                <a:lnTo>
                  <a:pt x="65455" y="11557"/>
                </a:lnTo>
                <a:lnTo>
                  <a:pt x="65864" y="11045"/>
                </a:lnTo>
                <a:lnTo>
                  <a:pt x="64841" y="11045"/>
                </a:lnTo>
                <a:lnTo>
                  <a:pt x="64023" y="11557"/>
                </a:lnTo>
                <a:lnTo>
                  <a:pt x="64023" y="11557"/>
                </a:lnTo>
                <a:lnTo>
                  <a:pt x="64125" y="10739"/>
                </a:lnTo>
                <a:lnTo>
                  <a:pt x="64739" y="10534"/>
                </a:lnTo>
                <a:lnTo>
                  <a:pt x="64125" y="10534"/>
                </a:lnTo>
                <a:lnTo>
                  <a:pt x="64432" y="10432"/>
                </a:lnTo>
                <a:lnTo>
                  <a:pt x="63307" y="10330"/>
                </a:lnTo>
                <a:lnTo>
                  <a:pt x="64125" y="10023"/>
                </a:lnTo>
                <a:lnTo>
                  <a:pt x="63818" y="10023"/>
                </a:lnTo>
                <a:lnTo>
                  <a:pt x="64330" y="9920"/>
                </a:lnTo>
                <a:lnTo>
                  <a:pt x="64125" y="9409"/>
                </a:lnTo>
                <a:lnTo>
                  <a:pt x="64432" y="9000"/>
                </a:lnTo>
                <a:lnTo>
                  <a:pt x="64227" y="8591"/>
                </a:lnTo>
                <a:lnTo>
                  <a:pt x="63920" y="838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26"/>
          <p:cNvSpPr/>
          <p:nvPr/>
        </p:nvSpPr>
        <p:spPr>
          <a:xfrm>
            <a:off x="4469085" y="4390077"/>
            <a:ext cx="205838" cy="272818"/>
          </a:xfrm>
          <a:custGeom>
            <a:avLst/>
            <a:gdLst/>
            <a:ahLst/>
            <a:cxnLst/>
            <a:rect l="l" t="t" r="r" b="b"/>
            <a:pathLst>
              <a:path w="11983" h="15880" fill="none" extrusionOk="0">
                <a:moveTo>
                  <a:pt x="5992" y="0"/>
                </a:moveTo>
                <a:lnTo>
                  <a:pt x="5992" y="0"/>
                </a:lnTo>
                <a:lnTo>
                  <a:pt x="5675" y="0"/>
                </a:lnTo>
                <a:lnTo>
                  <a:pt x="5383" y="25"/>
                </a:lnTo>
                <a:lnTo>
                  <a:pt x="5091" y="73"/>
                </a:lnTo>
                <a:lnTo>
                  <a:pt x="4774" y="122"/>
                </a:lnTo>
                <a:lnTo>
                  <a:pt x="4506" y="195"/>
                </a:lnTo>
                <a:lnTo>
                  <a:pt x="4214" y="268"/>
                </a:lnTo>
                <a:lnTo>
                  <a:pt x="3654" y="463"/>
                </a:lnTo>
                <a:lnTo>
                  <a:pt x="3142" y="731"/>
                </a:lnTo>
                <a:lnTo>
                  <a:pt x="2631" y="1023"/>
                </a:lnTo>
                <a:lnTo>
                  <a:pt x="2192" y="1364"/>
                </a:lnTo>
                <a:lnTo>
                  <a:pt x="1754" y="1754"/>
                </a:lnTo>
                <a:lnTo>
                  <a:pt x="1364" y="2192"/>
                </a:lnTo>
                <a:lnTo>
                  <a:pt x="1023" y="2631"/>
                </a:lnTo>
                <a:lnTo>
                  <a:pt x="731" y="3142"/>
                </a:lnTo>
                <a:lnTo>
                  <a:pt x="463" y="3653"/>
                </a:lnTo>
                <a:lnTo>
                  <a:pt x="268" y="4214"/>
                </a:lnTo>
                <a:lnTo>
                  <a:pt x="195" y="4506"/>
                </a:lnTo>
                <a:lnTo>
                  <a:pt x="122" y="4774"/>
                </a:lnTo>
                <a:lnTo>
                  <a:pt x="73" y="5090"/>
                </a:lnTo>
                <a:lnTo>
                  <a:pt x="25" y="5383"/>
                </a:lnTo>
                <a:lnTo>
                  <a:pt x="0" y="5675"/>
                </a:lnTo>
                <a:lnTo>
                  <a:pt x="0" y="5991"/>
                </a:lnTo>
                <a:lnTo>
                  <a:pt x="0" y="5991"/>
                </a:lnTo>
                <a:lnTo>
                  <a:pt x="25" y="6430"/>
                </a:lnTo>
                <a:lnTo>
                  <a:pt x="73" y="6868"/>
                </a:lnTo>
                <a:lnTo>
                  <a:pt x="147" y="7331"/>
                </a:lnTo>
                <a:lnTo>
                  <a:pt x="268" y="7769"/>
                </a:lnTo>
                <a:lnTo>
                  <a:pt x="390" y="8208"/>
                </a:lnTo>
                <a:lnTo>
                  <a:pt x="561" y="8646"/>
                </a:lnTo>
                <a:lnTo>
                  <a:pt x="731" y="9085"/>
                </a:lnTo>
                <a:lnTo>
                  <a:pt x="926" y="9523"/>
                </a:lnTo>
                <a:lnTo>
                  <a:pt x="1145" y="9937"/>
                </a:lnTo>
                <a:lnTo>
                  <a:pt x="1389" y="10375"/>
                </a:lnTo>
                <a:lnTo>
                  <a:pt x="1900" y="11179"/>
                </a:lnTo>
                <a:lnTo>
                  <a:pt x="2436" y="11958"/>
                </a:lnTo>
                <a:lnTo>
                  <a:pt x="2996" y="12689"/>
                </a:lnTo>
                <a:lnTo>
                  <a:pt x="3556" y="13371"/>
                </a:lnTo>
                <a:lnTo>
                  <a:pt x="4092" y="13980"/>
                </a:lnTo>
                <a:lnTo>
                  <a:pt x="4603" y="14540"/>
                </a:lnTo>
                <a:lnTo>
                  <a:pt x="5066" y="15003"/>
                </a:lnTo>
                <a:lnTo>
                  <a:pt x="5724" y="15636"/>
                </a:lnTo>
                <a:lnTo>
                  <a:pt x="5992" y="15880"/>
                </a:lnTo>
                <a:lnTo>
                  <a:pt x="5992" y="15880"/>
                </a:lnTo>
                <a:lnTo>
                  <a:pt x="6260" y="15636"/>
                </a:lnTo>
                <a:lnTo>
                  <a:pt x="6917" y="15003"/>
                </a:lnTo>
                <a:lnTo>
                  <a:pt x="7380" y="14540"/>
                </a:lnTo>
                <a:lnTo>
                  <a:pt x="7891" y="13980"/>
                </a:lnTo>
                <a:lnTo>
                  <a:pt x="8427" y="13371"/>
                </a:lnTo>
                <a:lnTo>
                  <a:pt x="8987" y="12689"/>
                </a:lnTo>
                <a:lnTo>
                  <a:pt x="9548" y="11958"/>
                </a:lnTo>
                <a:lnTo>
                  <a:pt x="10083" y="11179"/>
                </a:lnTo>
                <a:lnTo>
                  <a:pt x="10595" y="10375"/>
                </a:lnTo>
                <a:lnTo>
                  <a:pt x="10838" y="9937"/>
                </a:lnTo>
                <a:lnTo>
                  <a:pt x="11058" y="9523"/>
                </a:lnTo>
                <a:lnTo>
                  <a:pt x="11252" y="9085"/>
                </a:lnTo>
                <a:lnTo>
                  <a:pt x="11423" y="8646"/>
                </a:lnTo>
                <a:lnTo>
                  <a:pt x="11593" y="8208"/>
                </a:lnTo>
                <a:lnTo>
                  <a:pt x="11715" y="7769"/>
                </a:lnTo>
                <a:lnTo>
                  <a:pt x="11837" y="7331"/>
                </a:lnTo>
                <a:lnTo>
                  <a:pt x="11910" y="6868"/>
                </a:lnTo>
                <a:lnTo>
                  <a:pt x="11959" y="6430"/>
                </a:lnTo>
                <a:lnTo>
                  <a:pt x="11983" y="5991"/>
                </a:lnTo>
                <a:lnTo>
                  <a:pt x="11983" y="5991"/>
                </a:lnTo>
                <a:lnTo>
                  <a:pt x="11983" y="5675"/>
                </a:lnTo>
                <a:lnTo>
                  <a:pt x="11959" y="5383"/>
                </a:lnTo>
                <a:lnTo>
                  <a:pt x="11910" y="5090"/>
                </a:lnTo>
                <a:lnTo>
                  <a:pt x="11861" y="4774"/>
                </a:lnTo>
                <a:lnTo>
                  <a:pt x="11788" y="4506"/>
                </a:lnTo>
                <a:lnTo>
                  <a:pt x="11715" y="4214"/>
                </a:lnTo>
                <a:lnTo>
                  <a:pt x="11520" y="3653"/>
                </a:lnTo>
                <a:lnTo>
                  <a:pt x="11252" y="3142"/>
                </a:lnTo>
                <a:lnTo>
                  <a:pt x="10960" y="2631"/>
                </a:lnTo>
                <a:lnTo>
                  <a:pt x="10619" y="2192"/>
                </a:lnTo>
                <a:lnTo>
                  <a:pt x="10229" y="1754"/>
                </a:lnTo>
                <a:lnTo>
                  <a:pt x="9791" y="1364"/>
                </a:lnTo>
                <a:lnTo>
                  <a:pt x="9353" y="1023"/>
                </a:lnTo>
                <a:lnTo>
                  <a:pt x="8841" y="731"/>
                </a:lnTo>
                <a:lnTo>
                  <a:pt x="8330" y="463"/>
                </a:lnTo>
                <a:lnTo>
                  <a:pt x="7770" y="268"/>
                </a:lnTo>
                <a:lnTo>
                  <a:pt x="7477" y="195"/>
                </a:lnTo>
                <a:lnTo>
                  <a:pt x="7209" y="122"/>
                </a:lnTo>
                <a:lnTo>
                  <a:pt x="6893" y="73"/>
                </a:lnTo>
                <a:lnTo>
                  <a:pt x="6601" y="25"/>
                </a:lnTo>
                <a:lnTo>
                  <a:pt x="6308" y="0"/>
                </a:lnTo>
                <a:lnTo>
                  <a:pt x="5992" y="0"/>
                </a:lnTo>
                <a:lnTo>
                  <a:pt x="5992" y="0"/>
                </a:lnTo>
                <a:close/>
                <a:moveTo>
                  <a:pt x="5992" y="8549"/>
                </a:moveTo>
                <a:lnTo>
                  <a:pt x="5992" y="8549"/>
                </a:lnTo>
                <a:lnTo>
                  <a:pt x="5724" y="8549"/>
                </a:lnTo>
                <a:lnTo>
                  <a:pt x="5480" y="8500"/>
                </a:lnTo>
                <a:lnTo>
                  <a:pt x="5237" y="8451"/>
                </a:lnTo>
                <a:lnTo>
                  <a:pt x="4993" y="8354"/>
                </a:lnTo>
                <a:lnTo>
                  <a:pt x="4774" y="8257"/>
                </a:lnTo>
                <a:lnTo>
                  <a:pt x="4555" y="8110"/>
                </a:lnTo>
                <a:lnTo>
                  <a:pt x="4360" y="7964"/>
                </a:lnTo>
                <a:lnTo>
                  <a:pt x="4189" y="7794"/>
                </a:lnTo>
                <a:lnTo>
                  <a:pt x="4019" y="7623"/>
                </a:lnTo>
                <a:lnTo>
                  <a:pt x="3873" y="7428"/>
                </a:lnTo>
                <a:lnTo>
                  <a:pt x="3727" y="7209"/>
                </a:lnTo>
                <a:lnTo>
                  <a:pt x="3629" y="6990"/>
                </a:lnTo>
                <a:lnTo>
                  <a:pt x="3532" y="6746"/>
                </a:lnTo>
                <a:lnTo>
                  <a:pt x="3483" y="6503"/>
                </a:lnTo>
                <a:lnTo>
                  <a:pt x="3434" y="6259"/>
                </a:lnTo>
                <a:lnTo>
                  <a:pt x="3434" y="5991"/>
                </a:lnTo>
                <a:lnTo>
                  <a:pt x="3434" y="5991"/>
                </a:lnTo>
                <a:lnTo>
                  <a:pt x="3434" y="5724"/>
                </a:lnTo>
                <a:lnTo>
                  <a:pt x="3483" y="5480"/>
                </a:lnTo>
                <a:lnTo>
                  <a:pt x="3532" y="5236"/>
                </a:lnTo>
                <a:lnTo>
                  <a:pt x="3629" y="4993"/>
                </a:lnTo>
                <a:lnTo>
                  <a:pt x="3727" y="4774"/>
                </a:lnTo>
                <a:lnTo>
                  <a:pt x="3873" y="4555"/>
                </a:lnTo>
                <a:lnTo>
                  <a:pt x="4019" y="4360"/>
                </a:lnTo>
                <a:lnTo>
                  <a:pt x="4189" y="4189"/>
                </a:lnTo>
                <a:lnTo>
                  <a:pt x="4360" y="4019"/>
                </a:lnTo>
                <a:lnTo>
                  <a:pt x="4555" y="3873"/>
                </a:lnTo>
                <a:lnTo>
                  <a:pt x="4774" y="3726"/>
                </a:lnTo>
                <a:lnTo>
                  <a:pt x="4993" y="3629"/>
                </a:lnTo>
                <a:lnTo>
                  <a:pt x="5237" y="3532"/>
                </a:lnTo>
                <a:lnTo>
                  <a:pt x="5480" y="3483"/>
                </a:lnTo>
                <a:lnTo>
                  <a:pt x="5724" y="3434"/>
                </a:lnTo>
                <a:lnTo>
                  <a:pt x="5992" y="3434"/>
                </a:lnTo>
                <a:lnTo>
                  <a:pt x="5992" y="3434"/>
                </a:lnTo>
                <a:lnTo>
                  <a:pt x="6260" y="3434"/>
                </a:lnTo>
                <a:lnTo>
                  <a:pt x="6503" y="3483"/>
                </a:lnTo>
                <a:lnTo>
                  <a:pt x="6747" y="3532"/>
                </a:lnTo>
                <a:lnTo>
                  <a:pt x="6990" y="3629"/>
                </a:lnTo>
                <a:lnTo>
                  <a:pt x="7209" y="3726"/>
                </a:lnTo>
                <a:lnTo>
                  <a:pt x="7429" y="3873"/>
                </a:lnTo>
                <a:lnTo>
                  <a:pt x="7623" y="4019"/>
                </a:lnTo>
                <a:lnTo>
                  <a:pt x="7794" y="4189"/>
                </a:lnTo>
                <a:lnTo>
                  <a:pt x="7964" y="4360"/>
                </a:lnTo>
                <a:lnTo>
                  <a:pt x="8111" y="4555"/>
                </a:lnTo>
                <a:lnTo>
                  <a:pt x="8257" y="4774"/>
                </a:lnTo>
                <a:lnTo>
                  <a:pt x="8354" y="4993"/>
                </a:lnTo>
                <a:lnTo>
                  <a:pt x="8452" y="5236"/>
                </a:lnTo>
                <a:lnTo>
                  <a:pt x="8500" y="5480"/>
                </a:lnTo>
                <a:lnTo>
                  <a:pt x="8549" y="5724"/>
                </a:lnTo>
                <a:lnTo>
                  <a:pt x="8549" y="5991"/>
                </a:lnTo>
                <a:lnTo>
                  <a:pt x="8549" y="5991"/>
                </a:lnTo>
                <a:lnTo>
                  <a:pt x="8549" y="6259"/>
                </a:lnTo>
                <a:lnTo>
                  <a:pt x="8500" y="6503"/>
                </a:lnTo>
                <a:lnTo>
                  <a:pt x="8452" y="6746"/>
                </a:lnTo>
                <a:lnTo>
                  <a:pt x="8354" y="6990"/>
                </a:lnTo>
                <a:lnTo>
                  <a:pt x="8257" y="7209"/>
                </a:lnTo>
                <a:lnTo>
                  <a:pt x="8111" y="7428"/>
                </a:lnTo>
                <a:lnTo>
                  <a:pt x="7964" y="7623"/>
                </a:lnTo>
                <a:lnTo>
                  <a:pt x="7794" y="7794"/>
                </a:lnTo>
                <a:lnTo>
                  <a:pt x="7623" y="7964"/>
                </a:lnTo>
                <a:lnTo>
                  <a:pt x="7429" y="8110"/>
                </a:lnTo>
                <a:lnTo>
                  <a:pt x="7209" y="8257"/>
                </a:lnTo>
                <a:lnTo>
                  <a:pt x="6990" y="8354"/>
                </a:lnTo>
                <a:lnTo>
                  <a:pt x="6747" y="8451"/>
                </a:lnTo>
                <a:lnTo>
                  <a:pt x="6503" y="8500"/>
                </a:lnTo>
                <a:lnTo>
                  <a:pt x="6260" y="8549"/>
                </a:lnTo>
                <a:lnTo>
                  <a:pt x="5992" y="8549"/>
                </a:lnTo>
                <a:lnTo>
                  <a:pt x="5992" y="8549"/>
                </a:lnTo>
                <a:close/>
              </a:path>
            </a:pathLst>
          </a:custGeom>
          <a:noFill/>
          <a:ln w="952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26"/>
          <p:cNvSpPr/>
          <p:nvPr/>
        </p:nvSpPr>
        <p:spPr>
          <a:xfrm>
            <a:off x="1453850" y="15535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6"/>
          <p:cNvSpPr/>
          <p:nvPr/>
        </p:nvSpPr>
        <p:spPr>
          <a:xfrm>
            <a:off x="2879300" y="2940200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26"/>
          <p:cNvSpPr/>
          <p:nvPr/>
        </p:nvSpPr>
        <p:spPr>
          <a:xfrm>
            <a:off x="3891175" y="12887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6"/>
          <p:cNvSpPr/>
          <p:nvPr/>
        </p:nvSpPr>
        <p:spPr>
          <a:xfrm>
            <a:off x="1911050" y="20107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26"/>
          <p:cNvSpPr/>
          <p:nvPr/>
        </p:nvSpPr>
        <p:spPr>
          <a:xfrm>
            <a:off x="4565950" y="31922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26"/>
          <p:cNvSpPr/>
          <p:nvPr/>
        </p:nvSpPr>
        <p:spPr>
          <a:xfrm>
            <a:off x="6456675" y="17281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26"/>
          <p:cNvSpPr/>
          <p:nvPr/>
        </p:nvSpPr>
        <p:spPr>
          <a:xfrm>
            <a:off x="7235875" y="3283800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26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  <p:sp>
        <p:nvSpPr>
          <p:cNvPr id="15" name="Google Shape;264;p26">
            <a:extLst>
              <a:ext uri="{FF2B5EF4-FFF2-40B4-BE49-F238E27FC236}">
                <a16:creationId xmlns:a16="http://schemas.microsoft.com/office/drawing/2014/main" id="{660E5D9C-2E2F-4CEE-9164-ED966D406663}"/>
              </a:ext>
            </a:extLst>
          </p:cNvPr>
          <p:cNvSpPr/>
          <p:nvPr/>
        </p:nvSpPr>
        <p:spPr>
          <a:xfrm>
            <a:off x="2158075" y="14633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269;p26">
            <a:extLst>
              <a:ext uri="{FF2B5EF4-FFF2-40B4-BE49-F238E27FC236}">
                <a16:creationId xmlns:a16="http://schemas.microsoft.com/office/drawing/2014/main" id="{4A2C436F-3144-476B-A29B-8846DBE263C8}"/>
              </a:ext>
            </a:extLst>
          </p:cNvPr>
          <p:cNvSpPr/>
          <p:nvPr/>
        </p:nvSpPr>
        <p:spPr>
          <a:xfrm>
            <a:off x="6898625" y="1376025"/>
            <a:ext cx="174600" cy="174600"/>
          </a:xfrm>
          <a:prstGeom prst="donut">
            <a:avLst>
              <a:gd name="adj" fmla="val 355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0"/>
          <p:cNvSpPr txBox="1">
            <a:spLocks noGrp="1"/>
          </p:cNvSpPr>
          <p:nvPr>
            <p:ph type="subTitle" idx="4294967295"/>
          </p:nvPr>
        </p:nvSpPr>
        <p:spPr>
          <a:xfrm>
            <a:off x="2371500" y="2093775"/>
            <a:ext cx="502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3600" b="1" i="1" dirty="0">
                <a:latin typeface="Lora"/>
                <a:ea typeface="Lora"/>
                <a:cs typeface="Lora"/>
                <a:sym typeface="Lora"/>
              </a:rPr>
              <a:t>Any </a:t>
            </a:r>
            <a:r>
              <a:rPr lang="en" sz="3600" b="1" i="1" dirty="0">
                <a:highlight>
                  <a:schemeClr val="accent1"/>
                </a:highlight>
                <a:latin typeface="Lora"/>
                <a:ea typeface="Lora"/>
                <a:cs typeface="Lora"/>
                <a:sym typeface="Lora"/>
              </a:rPr>
              <a:t>questions</a:t>
            </a:r>
            <a:r>
              <a:rPr lang="en" sz="3600" b="1" i="1" dirty="0">
                <a:latin typeface="Lora"/>
                <a:ea typeface="Lora"/>
                <a:cs typeface="Lora"/>
                <a:sym typeface="Lora"/>
              </a:rPr>
              <a:t> ?</a:t>
            </a:r>
            <a:endParaRPr sz="3600" b="1" i="1" dirty="0">
              <a:latin typeface="Lora"/>
              <a:ea typeface="Lora"/>
              <a:cs typeface="Lora"/>
              <a:sym typeface="Lora"/>
            </a:endParaRPr>
          </a:p>
        </p:txBody>
      </p:sp>
      <p:cxnSp>
        <p:nvCxnSpPr>
          <p:cNvPr id="323" name="Google Shape;323;p30"/>
          <p:cNvCxnSpPr/>
          <p:nvPr/>
        </p:nvCxnSpPr>
        <p:spPr>
          <a:xfrm>
            <a:off x="6450" y="1428750"/>
            <a:ext cx="23973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4" name="Google Shape;324;p30"/>
          <p:cNvSpPr txBox="1">
            <a:spLocks noGrp="1"/>
          </p:cNvSpPr>
          <p:nvPr>
            <p:ph type="ctrTitle" idx="4294967295"/>
          </p:nvPr>
        </p:nvSpPr>
        <p:spPr>
          <a:xfrm>
            <a:off x="2371625" y="816550"/>
            <a:ext cx="4908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Thanks!</a:t>
            </a:r>
            <a:endParaRPr sz="6000"/>
          </a:p>
        </p:txBody>
      </p:sp>
      <p:cxnSp>
        <p:nvCxnSpPr>
          <p:cNvPr id="325" name="Google Shape;325;p30"/>
          <p:cNvCxnSpPr/>
          <p:nvPr/>
        </p:nvCxnSpPr>
        <p:spPr>
          <a:xfrm>
            <a:off x="5589800" y="1428750"/>
            <a:ext cx="35541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6" name="Google Shape;326;p30"/>
          <p:cNvSpPr/>
          <p:nvPr/>
        </p:nvSpPr>
        <p:spPr>
          <a:xfrm>
            <a:off x="831925" y="859175"/>
            <a:ext cx="1139100" cy="1139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27" name="Google Shape;327;p30"/>
          <p:cNvGrpSpPr/>
          <p:nvPr/>
        </p:nvGrpSpPr>
        <p:grpSpPr>
          <a:xfrm>
            <a:off x="1148888" y="1190759"/>
            <a:ext cx="505722" cy="475767"/>
            <a:chOff x="5972700" y="2330200"/>
            <a:chExt cx="411625" cy="387275"/>
          </a:xfrm>
        </p:grpSpPr>
        <p:sp>
          <p:nvSpPr>
            <p:cNvPr id="328" name="Google Shape;328;p30"/>
            <p:cNvSpPr/>
            <p:nvPr/>
          </p:nvSpPr>
          <p:spPr>
            <a:xfrm>
              <a:off x="5972700" y="2476950"/>
              <a:ext cx="98050" cy="219825"/>
            </a:xfrm>
            <a:custGeom>
              <a:avLst/>
              <a:gdLst/>
              <a:ahLst/>
              <a:cxnLst/>
              <a:rect l="l" t="t" r="r" b="b"/>
              <a:pathLst>
                <a:path w="3922" h="8793" fill="none" extrusionOk="0">
                  <a:moveTo>
                    <a:pt x="0" y="0"/>
                  </a:moveTo>
                  <a:lnTo>
                    <a:pt x="0" y="8792"/>
                  </a:lnTo>
                  <a:lnTo>
                    <a:pt x="3921" y="8792"/>
                  </a:lnTo>
                  <a:lnTo>
                    <a:pt x="3921" y="0"/>
                  </a:lnTo>
                  <a:lnTo>
                    <a:pt x="0" y="0"/>
                  </a:lnTo>
                  <a:close/>
                  <a:moveTo>
                    <a:pt x="2411" y="2411"/>
                  </a:moveTo>
                  <a:lnTo>
                    <a:pt x="2411" y="2411"/>
                  </a:lnTo>
                  <a:lnTo>
                    <a:pt x="2265" y="2387"/>
                  </a:lnTo>
                  <a:lnTo>
                    <a:pt x="2143" y="2363"/>
                  </a:lnTo>
                  <a:lnTo>
                    <a:pt x="2022" y="2290"/>
                  </a:lnTo>
                  <a:lnTo>
                    <a:pt x="1924" y="2216"/>
                  </a:lnTo>
                  <a:lnTo>
                    <a:pt x="1827" y="2095"/>
                  </a:lnTo>
                  <a:lnTo>
                    <a:pt x="1754" y="1973"/>
                  </a:lnTo>
                  <a:lnTo>
                    <a:pt x="1729" y="1851"/>
                  </a:lnTo>
                  <a:lnTo>
                    <a:pt x="1705" y="1705"/>
                  </a:lnTo>
                  <a:lnTo>
                    <a:pt x="1705" y="1705"/>
                  </a:lnTo>
                  <a:lnTo>
                    <a:pt x="1729" y="1559"/>
                  </a:lnTo>
                  <a:lnTo>
                    <a:pt x="1754" y="1437"/>
                  </a:lnTo>
                  <a:lnTo>
                    <a:pt x="1827" y="1315"/>
                  </a:lnTo>
                  <a:lnTo>
                    <a:pt x="1924" y="1218"/>
                  </a:lnTo>
                  <a:lnTo>
                    <a:pt x="2022" y="1120"/>
                  </a:lnTo>
                  <a:lnTo>
                    <a:pt x="2143" y="1072"/>
                  </a:lnTo>
                  <a:lnTo>
                    <a:pt x="2265" y="1023"/>
                  </a:lnTo>
                  <a:lnTo>
                    <a:pt x="2411" y="999"/>
                  </a:lnTo>
                  <a:lnTo>
                    <a:pt x="2411" y="999"/>
                  </a:lnTo>
                  <a:lnTo>
                    <a:pt x="2557" y="1023"/>
                  </a:lnTo>
                  <a:lnTo>
                    <a:pt x="2679" y="1072"/>
                  </a:lnTo>
                  <a:lnTo>
                    <a:pt x="2801" y="1120"/>
                  </a:lnTo>
                  <a:lnTo>
                    <a:pt x="2898" y="1218"/>
                  </a:lnTo>
                  <a:lnTo>
                    <a:pt x="2996" y="1315"/>
                  </a:lnTo>
                  <a:lnTo>
                    <a:pt x="3069" y="1437"/>
                  </a:lnTo>
                  <a:lnTo>
                    <a:pt x="3093" y="1559"/>
                  </a:lnTo>
                  <a:lnTo>
                    <a:pt x="3118" y="1705"/>
                  </a:lnTo>
                  <a:lnTo>
                    <a:pt x="3118" y="1705"/>
                  </a:lnTo>
                  <a:lnTo>
                    <a:pt x="3093" y="1851"/>
                  </a:lnTo>
                  <a:lnTo>
                    <a:pt x="3069" y="1973"/>
                  </a:lnTo>
                  <a:lnTo>
                    <a:pt x="2996" y="2095"/>
                  </a:lnTo>
                  <a:lnTo>
                    <a:pt x="2898" y="2216"/>
                  </a:lnTo>
                  <a:lnTo>
                    <a:pt x="2801" y="2290"/>
                  </a:lnTo>
                  <a:lnTo>
                    <a:pt x="2679" y="2363"/>
                  </a:lnTo>
                  <a:lnTo>
                    <a:pt x="2557" y="2387"/>
                  </a:lnTo>
                  <a:lnTo>
                    <a:pt x="2411" y="2411"/>
                  </a:lnTo>
                  <a:lnTo>
                    <a:pt x="2411" y="2411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0"/>
            <p:cNvSpPr/>
            <p:nvPr/>
          </p:nvSpPr>
          <p:spPr>
            <a:xfrm>
              <a:off x="6078025" y="2330200"/>
              <a:ext cx="306300" cy="387275"/>
            </a:xfrm>
            <a:custGeom>
              <a:avLst/>
              <a:gdLst/>
              <a:ahLst/>
              <a:cxnLst/>
              <a:rect l="l" t="t" r="r" b="b"/>
              <a:pathLst>
                <a:path w="12252" h="15491" fill="none" extrusionOk="0">
                  <a:moveTo>
                    <a:pt x="1" y="13396"/>
                  </a:moveTo>
                  <a:lnTo>
                    <a:pt x="1511" y="13396"/>
                  </a:lnTo>
                  <a:lnTo>
                    <a:pt x="1511" y="13396"/>
                  </a:lnTo>
                  <a:lnTo>
                    <a:pt x="1998" y="13639"/>
                  </a:lnTo>
                  <a:lnTo>
                    <a:pt x="2680" y="13932"/>
                  </a:lnTo>
                  <a:lnTo>
                    <a:pt x="3556" y="14273"/>
                  </a:lnTo>
                  <a:lnTo>
                    <a:pt x="4531" y="14638"/>
                  </a:lnTo>
                  <a:lnTo>
                    <a:pt x="5578" y="14955"/>
                  </a:lnTo>
                  <a:lnTo>
                    <a:pt x="6114" y="15101"/>
                  </a:lnTo>
                  <a:lnTo>
                    <a:pt x="6650" y="15222"/>
                  </a:lnTo>
                  <a:lnTo>
                    <a:pt x="7161" y="15344"/>
                  </a:lnTo>
                  <a:lnTo>
                    <a:pt x="7672" y="15417"/>
                  </a:lnTo>
                  <a:lnTo>
                    <a:pt x="8135" y="15466"/>
                  </a:lnTo>
                  <a:lnTo>
                    <a:pt x="8598" y="15490"/>
                  </a:lnTo>
                  <a:lnTo>
                    <a:pt x="8598" y="15490"/>
                  </a:lnTo>
                  <a:lnTo>
                    <a:pt x="9377" y="15490"/>
                  </a:lnTo>
                  <a:lnTo>
                    <a:pt x="9791" y="15466"/>
                  </a:lnTo>
                  <a:lnTo>
                    <a:pt x="10181" y="15417"/>
                  </a:lnTo>
                  <a:lnTo>
                    <a:pt x="10522" y="15320"/>
                  </a:lnTo>
                  <a:lnTo>
                    <a:pt x="10692" y="15271"/>
                  </a:lnTo>
                  <a:lnTo>
                    <a:pt x="10814" y="15222"/>
                  </a:lnTo>
                  <a:lnTo>
                    <a:pt x="10936" y="15149"/>
                  </a:lnTo>
                  <a:lnTo>
                    <a:pt x="11033" y="15052"/>
                  </a:lnTo>
                  <a:lnTo>
                    <a:pt x="11082" y="14955"/>
                  </a:lnTo>
                  <a:lnTo>
                    <a:pt x="11131" y="14833"/>
                  </a:lnTo>
                  <a:lnTo>
                    <a:pt x="11204" y="14126"/>
                  </a:lnTo>
                  <a:lnTo>
                    <a:pt x="11204" y="14126"/>
                  </a:lnTo>
                  <a:lnTo>
                    <a:pt x="11180" y="13956"/>
                  </a:lnTo>
                  <a:lnTo>
                    <a:pt x="11131" y="13810"/>
                  </a:lnTo>
                  <a:lnTo>
                    <a:pt x="11033" y="13664"/>
                  </a:lnTo>
                  <a:lnTo>
                    <a:pt x="10887" y="13542"/>
                  </a:lnTo>
                  <a:lnTo>
                    <a:pt x="10887" y="13542"/>
                  </a:lnTo>
                  <a:lnTo>
                    <a:pt x="11009" y="13518"/>
                  </a:lnTo>
                  <a:lnTo>
                    <a:pt x="11131" y="13469"/>
                  </a:lnTo>
                  <a:lnTo>
                    <a:pt x="11253" y="13420"/>
                  </a:lnTo>
                  <a:lnTo>
                    <a:pt x="11350" y="13323"/>
                  </a:lnTo>
                  <a:lnTo>
                    <a:pt x="11423" y="13225"/>
                  </a:lnTo>
                  <a:lnTo>
                    <a:pt x="11496" y="13104"/>
                  </a:lnTo>
                  <a:lnTo>
                    <a:pt x="11545" y="12957"/>
                  </a:lnTo>
                  <a:lnTo>
                    <a:pt x="11569" y="12836"/>
                  </a:lnTo>
                  <a:lnTo>
                    <a:pt x="11642" y="11959"/>
                  </a:lnTo>
                  <a:lnTo>
                    <a:pt x="11642" y="11959"/>
                  </a:lnTo>
                  <a:lnTo>
                    <a:pt x="11642" y="11837"/>
                  </a:lnTo>
                  <a:lnTo>
                    <a:pt x="11642" y="11740"/>
                  </a:lnTo>
                  <a:lnTo>
                    <a:pt x="11618" y="11618"/>
                  </a:lnTo>
                  <a:lnTo>
                    <a:pt x="11569" y="11521"/>
                  </a:lnTo>
                  <a:lnTo>
                    <a:pt x="11447" y="11350"/>
                  </a:lnTo>
                  <a:lnTo>
                    <a:pt x="11374" y="11277"/>
                  </a:lnTo>
                  <a:lnTo>
                    <a:pt x="11301" y="11204"/>
                  </a:lnTo>
                  <a:lnTo>
                    <a:pt x="11301" y="11204"/>
                  </a:lnTo>
                  <a:lnTo>
                    <a:pt x="11423" y="11180"/>
                  </a:lnTo>
                  <a:lnTo>
                    <a:pt x="11521" y="11131"/>
                  </a:lnTo>
                  <a:lnTo>
                    <a:pt x="11618" y="11058"/>
                  </a:lnTo>
                  <a:lnTo>
                    <a:pt x="11715" y="10960"/>
                  </a:lnTo>
                  <a:lnTo>
                    <a:pt x="11788" y="10863"/>
                  </a:lnTo>
                  <a:lnTo>
                    <a:pt x="11837" y="10766"/>
                  </a:lnTo>
                  <a:lnTo>
                    <a:pt x="11886" y="10644"/>
                  </a:lnTo>
                  <a:lnTo>
                    <a:pt x="11910" y="10498"/>
                  </a:lnTo>
                  <a:lnTo>
                    <a:pt x="11983" y="9645"/>
                  </a:lnTo>
                  <a:lnTo>
                    <a:pt x="11983" y="9645"/>
                  </a:lnTo>
                  <a:lnTo>
                    <a:pt x="11983" y="9523"/>
                  </a:lnTo>
                  <a:lnTo>
                    <a:pt x="11983" y="9402"/>
                  </a:lnTo>
                  <a:lnTo>
                    <a:pt x="11959" y="9280"/>
                  </a:lnTo>
                  <a:lnTo>
                    <a:pt x="11910" y="9182"/>
                  </a:lnTo>
                  <a:lnTo>
                    <a:pt x="11861" y="9085"/>
                  </a:lnTo>
                  <a:lnTo>
                    <a:pt x="11788" y="9012"/>
                  </a:lnTo>
                  <a:lnTo>
                    <a:pt x="11715" y="8939"/>
                  </a:lnTo>
                  <a:lnTo>
                    <a:pt x="11618" y="8866"/>
                  </a:lnTo>
                  <a:lnTo>
                    <a:pt x="11618" y="8866"/>
                  </a:lnTo>
                  <a:lnTo>
                    <a:pt x="11715" y="8841"/>
                  </a:lnTo>
                  <a:lnTo>
                    <a:pt x="11813" y="8768"/>
                  </a:lnTo>
                  <a:lnTo>
                    <a:pt x="11910" y="8695"/>
                  </a:lnTo>
                  <a:lnTo>
                    <a:pt x="11983" y="8622"/>
                  </a:lnTo>
                  <a:lnTo>
                    <a:pt x="12056" y="8525"/>
                  </a:lnTo>
                  <a:lnTo>
                    <a:pt x="12105" y="8427"/>
                  </a:lnTo>
                  <a:lnTo>
                    <a:pt x="12129" y="8306"/>
                  </a:lnTo>
                  <a:lnTo>
                    <a:pt x="12154" y="8184"/>
                  </a:lnTo>
                  <a:lnTo>
                    <a:pt x="12251" y="7307"/>
                  </a:lnTo>
                  <a:lnTo>
                    <a:pt x="12251" y="7307"/>
                  </a:lnTo>
                  <a:lnTo>
                    <a:pt x="12227" y="7185"/>
                  </a:lnTo>
                  <a:lnTo>
                    <a:pt x="12202" y="7064"/>
                  </a:lnTo>
                  <a:lnTo>
                    <a:pt x="12154" y="6966"/>
                  </a:lnTo>
                  <a:lnTo>
                    <a:pt x="12105" y="6869"/>
                  </a:lnTo>
                  <a:lnTo>
                    <a:pt x="12032" y="6771"/>
                  </a:lnTo>
                  <a:lnTo>
                    <a:pt x="11935" y="6698"/>
                  </a:lnTo>
                  <a:lnTo>
                    <a:pt x="11715" y="6552"/>
                  </a:lnTo>
                  <a:lnTo>
                    <a:pt x="11472" y="6430"/>
                  </a:lnTo>
                  <a:lnTo>
                    <a:pt x="11180" y="6333"/>
                  </a:lnTo>
                  <a:lnTo>
                    <a:pt x="10863" y="6260"/>
                  </a:lnTo>
                  <a:lnTo>
                    <a:pt x="10546" y="6211"/>
                  </a:lnTo>
                  <a:lnTo>
                    <a:pt x="10546" y="6211"/>
                  </a:lnTo>
                  <a:lnTo>
                    <a:pt x="9864" y="6114"/>
                  </a:lnTo>
                  <a:lnTo>
                    <a:pt x="8817" y="6016"/>
                  </a:lnTo>
                  <a:lnTo>
                    <a:pt x="7575" y="5943"/>
                  </a:lnTo>
                  <a:lnTo>
                    <a:pt x="6309" y="5870"/>
                  </a:lnTo>
                  <a:lnTo>
                    <a:pt x="6309" y="5870"/>
                  </a:lnTo>
                  <a:lnTo>
                    <a:pt x="6479" y="5578"/>
                  </a:lnTo>
                  <a:lnTo>
                    <a:pt x="6625" y="5237"/>
                  </a:lnTo>
                  <a:lnTo>
                    <a:pt x="6771" y="4872"/>
                  </a:lnTo>
                  <a:lnTo>
                    <a:pt x="6869" y="4482"/>
                  </a:lnTo>
                  <a:lnTo>
                    <a:pt x="6966" y="4092"/>
                  </a:lnTo>
                  <a:lnTo>
                    <a:pt x="7064" y="3678"/>
                  </a:lnTo>
                  <a:lnTo>
                    <a:pt x="7161" y="2875"/>
                  </a:lnTo>
                  <a:lnTo>
                    <a:pt x="7234" y="2144"/>
                  </a:lnTo>
                  <a:lnTo>
                    <a:pt x="7283" y="1535"/>
                  </a:lnTo>
                  <a:lnTo>
                    <a:pt x="7283" y="975"/>
                  </a:lnTo>
                  <a:lnTo>
                    <a:pt x="7283" y="975"/>
                  </a:lnTo>
                  <a:lnTo>
                    <a:pt x="7283" y="804"/>
                  </a:lnTo>
                  <a:lnTo>
                    <a:pt x="7210" y="609"/>
                  </a:lnTo>
                  <a:lnTo>
                    <a:pt x="7137" y="463"/>
                  </a:lnTo>
                  <a:lnTo>
                    <a:pt x="7015" y="317"/>
                  </a:lnTo>
                  <a:lnTo>
                    <a:pt x="6869" y="171"/>
                  </a:lnTo>
                  <a:lnTo>
                    <a:pt x="6698" y="98"/>
                  </a:lnTo>
                  <a:lnTo>
                    <a:pt x="6503" y="25"/>
                  </a:lnTo>
                  <a:lnTo>
                    <a:pt x="6309" y="1"/>
                  </a:lnTo>
                  <a:lnTo>
                    <a:pt x="6309" y="1"/>
                  </a:lnTo>
                  <a:lnTo>
                    <a:pt x="5943" y="25"/>
                  </a:lnTo>
                  <a:lnTo>
                    <a:pt x="5700" y="74"/>
                  </a:lnTo>
                  <a:lnTo>
                    <a:pt x="5505" y="147"/>
                  </a:lnTo>
                  <a:lnTo>
                    <a:pt x="5359" y="220"/>
                  </a:lnTo>
                  <a:lnTo>
                    <a:pt x="5359" y="220"/>
                  </a:lnTo>
                  <a:lnTo>
                    <a:pt x="4969" y="1462"/>
                  </a:lnTo>
                  <a:lnTo>
                    <a:pt x="4774" y="2022"/>
                  </a:lnTo>
                  <a:lnTo>
                    <a:pt x="4579" y="2534"/>
                  </a:lnTo>
                  <a:lnTo>
                    <a:pt x="4385" y="2996"/>
                  </a:lnTo>
                  <a:lnTo>
                    <a:pt x="4190" y="3386"/>
                  </a:lnTo>
                  <a:lnTo>
                    <a:pt x="4019" y="3678"/>
                  </a:lnTo>
                  <a:lnTo>
                    <a:pt x="3873" y="3922"/>
                  </a:lnTo>
                  <a:lnTo>
                    <a:pt x="3873" y="3922"/>
                  </a:lnTo>
                  <a:lnTo>
                    <a:pt x="3654" y="4141"/>
                  </a:lnTo>
                  <a:lnTo>
                    <a:pt x="3313" y="4482"/>
                  </a:lnTo>
                  <a:lnTo>
                    <a:pt x="2509" y="5237"/>
                  </a:lnTo>
                  <a:lnTo>
                    <a:pt x="1438" y="6211"/>
                  </a:lnTo>
                  <a:lnTo>
                    <a:pt x="1" y="6211"/>
                  </a:lnTo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0" name="Google Shape;330;p30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ola template">
  <a:themeElements>
    <a:clrScheme name="Custom 347">
      <a:dk1>
        <a:srgbClr val="000000"/>
      </a:dk1>
      <a:lt1>
        <a:srgbClr val="FFFFFF"/>
      </a:lt1>
      <a:dk2>
        <a:srgbClr val="8A8682"/>
      </a:dk2>
      <a:lt2>
        <a:srgbClr val="F0EEE9"/>
      </a:lt2>
      <a:accent1>
        <a:srgbClr val="FFCD00"/>
      </a:accent1>
      <a:accent2>
        <a:srgbClr val="F6921D"/>
      </a:accent2>
      <a:accent3>
        <a:srgbClr val="A7693A"/>
      </a:accent3>
      <a:accent4>
        <a:srgbClr val="D8D6D2"/>
      </a:accent4>
      <a:accent5>
        <a:srgbClr val="979593"/>
      </a:accent5>
      <a:accent6>
        <a:srgbClr val="6F6868"/>
      </a:accent6>
      <a:hlink>
        <a:srgbClr val="000000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1949</TotalTime>
  <Words>665</Words>
  <Application>Microsoft Office PowerPoint</Application>
  <PresentationFormat>화면 슬라이드 쇼(16:9)</PresentationFormat>
  <Paragraphs>186</Paragraphs>
  <Slides>28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5" baseType="lpstr">
      <vt:lpstr>Calibri</vt:lpstr>
      <vt:lpstr>맑은 고딕</vt:lpstr>
      <vt:lpstr>Arial</vt:lpstr>
      <vt:lpstr>Lora</vt:lpstr>
      <vt:lpstr>Quattrocento Sans</vt:lpstr>
      <vt:lpstr>함초롬돋움</vt:lpstr>
      <vt:lpstr>Viola template</vt:lpstr>
      <vt:lpstr>About Git? </vt:lpstr>
      <vt:lpstr>Contents</vt:lpstr>
      <vt:lpstr>Git 이란?</vt:lpstr>
      <vt:lpstr>PowerPoint 프레젠테이션</vt:lpstr>
      <vt:lpstr>업무파일 어떻게 작성하시나요?</vt:lpstr>
      <vt:lpstr>PowerPoint 프레젠테이션</vt:lpstr>
      <vt:lpstr>업무 공유 어떻게 하시나요?</vt:lpstr>
      <vt:lpstr>Big concept</vt:lpstr>
      <vt:lpstr>Version Control System (VCS)</vt:lpstr>
      <vt:lpstr>Git 왜 쓰는가?</vt:lpstr>
      <vt:lpstr>버전관리</vt:lpstr>
      <vt:lpstr>버전관리</vt:lpstr>
      <vt:lpstr>백업&amp;협업</vt:lpstr>
      <vt:lpstr>백업&amp;협업</vt:lpstr>
      <vt:lpstr>Git 원리 &amp; 사용방법</vt:lpstr>
      <vt:lpstr>Git 원리 &amp; 사용방법</vt:lpstr>
      <vt:lpstr>Git 원리 &amp; 사용방법</vt:lpstr>
      <vt:lpstr>Git 원리 &amp; 사용방법</vt:lpstr>
      <vt:lpstr>Git 원리 &amp; 사용방법</vt:lpstr>
      <vt:lpstr>Git 원리 &amp; 사용방법</vt:lpstr>
      <vt:lpstr>Git 원리 &amp; 사용방법</vt:lpstr>
      <vt:lpstr>Git 전망</vt:lpstr>
      <vt:lpstr>Git 전망</vt:lpstr>
      <vt:lpstr>교육과정에서의 Git</vt:lpstr>
      <vt:lpstr>교육 과정에서의 Git</vt:lpstr>
      <vt:lpstr>교육 과정에서의 Git</vt:lpstr>
      <vt:lpstr>PowerPoint 프레젠테이션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&amp; GitHub</dc:title>
  <dc:creator>a</dc:creator>
  <cp:lastModifiedBy>채원 정</cp:lastModifiedBy>
  <cp:revision>71</cp:revision>
  <dcterms:modified xsi:type="dcterms:W3CDTF">2023-07-19T08:42:09Z</dcterms:modified>
</cp:coreProperties>
</file>